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E3E05-7AE4-44AB-A2D9-FF5FC8CDBFC3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BBC69-B72A-45C0-B649-A964073414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kārmukiloḷi-varṇā kōmaḷa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kārmukiloḷi-varṇā kōmaḷa-kānti tiṅgum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tēja-svarūpam ī viśvam āke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Krishna! This universe is a Vrindavan, glowing with the divine radiance of your beautiful dark-hued form.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etra manōharam vṛndāvanam kṛṣṇā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tirusannidhi prēma-pūrṇam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Your sacred abode overflows with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mādhavā mōhanā muraḷīdharā kṛṣṇā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yādavā śrīdharā vāsudēvā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enchanting Madhava, flute-bearer, Lord of the Yadu clan, upholder of all auspiciousness, who dwells in every being…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ninne aṙiyāte ninnil onnākuvān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vembum manatāril vann-aṇayū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Come into this heart that does not yet know you, yet longs to become one with you.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aṙiyāte kēzhunnu gōpikayāy ñān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mādhavā mōhanā muraḷīdharā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O enchanting Madhava, O flute-bearer… I am but a Gopika, yearning to know you.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mādhavā mōhanā muraḷīdharā kṛṣṇā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yādavā śrīdharā vāsudēvā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enchanting Madhava, flute-bearer, Lord of the Yadu clan, upholder of all auspiciousness, who dwells in every being…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nī niṙaññīḍunnī sarvacarācaram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gōkkaḷum puṣpa-latādikaḷum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You are the one who dwells in all beings, sentient and insentient alike. You are in the cows, in the flowers, and in the creepers.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māya kāṭṭi kaṇṇā nī maṙaññīḍunnu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eviḍe nin paramātma citsvarūpam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Yet, you have concealed yourself behind your divine illusion. Where is your supreme form of pure consciousness?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mādhavā mōhanā muraḷīdharā kṛṣṇā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yādavā śrīdharā vāsudēvā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enchanting Madhava, flute-bearer, Lord of the Yadu clan, upholder of all auspiciousness, who dwells in every being…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alayunnī gōpika etra janmaṅgaḷāy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ninnilā paramārtha sattayākān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am a Gopika who has wandered through many lifetimes, seeking to merge with your supreme reality.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mādhavā mōhanā muraḷīdharā kṛṣṇā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yādavā śrīdharā vāsudēvā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enchanting Madhava, flute-bearer, Lord of the Yadu clan, upholder of all auspiciousness, who dwells in every being…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kārmukiloḷi-varṇā kōmaḷa</vt:lpstr>
      <vt:lpstr>kārmukiloḷi-varṇā kōmaḷa-kānti tiṅgum tēja-svarūpam ī viśvam āke </vt:lpstr>
      <vt:lpstr>etra manōharam vṛndāvanam kṛṣṇā nin tirusannidhi prēma-pūrṇam</vt:lpstr>
      <vt:lpstr>mādhavā mōhanā muraḷīdharā kṛṣṇā yādavā śrīdharā vāsudēvā</vt:lpstr>
      <vt:lpstr>ninne aṙiyāte ninnil onnākuvān vembum manatāril vann-aṇayū </vt:lpstr>
      <vt:lpstr>aṙiyāte kēzhunnu gōpikayāy ñān mādhavā mōhanā muraḷīdharā</vt:lpstr>
      <vt:lpstr>mādhavā mōhanā muraḷīdharā kṛṣṇā yādavā śrīdharā vāsudēvā</vt:lpstr>
      <vt:lpstr>nī niṙaññīḍunnī sarvacarācaram gōkkaḷum puṣpa-latādikaḷum</vt:lpstr>
      <vt:lpstr>māya kāṭṭi kaṇṇā nī maṙaññīḍunnu eviḍe nin paramātma citsvarūpam</vt:lpstr>
      <vt:lpstr>mādhavā mōhanā muraḷīdharā kṛṣṇā yādavā śrīdharā vāsudēvā</vt:lpstr>
      <vt:lpstr>alayunnī gōpika etra janmaṅgaḷāy ninnilā paramārtha sattayākān </vt:lpstr>
      <vt:lpstr>mādhavā mōhanā muraḷīdharā kṛṣṇā yādavā śrīdharā vāsudēvā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kārmukiloḷi-varṇā kōmaḷa</dc:title>
  <dc:creator>Amrita</dc:creator>
  <cp:lastModifiedBy>Amrita</cp:lastModifiedBy>
  <cp:revision>1</cp:revision>
  <dcterms:created xsi:type="dcterms:W3CDTF">2025-10-11T12:07:37Z</dcterms:created>
  <dcterms:modified xsi:type="dcterms:W3CDTF">2025-10-11T12:08:16Z</dcterms:modified>
</cp:coreProperties>
</file>