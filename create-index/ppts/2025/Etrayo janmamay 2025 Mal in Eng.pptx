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78F89-F64B-48DF-A015-97963C1597D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465C-AF36-4932-9C0A-CD915C1E61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78F89-F64B-48DF-A015-97963C1597D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465C-AF36-4932-9C0A-CD915C1E61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78F89-F64B-48DF-A015-97963C1597D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465C-AF36-4932-9C0A-CD915C1E61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78F89-F64B-48DF-A015-97963C1597D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465C-AF36-4932-9C0A-CD915C1E61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78F89-F64B-48DF-A015-97963C1597D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465C-AF36-4932-9C0A-CD915C1E61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78F89-F64B-48DF-A015-97963C1597D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465C-AF36-4932-9C0A-CD915C1E61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78F89-F64B-48DF-A015-97963C1597D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465C-AF36-4932-9C0A-CD915C1E61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78F89-F64B-48DF-A015-97963C1597D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465C-AF36-4932-9C0A-CD915C1E61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78F89-F64B-48DF-A015-97963C1597D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465C-AF36-4932-9C0A-CD915C1E61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78F89-F64B-48DF-A015-97963C1597D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465C-AF36-4932-9C0A-CD915C1E61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78F89-F64B-48DF-A015-97963C1597D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465C-AF36-4932-9C0A-CD915C1E61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78F89-F64B-48DF-A015-97963C1597D4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7465C-AF36-4932-9C0A-CD915C1E61A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etrayō janmamāy ammayōḍottu ñān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etrayō janmamāy ammayōḍottu ñān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vasikkunnu ennirunnālum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have lived with you, O Mother, through countless lifetimes,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ennu ñān ninne aṙiyum – ammē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eṅgane ninne aṙiyum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yet how do I truly know you, Mother? How will I ever realize you?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kāruṇyam tūkum ā nōṭṭam en kaṇṇilē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timirattāl ñān kāṇunnilla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Blinded by the cataract of ignorance, I fail to see your compassionate glance.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ñān karayumbōḷ āśvasippikkum 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madhura-vākkukaḷ ñān kēḷkkunnilla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Deafened by my own cries, I do not hear your sweet words of comfort.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kāliḍaṙi vīzhumbōḷ kaittāṅgāy nī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ettunnatum ñān aṙiyunnilla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I do not realize that you come to support me, as my steps falter and I stumble.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ōrō aṇuvilum nin caitanyatte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mūḍhayāya ñān innum aṙiyunnilla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Ignorant as I am, even now I fail to see that it is your divine consciousness</a:t>
            </a:r>
          </a:p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which pervades every atom of this universe.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ambikē nin tiru caraṇattil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śaraṇam aḍayumbōḷ innu aṙiññiḍunnu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today as I surrender at your lotus feet, I realize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niṙadīpamāy nī ennil uṇḍāyirunnu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niṙadīpamāy ennum nayiccirunnu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were always within my heart, a radiant lamp, illumining my path with your eternal light.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</Words>
  <Application>Microsoft Office PowerPoint</Application>
  <PresentationFormat>On-screen Show (4:3)</PresentationFormat>
  <Paragraphs>20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etrayō janmamāy ammayōḍottu ñān</vt:lpstr>
      <vt:lpstr>etrayō janmamāy ammayōḍottu ñān vasikkunnu ennirunnālum</vt:lpstr>
      <vt:lpstr>ennu ñān ninne aṙiyum – ammē eṅgane ninne aṙiyum</vt:lpstr>
      <vt:lpstr>kāruṇyam tūkum ā nōṭṭam en kaṇṇilē timirattāl ñān kāṇunnilla</vt:lpstr>
      <vt:lpstr>ñān karayumbōḷ āśvasippikkum ā madhura-vākkukaḷ ñān kēḷkkunnilla</vt:lpstr>
      <vt:lpstr>kāliḍaṙi vīzhumbōḷ kaittāṅgāy nī ettunnatum ñān aṙiyunnilla</vt:lpstr>
      <vt:lpstr>ōrō aṇuvilum nin caitanyatte mūḍhayāya ñān innum aṙiyunnilla</vt:lpstr>
      <vt:lpstr>ambikē nin tiru caraṇattil  śaraṇam aḍayumbōḷ innu aṙiññiḍunnu</vt:lpstr>
      <vt:lpstr>niṙadīpamāy nī ennil uṇḍāyirunnu niṙadīpamāy ennum nayiccirunnu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etrayō janmamāy ammayōḍottu ñān</dc:title>
  <dc:creator>Amrita</dc:creator>
  <cp:lastModifiedBy>Amrita</cp:lastModifiedBy>
  <cp:revision>1</cp:revision>
  <dcterms:created xsi:type="dcterms:W3CDTF">2025-08-24T10:17:26Z</dcterms:created>
  <dcterms:modified xsi:type="dcterms:W3CDTF">2025-08-24T10:18:14Z</dcterms:modified>
</cp:coreProperties>
</file>