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E2E63-B5AB-4695-9440-1204CFFFB7EB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CF8F3-79DE-4D6A-961F-C6F2859DA7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E2E63-B5AB-4695-9440-1204CFFFB7EB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CF8F3-79DE-4D6A-961F-C6F2859DA7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E2E63-B5AB-4695-9440-1204CFFFB7EB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CF8F3-79DE-4D6A-961F-C6F2859DA7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E2E63-B5AB-4695-9440-1204CFFFB7EB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CF8F3-79DE-4D6A-961F-C6F2859DA7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E2E63-B5AB-4695-9440-1204CFFFB7EB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CF8F3-79DE-4D6A-961F-C6F2859DA7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E2E63-B5AB-4695-9440-1204CFFFB7EB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CF8F3-79DE-4D6A-961F-C6F2859DA7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E2E63-B5AB-4695-9440-1204CFFFB7EB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CF8F3-79DE-4D6A-961F-C6F2859DA7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E2E63-B5AB-4695-9440-1204CFFFB7EB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CF8F3-79DE-4D6A-961F-C6F2859DA7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E2E63-B5AB-4695-9440-1204CFFFB7EB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CF8F3-79DE-4D6A-961F-C6F2859DA7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E2E63-B5AB-4695-9440-1204CFFFB7EB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CF8F3-79DE-4D6A-961F-C6F2859DA7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E2E63-B5AB-4695-9440-1204CFFFB7EB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CF8F3-79DE-4D6A-961F-C6F2859DA7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2E2E63-B5AB-4695-9440-1204CFFFB7EB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CF8F3-79DE-4D6A-961F-C6F2859DA75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kaṇgaḷ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unnai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tēḍum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kaṇgaḷ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unnai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tēḍum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kālkaḷ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tēḍi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ōḍum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eyes search for you, the feet run in search of you. Grant me the boon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ōḍum manamumē oḍuṅki unnaiyē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nāḍum varamum vēṇḍum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so that my ever-restless mind may become still and seeks only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gōpiyarkaḷ kūḍa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gōpālan nīyum āḍa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When you, the cowherd boy, dances with the gopis, it becomes a divine dance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āḍum līlaiyāka – oru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kōḍi piṙavi vēṇḍum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 I wish for a crore births just to witness it.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i-FI" sz="6600" smtClean="0">
                <a:solidFill>
                  <a:srgbClr val="FFFFFF"/>
                </a:solidFill>
                <a:latin typeface="Calibri"/>
              </a:rPr>
              <a:t>ulakam teriyavillai – oru </a:t>
            </a:r>
            <a:br>
              <a:rPr lang="fi-FI" sz="6600" smtClean="0">
                <a:solidFill>
                  <a:srgbClr val="FFFFFF"/>
                </a:solidFill>
                <a:latin typeface="Calibri"/>
              </a:rPr>
            </a:br>
            <a:r>
              <a:rPr lang="fi-FI" sz="6600" smtClean="0">
                <a:solidFill>
                  <a:srgbClr val="FFFFFF"/>
                </a:solidFill>
                <a:latin typeface="Calibri"/>
              </a:rPr>
              <a:t>tavamum purintatillai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did not know the ways of the world, nor did I perform any penance;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kaṇṇan nāmam sonnēn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manakavalai ētum illai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I simply uttered Krishna’s name, and now there is no worry in my mind at all.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kaḍalaipōla vāzhvum – atan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naḍuvil tānē nānum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Life is like the ocean - and in its midst, I too drift;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kaṇṇan ninaivu onḍrē – ennai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karayil sērkkum ōḍum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only the thought of Krishna is the boat that carries me safely to shore.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158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kaṇgaḷ unnai tēḍum</vt:lpstr>
      <vt:lpstr>kaṇgaḷ unnai tēḍum kālkaḷ tēḍi ōḍum</vt:lpstr>
      <vt:lpstr>ōḍum manamumē oḍuṅki unnaiyē nāḍum varamum vēṇḍum</vt:lpstr>
      <vt:lpstr>gōpiyarkaḷ kūḍa gōpālan nīyum āḍa</vt:lpstr>
      <vt:lpstr>āḍum līlaiyāka – oru kōḍi piṙavi vēṇḍum</vt:lpstr>
      <vt:lpstr>ulakam teriyavillai – oru  tavamum purintatillai</vt:lpstr>
      <vt:lpstr>kaṇṇan nāmam sonnēn manakavalai ētum illai</vt:lpstr>
      <vt:lpstr>kaḍalaipōla vāzhvum – atan naḍuvil tānē nānum</vt:lpstr>
      <vt:lpstr>kaṇṇan ninaivu onḍrē – ennai karayil sērkkum ōḍum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kaṇkaḷ unnai tēḍum</dc:title>
  <dc:creator>Amrita</dc:creator>
  <cp:lastModifiedBy>Amrita</cp:lastModifiedBy>
  <cp:revision>2</cp:revision>
  <dcterms:created xsi:type="dcterms:W3CDTF">2025-06-16T10:49:49Z</dcterms:created>
  <dcterms:modified xsi:type="dcterms:W3CDTF">2025-08-07T15:24:25Z</dcterms:modified>
</cp:coreProperties>
</file>