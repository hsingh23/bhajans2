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9E5E5-768E-4567-8743-35C29116C40A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6C6E-9664-4FA6-A07A-68E1CE78DF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kathakaḷ aṙiyāte kaḷiyaraṅgil vannu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kathakaḷ aṙiyāte kaḷiyaraṅgil vannu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kathakaḷi āḍukayallō…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Unknowing how the story of my life will unfold, I play out its drama upon the vast stage of this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cuvaḍ-ētum aṙiyāte poruḷ entenn-aṙiyāte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cuvaḍu vaccīḍunnu ñān…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do not know which path is mine, nor do I know my true self—I dance in the darkness of unknowing.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śithilamām vīṇa tan tantriyil mīṭṭunna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śrutibhaṅga-saṅgītamō…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Am I but the music of discordant notes, played on a veena with broken strings?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śruti cērnna gītamāy tīrttīḍumō 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sutanām ivande janmam…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will you not tune this shattered melody? Will you not make this child’s life a song of harmony?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sutanām ivande janmam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 not make this child’s life a song of harmony?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paramārtha-bōdhamām tūveṇṇilāv-ennil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paramārtha-bandhu nī tūkukillē?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my one true kin—will you not illumine me with the moonlight of supreme knowledge?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kadana-tiramāla nīnti kaḍakkuvān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karuṇārdra-mūrtē tuṇaykkukillē?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400" smtClean="0">
                <a:solidFill>
                  <a:srgbClr val="FFFF00"/>
                </a:solidFill>
                <a:latin typeface="Calibri"/>
              </a:rPr>
              <a:t>You, the embodiment of compassion, will you not help me cross these turbulent waves of sorrow? O Mother, whose heart melts with mercy, will you not take my hand and lead me home?</a:t>
            </a:r>
            <a:endParaRPr lang="en-US" sz="4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enne karuṇārdra-mūrtē tuṇaykkukillē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O Mother, whose heart melts with mercy, will you not take my hand and lead me home?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kathakaḷ aṙiyāte kaḷiyaraṅgil vannu</vt:lpstr>
      <vt:lpstr>kathakaḷ aṙiyāte kaḷiyaraṅgil vannu kathakaḷi āḍukayallō… </vt:lpstr>
      <vt:lpstr>cuvaḍ-ētum aṙiyāte poruḷ entenn-aṙiyāte cuvaḍu vaccīḍunnu ñān… </vt:lpstr>
      <vt:lpstr>śithilamām vīṇa tan tantriyil mīṭṭunna śrutibhaṅga-saṅgītamō… </vt:lpstr>
      <vt:lpstr>śruti cērnna gītamāy tīrttīḍumō ammē sutanām ivande janmam… </vt:lpstr>
      <vt:lpstr>ammē… sutanām ivande janmam</vt:lpstr>
      <vt:lpstr>paramārtha-bōdhamām tūveṇṇilāv-ennil paramārtha-bandhu nī tūkukillē? </vt:lpstr>
      <vt:lpstr>kadana-tiramāla nīnti kaḍakkuvān karuṇārdra-mūrtē tuṇaykkukillē? </vt:lpstr>
      <vt:lpstr>enne karuṇārdra-mūrtē tuṇaykkukillē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kathakaḷ aṙiyāte kaḷiyaraṅgil vannu</dc:title>
  <dc:creator>Amrita</dc:creator>
  <cp:lastModifiedBy>Amrita</cp:lastModifiedBy>
  <cp:revision>1</cp:revision>
  <dcterms:created xsi:type="dcterms:W3CDTF">2025-07-06T18:03:17Z</dcterms:created>
  <dcterms:modified xsi:type="dcterms:W3CDTF">2025-07-06T18:04:30Z</dcterms:modified>
</cp:coreProperties>
</file>