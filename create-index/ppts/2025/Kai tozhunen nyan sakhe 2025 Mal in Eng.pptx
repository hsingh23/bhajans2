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AE32B-F12B-45AD-9CC0-F23F26B9DA5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AD5F-FE0E-4AF3-84F1-293B226AB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AE32B-F12B-45AD-9CC0-F23F26B9DA5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AD5F-FE0E-4AF3-84F1-293B226AB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AE32B-F12B-45AD-9CC0-F23F26B9DA5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AD5F-FE0E-4AF3-84F1-293B226AB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AE32B-F12B-45AD-9CC0-F23F26B9DA5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AD5F-FE0E-4AF3-84F1-293B226AB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AE32B-F12B-45AD-9CC0-F23F26B9DA5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AD5F-FE0E-4AF3-84F1-293B226AB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AE32B-F12B-45AD-9CC0-F23F26B9DA5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AD5F-FE0E-4AF3-84F1-293B226AB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AE32B-F12B-45AD-9CC0-F23F26B9DA5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AD5F-FE0E-4AF3-84F1-293B226AB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AE32B-F12B-45AD-9CC0-F23F26B9DA5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AD5F-FE0E-4AF3-84F1-293B226AB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AE32B-F12B-45AD-9CC0-F23F26B9DA5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AD5F-FE0E-4AF3-84F1-293B226AB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AE32B-F12B-45AD-9CC0-F23F26B9DA5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AD5F-FE0E-4AF3-84F1-293B226AB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AE32B-F12B-45AD-9CC0-F23F26B9DA5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AD5F-FE0E-4AF3-84F1-293B226AB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AE32B-F12B-45AD-9CC0-F23F26B9DA5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4AD5F-FE0E-4AF3-84F1-293B226AB3A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kaitozhunnēn ñān sakhē...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kaitozhunnēn ñān sakhē... kṛṣṇā…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kaitozhunnēn ñān sakhē…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 — my soul’s companion, I pray with folded palms.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nirmala-prēmattin dhvanikaḷ uṇarnnu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 music of pure love has arisen inside me;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śāntamāy enmanam niścala nadipōl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mind has become a still river.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sv-SE" sz="6600" smtClean="0">
                <a:solidFill>
                  <a:srgbClr val="FFFFFF"/>
                </a:solidFill>
                <a:latin typeface="Calibri"/>
              </a:rPr>
              <a:t>vannīḍu en sakhē… en manatāril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soul’s companion, come and dwell in my mind!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kṛṣṇā… harē… jaya…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kṛṣṇā… harē… jaya…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kṛṣṇā… harē… jaya…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kṛṣṇā… harē…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Victory to you, O Krishna!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muḷantaṇḍil ūṙunna madhurita gānam en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hṛdaya-tantrikaḷil āzhnn-iṙaṅgi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The melody from your flute entered the depths of my heart; in that blissful music,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ā nāda-lahariyil ennātma-bōdham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ārdramāy ennil layiccirunnu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merged into the awareness of my true self.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sv-SE" sz="6600" smtClean="0">
                <a:solidFill>
                  <a:srgbClr val="FFFFFF"/>
                </a:solidFill>
                <a:latin typeface="Calibri"/>
              </a:rPr>
              <a:t>janma-janmāntara puṇyaṅgaḷāl</a:t>
            </a:r>
            <a:br>
              <a:rPr lang="sv-SE" sz="6600" smtClean="0">
                <a:solidFill>
                  <a:srgbClr val="FFFFFF"/>
                </a:solidFill>
                <a:latin typeface="Calibri"/>
              </a:rPr>
            </a:br>
            <a:r>
              <a:rPr lang="sv-SE" sz="6600" smtClean="0">
                <a:solidFill>
                  <a:srgbClr val="FFFFFF"/>
                </a:solidFill>
                <a:latin typeface="Calibri"/>
              </a:rPr>
              <a:t>en manatāril vann-udiccu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Bhagavan, by the merit gained from many past lives, you now shine brightly within me.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 prēma-vāridhiyil āṇḍu pōy en manam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pṛema-svarūpamāy tīrnniḍaṭṭē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Let my mind sink into the ocean of your love and be formed into love itself.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kaitozhunnēn ñān sakhē...</vt:lpstr>
      <vt:lpstr>kaitozhunnēn ñān sakhē... kṛṣṇā… kaitozhunnēn ñān sakhē…</vt:lpstr>
      <vt:lpstr>nirmala-prēmattin dhvanikaḷ uṇarnnu</vt:lpstr>
      <vt:lpstr>śāntamāy enmanam niścala nadipōl</vt:lpstr>
      <vt:lpstr>vannīḍu en sakhē… en manatāril</vt:lpstr>
      <vt:lpstr>kṛṣṇā… harē… jaya… kṛṣṇā… harē… jaya… kṛṣṇā… harē… jaya… kṛṣṇā… harē…</vt:lpstr>
      <vt:lpstr>muḷantaṇḍil ūṙunna madhurita gānam en hṛdaya-tantrikaḷil āzhnn-iṙaṅgi</vt:lpstr>
      <vt:lpstr>ā nāda-lahariyil ennātma-bōdham ārdramāy ennil layiccirunnu</vt:lpstr>
      <vt:lpstr>janma-janmāntara puṇyaṅgaḷāl en manatāril vann-udiccu</vt:lpstr>
      <vt:lpstr>ā prēma-vāridhiyil āṇḍu pōy en manam pṛema-svarūpamāy tīrnniḍaṭṭē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kaitozhunnēn ñān sakhē...</dc:title>
  <dc:creator>Amrita</dc:creator>
  <cp:lastModifiedBy>Amrita</cp:lastModifiedBy>
  <cp:revision>1</cp:revision>
  <dcterms:created xsi:type="dcterms:W3CDTF">2025-09-18T04:00:41Z</dcterms:created>
  <dcterms:modified xsi:type="dcterms:W3CDTF">2025-09-18T04:01:33Z</dcterms:modified>
</cp:coreProperties>
</file>