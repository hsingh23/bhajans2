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98EC9-CB50-43FF-A35E-A4A9F2F91B06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46039-350B-4D1D-9BB9-4DAD8B5EA5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sz="1200" baseline="0" dirty="0" smtClean="0">
              <a:solidFill>
                <a:srgbClr val="FFFF00"/>
              </a:solidFill>
              <a:latin typeface="+mn-lt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The sun, the moon, the earth, the ocean, and the rivers — all these elements speak to us through their presence and qualities.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46039-350B-4D1D-9BB9-4DAD8B5EA58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They remind all of us to live in this world with love and peace, treating every human being and every living creature with the same respect and compassion.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46039-350B-4D1D-9BB9-4DAD8B5EA58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Through selfless love, we should purify our mind, speech, and actions.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46039-350B-4D1D-9BB9-4DAD8B5EA58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Seeing the divine presence of </a:t>
            </a:r>
            <a:r>
              <a:rPr lang="en-US" sz="1200" dirty="0" err="1" smtClean="0">
                <a:solidFill>
                  <a:srgbClr val="FFFF00"/>
                </a:solidFill>
                <a:latin typeface="+mn-lt"/>
              </a:rPr>
              <a:t>Madhava</a:t>
            </a: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 (God) in every human being, let us engage in service without any desire for personal gain — dedicating our work for the welfare of all.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46039-350B-4D1D-9BB9-4DAD8B5EA58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FF00"/>
                </a:solidFill>
                <a:latin typeface="+mn-lt"/>
              </a:rPr>
              <a:t>Let us truly bring to life the idea that the whole world is one family.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146039-350B-4D1D-9BB9-4DAD8B5EA58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0329F-0BCF-4429-8A81-8C12194B26E4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D1E65-908D-4661-9F44-85B006A24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dinkar candā bhū jaladhi nadiyā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dinkar candā bhū jaladhi nadiyā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sunō sab inkī vāṇī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IN" sz="5400" dirty="0" smtClean="0">
                <a:solidFill>
                  <a:srgbClr val="FFFF00"/>
                </a:solidFill>
              </a:rPr>
              <a:t>All of you please listen to what </a:t>
            </a:r>
            <a:r>
              <a:rPr lang="en-US" sz="5400" dirty="0" smtClean="0">
                <a:solidFill>
                  <a:srgbClr val="FFFF00"/>
                </a:solidFill>
              </a:rPr>
              <a:t>The sun, the moon, the earth, the ocean, and the rivers have to say.</a:t>
            </a:r>
            <a:endParaRPr lang="en-US" sz="54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sv-SE" sz="6600" smtClean="0">
                <a:solidFill>
                  <a:srgbClr val="FFFFFF"/>
                </a:solidFill>
                <a:latin typeface="Calibri"/>
              </a:rPr>
              <a:t>prēm aman se jiyē jag meiṅ</a:t>
            </a:r>
            <a:br>
              <a:rPr lang="sv-SE" sz="6600" smtClean="0">
                <a:solidFill>
                  <a:srgbClr val="FFFFFF"/>
                </a:solidFill>
                <a:latin typeface="Calibri"/>
              </a:rPr>
            </a:br>
            <a:r>
              <a:rPr lang="sv-SE" sz="6600" smtClean="0">
                <a:solidFill>
                  <a:srgbClr val="FFFFFF"/>
                </a:solidFill>
                <a:latin typeface="Calibri"/>
              </a:rPr>
              <a:t>har mānav har prāṇī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  <a:latin typeface="Calibri"/>
              </a:rPr>
              <a:t>Let every human being and creature live in this world with Love and peace.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nisvārth prēm sē ham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 vacan nirmal karēṅ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With Selfless Love let us purify our mind and speech.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mānav meiṅ mādhav kō dēkh kar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ā ō ham niṣkām sēvā karēṅ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Seeing the divine presence of </a:t>
            </a:r>
            <a:r>
              <a:rPr lang="en-US" sz="4500" dirty="0" err="1" smtClean="0">
                <a:solidFill>
                  <a:srgbClr val="FFFF00"/>
                </a:solidFill>
                <a:latin typeface="Calibri"/>
              </a:rPr>
              <a:t>Madhava</a:t>
            </a:r>
            <a:r>
              <a:rPr lang="en-US" sz="4500" dirty="0" smtClean="0">
                <a:solidFill>
                  <a:srgbClr val="FFFF00"/>
                </a:solidFill>
                <a:latin typeface="Calibri"/>
              </a:rPr>
              <a:t> (God) in every human being, let us engage in service without any desire for personal gain — dedicating our work for the welfare of all.</a:t>
            </a:r>
            <a:endParaRPr lang="en-US" sz="45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sṛṣṭi kā na karēṅ śōṣaṇ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bhū mā kō pūjēṅ har dam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We should not exploit creation. Instead, we must always worship and care for Mother Earth.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mukt karō is jag kō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yuddh rōg pīḍā sē bhagavan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Lord, free this world from war, disease, and suffering so that peace and well-being may flourish everywhere.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vasudhaiva kuṭumbakam vicār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jīvan meiṅ sākār karēṅ ham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“The World is One Family” – let us make this concept a reality in our life.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bhinnatā bhūl kē śraddhā sē gāyē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ṛṣiyōṅ kā yē mantr milkē ham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Forgetting our divisions and differences, let us sing this mantra of the sages together, with deep faith and unity in our hearts.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 lōkāḥ samastāḥ sukhinō bhavantu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all beings in all the worlds be happy and </a:t>
            </a:r>
            <a:r>
              <a:rPr lang="en-US" sz="6600" smtClean="0">
                <a:solidFill>
                  <a:srgbClr val="FFFF00"/>
                </a:solidFill>
                <a:latin typeface="Calibri"/>
              </a:rPr>
              <a:t>be at</a:t>
            </a:r>
            <a:r>
              <a:rPr lang="en-US" sz="6600" smtClean="0">
                <a:solidFill>
                  <a:srgbClr val="FFFF00"/>
                </a:solidFill>
                <a:latin typeface="Calibri"/>
              </a:rPr>
              <a:t> peace.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363</Words>
  <Application>Microsoft Office PowerPoint</Application>
  <PresentationFormat>On-screen Show (4:3)</PresentationFormat>
  <Paragraphs>32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dinkar candā bhū jaladhi nadiyā</vt:lpstr>
      <vt:lpstr>dinkar candā bhū jaladhi nadiyā sunō sab inkī vāṇī</vt:lpstr>
      <vt:lpstr>prēm aman se jiyē jag meiṅ har mānav har prāṇī</vt:lpstr>
      <vt:lpstr>nisvārth prēm sē ham man vacan nirmal karēṅ</vt:lpstr>
      <vt:lpstr>mānav meiṅ mādhav kō dēkh kar ā ō ham niṣkām sēvā karēṅ</vt:lpstr>
      <vt:lpstr>sṛṣṭi kā na karēṅ śōṣaṇ bhū mā kō pūjēṅ har dam</vt:lpstr>
      <vt:lpstr>mukt karō is jag kō yuddh rōg pīḍā sē bhagavan</vt:lpstr>
      <vt:lpstr>vasudhaiva kuṭumbakam vicār jīvan meiṅ sākār karēṅ ham</vt:lpstr>
      <vt:lpstr>bhinnatā bhūl kē śraddhā sē gāyē ṛṣiyōṅ kā yē mantr milkē ham</vt:lpstr>
      <vt:lpstr>ōm lōkāḥ samastāḥ sukhinō bhavantu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dinkar candā bhū jaladhi nadiyā</dc:title>
  <dc:creator>Amrita</dc:creator>
  <cp:lastModifiedBy>Amrita</cp:lastModifiedBy>
  <cp:revision>2</cp:revision>
  <dcterms:created xsi:type="dcterms:W3CDTF">2025-06-20T13:55:30Z</dcterms:created>
  <dcterms:modified xsi:type="dcterms:W3CDTF">2025-06-24T05:21:57Z</dcterms:modified>
</cp:coreProperties>
</file>