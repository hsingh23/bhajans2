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444FD-3160-45F9-9E2E-323FE29FA78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81156-F223-4C12-ABF7-6213FB76A4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piṙavā varam tarum pēraṇaṅkē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piṙavā varam tarum pēraṇaṅkē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inta piṙaviyil tavaṙāmal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O great One who grants freedom from birth—in this very life, without wavering,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pēraṙivāl unnil iraṇḍaṙakkalantu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iṙavā varam vēṇḍum – umayē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iṙavā varam vēṇḍum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may I gain supreme knowledge and merge into you. O Uma! I seek the boon of deathlessness, I seek the boon of deathlessness.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vinaiyatan tākkattāl ulakiyal nañcatanai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aruntinēn amudāy aṙiyāmal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By the force of karma, in this worldly life, I unknowingly drank the deadly poison of materialism, thinking it was nectar.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uṙavum selvamum balamenḍru iruntēn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kaṙavā paśuvāy poruḷaḍru pōnēn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I took relationships and wealth to be my strength — yet, like a cow whose milk is never drawn, I wasted this life without true substance.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aṙiyā kuzhantaipōl āsaikaḷ niṙaivēṙa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ālayam pala senḍru tozhutuninḍrēn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Like an ignorant child, to fulfill my desires I went to many temples and stood worshipping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ātmā layam peṙum uṇmai ālayam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nīyē ena un aruḷāl aṙintēn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 but by your grace, I have understood that you alone are the true temple where the soul attains bliss.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piṙavā varam tarum pēraṇaṅkē</vt:lpstr>
      <vt:lpstr>piṙavā varam tarum pēraṇaṅkē inta piṙaviyil tavaṙāmal</vt:lpstr>
      <vt:lpstr>pēraṙivāl unnil iraṇḍaṙakkalantu iṙavā varam vēṇḍum – umayē iṙavā varam vēṇḍum</vt:lpstr>
      <vt:lpstr>vinaiyatan tākkattāl ulakiyal nañcatanai aruntinēn amudāy aṙiyāmal</vt:lpstr>
      <vt:lpstr>uṙavum selvamum balamenḍru iruntēn kaṙavā paśuvāy poruḷaḍru pōnēn</vt:lpstr>
      <vt:lpstr>aṙiyā kuzhantaipōl āsaikaḷ niṙaivēṙa ālayam pala senḍru tozhutuninḍrēn</vt:lpstr>
      <vt:lpstr>ātmā layam peṙum uṇmai ālayam nīyē ena un aruḷāl aṙintēn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piṙavā varam tarum pēraṇaṅkē</dc:title>
  <dc:creator>Amrita</dc:creator>
  <cp:lastModifiedBy>Amrita</cp:lastModifiedBy>
  <cp:revision>1</cp:revision>
  <dcterms:created xsi:type="dcterms:W3CDTF">2025-06-17T17:10:56Z</dcterms:created>
  <dcterms:modified xsi:type="dcterms:W3CDTF">2025-06-17T17:12:30Z</dcterms:modified>
</cp:coreProperties>
</file>