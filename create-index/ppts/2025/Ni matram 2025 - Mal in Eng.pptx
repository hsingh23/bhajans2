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295" r:id="rId3"/>
    <p:sldId id="296" r:id="rId4"/>
    <p:sldId id="292" r:id="rId5"/>
    <p:sldId id="297" r:id="rId6"/>
    <p:sldId id="293" r:id="rId7"/>
    <p:sldId id="298" r:id="rId8"/>
    <p:sldId id="294" r:id="rId9"/>
    <p:sldId id="29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nī</a:t>
            </a:r>
            <a:r>
              <a:rPr lang="en-US" sz="7200" dirty="0" smtClean="0"/>
              <a:t> </a:t>
            </a:r>
            <a:r>
              <a:rPr lang="en-US" sz="7200" dirty="0" err="1" smtClean="0"/>
              <a:t>mātram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r>
              <a:rPr lang="en-US" sz="7200" dirty="0" smtClean="0"/>
              <a:t> </a:t>
            </a:r>
            <a:r>
              <a:rPr lang="en-US" sz="7200" dirty="0" err="1" smtClean="0"/>
              <a:t>mātram</a:t>
            </a:r>
            <a:r>
              <a:rPr lang="en-US" sz="7200" dirty="0" smtClean="0"/>
              <a:t> </a:t>
            </a:r>
            <a:r>
              <a:rPr lang="en-US" sz="7200" dirty="0" err="1" smtClean="0"/>
              <a:t>nī</a:t>
            </a:r>
            <a:r>
              <a:rPr lang="en-US" sz="7200" dirty="0" smtClean="0"/>
              <a:t> </a:t>
            </a:r>
            <a:r>
              <a:rPr lang="en-US" sz="7200" dirty="0" err="1" smtClean="0"/>
              <a:t>mātram</a:t>
            </a:r>
            <a:r>
              <a:rPr lang="en-US" sz="7200" dirty="0" smtClean="0"/>
              <a:t> </a:t>
            </a:r>
            <a:r>
              <a:rPr lang="en-US" sz="7200" dirty="0" err="1" smtClean="0"/>
              <a:t>ambikē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8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8000" dirty="0" smtClean="0">
                <a:solidFill>
                  <a:srgbClr val="FFFF00"/>
                </a:solidFill>
              </a:rPr>
              <a:t>(Malayalam)</a:t>
            </a:r>
            <a:endParaRPr lang="en-US" sz="8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ambikē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bhūvitil</a:t>
            </a:r>
            <a:r>
              <a:rPr lang="en-US" sz="6000" dirty="0" smtClean="0"/>
              <a:t> </a:t>
            </a:r>
            <a:r>
              <a:rPr lang="en-US" sz="6000" dirty="0" err="1" smtClean="0"/>
              <a:t>ānanda-śaraṇāgati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 Mother </a:t>
            </a:r>
            <a:r>
              <a:rPr lang="en-US" sz="6600" dirty="0" err="1" smtClean="0">
                <a:solidFill>
                  <a:srgbClr val="FFFF00"/>
                </a:solidFill>
              </a:rPr>
              <a:t>Ambika</a:t>
            </a:r>
            <a:r>
              <a:rPr lang="en-US" sz="6600" dirty="0" smtClean="0">
                <a:solidFill>
                  <a:srgbClr val="FFFF00"/>
                </a:solidFill>
              </a:rPr>
              <a:t>, you alone bestow a blissful refuge in this world;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ninnileykk-aṇayān</a:t>
            </a:r>
            <a:r>
              <a:rPr lang="en-US" sz="6000" dirty="0" smtClean="0"/>
              <a:t> </a:t>
            </a:r>
            <a:r>
              <a:rPr lang="en-US" sz="6000" dirty="0" err="1" smtClean="0"/>
              <a:t>tuḍiccu</a:t>
            </a:r>
            <a:r>
              <a:rPr lang="en-US" sz="6000" dirty="0" smtClean="0"/>
              <a:t> </a:t>
            </a:r>
            <a:r>
              <a:rPr lang="en-US" sz="6000" dirty="0" err="1" smtClean="0"/>
              <a:t>kēzhunn-ōrī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jīvande</a:t>
            </a:r>
            <a:r>
              <a:rPr lang="en-US" sz="6000" dirty="0" smtClean="0"/>
              <a:t> </a:t>
            </a:r>
            <a:r>
              <a:rPr lang="en-US" sz="6000" dirty="0" err="1" smtClean="0"/>
              <a:t>saṅgītam</a:t>
            </a:r>
            <a:r>
              <a:rPr lang="en-US" sz="6000" dirty="0" smtClean="0"/>
              <a:t> </a:t>
            </a:r>
            <a:r>
              <a:rPr lang="en-US" sz="6000" dirty="0" err="1" smtClean="0"/>
              <a:t>kēḷppatillē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do </a:t>
            </a:r>
            <a:r>
              <a:rPr lang="en-US" sz="5400" dirty="0" smtClean="0">
                <a:solidFill>
                  <a:srgbClr val="FFFF00"/>
                </a:solidFill>
              </a:rPr>
              <a:t>you not hear this soul’s quiet plea, its heartbeat singing with a yearning to reach you?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samsāra</a:t>
            </a:r>
            <a:r>
              <a:rPr lang="en-US" sz="6000" dirty="0" smtClean="0"/>
              <a:t> </a:t>
            </a:r>
            <a:r>
              <a:rPr lang="en-US" sz="6000" dirty="0" err="1" smtClean="0"/>
              <a:t>sāgara</a:t>
            </a:r>
            <a:r>
              <a:rPr lang="en-US" sz="6000" dirty="0" smtClean="0"/>
              <a:t> </a:t>
            </a:r>
            <a:r>
              <a:rPr lang="en-US" sz="6000" dirty="0" err="1" smtClean="0"/>
              <a:t>tīrattu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ammē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enne</a:t>
            </a:r>
            <a:r>
              <a:rPr lang="en-US" sz="6000" dirty="0" smtClean="0"/>
              <a:t> </a:t>
            </a:r>
            <a:r>
              <a:rPr lang="en-US" sz="6000" dirty="0" err="1" smtClean="0"/>
              <a:t>upēkṣiccu</a:t>
            </a:r>
            <a:r>
              <a:rPr lang="en-US" sz="6000" dirty="0" smtClean="0"/>
              <a:t> </a:t>
            </a:r>
            <a:r>
              <a:rPr lang="en-US" sz="6000" dirty="0" err="1" smtClean="0"/>
              <a:t>pōyat-entē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Mother, why did you abandon me on the shores of </a:t>
            </a:r>
            <a:r>
              <a:rPr lang="en-US" sz="6600" dirty="0" err="1" smtClean="0">
                <a:solidFill>
                  <a:srgbClr val="FFFF00"/>
                </a:solidFill>
              </a:rPr>
              <a:t>saṁsāra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ennil</a:t>
            </a:r>
            <a:r>
              <a:rPr lang="en-US" sz="6600" dirty="0" smtClean="0"/>
              <a:t> </a:t>
            </a:r>
            <a:r>
              <a:rPr lang="en-US" sz="6600" dirty="0" err="1" smtClean="0"/>
              <a:t>uṇḍ-enna</a:t>
            </a:r>
            <a:r>
              <a:rPr lang="en-US" sz="6600" dirty="0" smtClean="0"/>
              <a:t> </a:t>
            </a:r>
            <a:r>
              <a:rPr lang="en-US" sz="6600" dirty="0" err="1" smtClean="0"/>
              <a:t>satyam</a:t>
            </a:r>
            <a:r>
              <a:rPr lang="en-US" sz="6600" dirty="0" smtClean="0"/>
              <a:t> </a:t>
            </a:r>
            <a:r>
              <a:rPr lang="en-US" sz="6600" dirty="0" err="1" smtClean="0"/>
              <a:t>aṙiyāte</a:t>
            </a:r>
            <a:r>
              <a:rPr lang="en-US" sz="6600" dirty="0" smtClean="0"/>
              <a:t> -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prēma</a:t>
            </a:r>
            <a:r>
              <a:rPr lang="en-US" sz="6600" dirty="0" smtClean="0"/>
              <a:t> </a:t>
            </a:r>
            <a:r>
              <a:rPr lang="en-US" sz="6600" dirty="0" err="1" smtClean="0"/>
              <a:t>mozhikaḷil</a:t>
            </a:r>
            <a:r>
              <a:rPr lang="en-US" sz="6600" dirty="0" smtClean="0"/>
              <a:t> </a:t>
            </a:r>
            <a:r>
              <a:rPr lang="en-US" sz="6600" dirty="0" err="1" smtClean="0"/>
              <a:t>āzhnniḍāte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—</a:t>
            </a:r>
            <a:r>
              <a:rPr lang="en-US" sz="5400" dirty="0" smtClean="0">
                <a:solidFill>
                  <a:srgbClr val="FFFF00"/>
                </a:solidFill>
              </a:rPr>
              <a:t>when I knew not the truth of your presence within, nor sought the depths of your words of love?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mizhikaḷil</a:t>
            </a:r>
            <a:r>
              <a:rPr lang="en-US" sz="5400" dirty="0" smtClean="0"/>
              <a:t> </a:t>
            </a:r>
            <a:r>
              <a:rPr lang="en-US" sz="5400" dirty="0" err="1" smtClean="0"/>
              <a:t>pozhiyunna</a:t>
            </a:r>
            <a:r>
              <a:rPr lang="en-US" sz="5400" dirty="0" smtClean="0"/>
              <a:t> </a:t>
            </a:r>
            <a:r>
              <a:rPr lang="en-US" sz="5400" dirty="0" err="1" smtClean="0"/>
              <a:t>mizhinīrumāy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ninnilēykk-aṇayuvān</a:t>
            </a:r>
            <a:r>
              <a:rPr lang="en-US" sz="5400" dirty="0" smtClean="0"/>
              <a:t> </a:t>
            </a:r>
            <a:r>
              <a:rPr lang="en-US" sz="5400" dirty="0" err="1" smtClean="0"/>
              <a:t>kāttu</a:t>
            </a:r>
            <a:r>
              <a:rPr lang="en-US" sz="5400" dirty="0" smtClean="0"/>
              <a:t> </a:t>
            </a:r>
            <a:r>
              <a:rPr lang="en-US" sz="5400" dirty="0" err="1" smtClean="0"/>
              <a:t>nilppū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With tears streaming from my eyes, I wait to reach your side.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nī</a:t>
            </a:r>
            <a:r>
              <a:rPr lang="en-US" sz="6600" dirty="0" smtClean="0"/>
              <a:t> </a:t>
            </a:r>
            <a:r>
              <a:rPr lang="en-US" sz="6600" dirty="0" err="1" smtClean="0"/>
              <a:t>vannu</a:t>
            </a:r>
            <a:r>
              <a:rPr lang="en-US" sz="6600" dirty="0" smtClean="0"/>
              <a:t> </a:t>
            </a:r>
            <a:r>
              <a:rPr lang="en-US" sz="6600" dirty="0" err="1" smtClean="0"/>
              <a:t>cārattu</a:t>
            </a:r>
            <a:r>
              <a:rPr lang="en-US" sz="6600" dirty="0" smtClean="0"/>
              <a:t> </a:t>
            </a:r>
            <a:r>
              <a:rPr lang="en-US" sz="6600" dirty="0" err="1" smtClean="0"/>
              <a:t>ninnīḍilum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ninne</a:t>
            </a:r>
            <a:r>
              <a:rPr lang="en-US" sz="6600" dirty="0" smtClean="0"/>
              <a:t> </a:t>
            </a:r>
            <a:r>
              <a:rPr lang="en-US" sz="6600" dirty="0" err="1" smtClean="0"/>
              <a:t>aṙiyāte</a:t>
            </a:r>
            <a:r>
              <a:rPr lang="en-US" sz="6600" dirty="0" smtClean="0"/>
              <a:t> </a:t>
            </a:r>
            <a:r>
              <a:rPr lang="en-US" sz="6600" dirty="0" err="1" smtClean="0"/>
              <a:t>śōkārdrayāy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</a:t>
            </a:r>
            <a:r>
              <a:rPr lang="en-US" sz="5400" dirty="0" smtClean="0">
                <a:solidFill>
                  <a:srgbClr val="FFFF00"/>
                </a:solidFill>
              </a:rPr>
              <a:t>, even when you stand beside me, I remain sorrowful, blind to your presence.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kēzhunnu</a:t>
            </a:r>
            <a:r>
              <a:rPr lang="en-US" sz="5400" dirty="0" smtClean="0"/>
              <a:t> </a:t>
            </a:r>
            <a:r>
              <a:rPr lang="en-US" sz="5400" dirty="0" err="1" smtClean="0"/>
              <a:t>cinta</a:t>
            </a:r>
            <a:r>
              <a:rPr lang="en-US" sz="5400" dirty="0" smtClean="0"/>
              <a:t> tan </a:t>
            </a:r>
            <a:r>
              <a:rPr lang="en-US" sz="5400" dirty="0" err="1" smtClean="0"/>
              <a:t>tirakaḷ</a:t>
            </a:r>
            <a:r>
              <a:rPr lang="en-US" sz="5400" dirty="0" smtClean="0"/>
              <a:t> </a:t>
            </a:r>
            <a:r>
              <a:rPr lang="en-US" sz="5400" dirty="0" err="1" smtClean="0"/>
              <a:t>ārttīḍunnu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dūreyā</a:t>
            </a:r>
            <a:r>
              <a:rPr lang="en-US" sz="5400" dirty="0" smtClean="0"/>
              <a:t> </a:t>
            </a:r>
            <a:r>
              <a:rPr lang="en-US" sz="5400" dirty="0" err="1" smtClean="0"/>
              <a:t>pakalōnde</a:t>
            </a:r>
            <a:r>
              <a:rPr lang="en-US" sz="5400" dirty="0" smtClean="0"/>
              <a:t> </a:t>
            </a:r>
            <a:r>
              <a:rPr lang="en-US" sz="5400" dirty="0" err="1" smtClean="0"/>
              <a:t>ponkiraṇam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Distraught thoughts rise as waves within my heart, while the golden rays of dawn feel far away.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ennī</a:t>
            </a:r>
            <a:r>
              <a:rPr lang="en-US" sz="6000" dirty="0" smtClean="0"/>
              <a:t> </a:t>
            </a:r>
            <a:r>
              <a:rPr lang="en-US" sz="6000" dirty="0" err="1" smtClean="0"/>
              <a:t>manakkaḍal</a:t>
            </a:r>
            <a:r>
              <a:rPr lang="en-US" sz="6000" dirty="0" smtClean="0"/>
              <a:t> </a:t>
            </a:r>
            <a:r>
              <a:rPr lang="en-US" sz="6000" dirty="0" err="1" smtClean="0"/>
              <a:t>tira</a:t>
            </a:r>
            <a:r>
              <a:rPr lang="en-US" sz="6000" dirty="0" smtClean="0"/>
              <a:t> </a:t>
            </a:r>
            <a:r>
              <a:rPr lang="en-US" sz="6000" dirty="0" err="1" smtClean="0"/>
              <a:t>aḍaṅgīḍumō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prēma-sāgarē</a:t>
            </a:r>
            <a:r>
              <a:rPr lang="en-US" sz="6000" dirty="0" smtClean="0"/>
              <a:t> </a:t>
            </a:r>
            <a:r>
              <a:rPr lang="en-US" sz="6000" dirty="0" err="1" smtClean="0"/>
              <a:t>muṅgīḍumō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When </a:t>
            </a:r>
            <a:r>
              <a:rPr lang="en-US" sz="4800" dirty="0" smtClean="0">
                <a:solidFill>
                  <a:srgbClr val="FFFF00"/>
                </a:solidFill>
              </a:rPr>
              <a:t>will these restless tides subside? When will my heart dissolve into the boundless ocean of your love?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197</Words>
  <Application>Microsoft Office PowerPoint</Application>
  <PresentationFormat>On-screen Show (4:3)</PresentationFormat>
  <Paragraphs>28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nī mātram nī mātram nī mātram ambikē</vt:lpstr>
      <vt:lpstr>nī mātram nī mātram nī mātram ambikē bhūvitil ānanda-śaraṇāgati</vt:lpstr>
      <vt:lpstr>ninnileykk-aṇayān tuḍiccu kēzhunn-ōrī jīvande saṅgītam kēḷppatillē</vt:lpstr>
      <vt:lpstr>samsāra sāgara tīrattu nī ammē enne upēkṣiccu pōyat-entē</vt:lpstr>
      <vt:lpstr>nī ennil uṇḍ-enna satyam aṙiyāte - nin prēma mozhikaḷil āzhnniḍāte</vt:lpstr>
      <vt:lpstr>mizhikaḷil pozhiyunna mizhinīrumāy ñān ninnilēykk-aṇayuvān kāttu nilppū</vt:lpstr>
      <vt:lpstr>nī vannu cārattu ninnīḍilum ammē ninne aṙiyāte śōkārdrayāy</vt:lpstr>
      <vt:lpstr>kēzhunnu cinta tan tirakaḷ ārttīḍunnu dūreyā pakalōnde ponkiraṇam</vt:lpstr>
      <vt:lpstr>ennī manakkaḍal tira aḍaṅgīḍumō nin prēma-sāgarē muṅgīḍumō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2025-05-22T17:12:19Z</dcterms:modified>
</cp:coreProperties>
</file>