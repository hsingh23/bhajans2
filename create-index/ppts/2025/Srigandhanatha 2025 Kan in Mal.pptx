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24231-0C2C-4B57-B77D-A3E8927D164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8DC56-91BF-459D-B707-9A24B62D3F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24231-0C2C-4B57-B77D-A3E8927D164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8DC56-91BF-459D-B707-9A24B62D3F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24231-0C2C-4B57-B77D-A3E8927D164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8DC56-91BF-459D-B707-9A24B62D3F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24231-0C2C-4B57-B77D-A3E8927D164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8DC56-91BF-459D-B707-9A24B62D3F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24231-0C2C-4B57-B77D-A3E8927D164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8DC56-91BF-459D-B707-9A24B62D3F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24231-0C2C-4B57-B77D-A3E8927D164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8DC56-91BF-459D-B707-9A24B62D3F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24231-0C2C-4B57-B77D-A3E8927D164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8DC56-91BF-459D-B707-9A24B62D3F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24231-0C2C-4B57-B77D-A3E8927D164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8DC56-91BF-459D-B707-9A24B62D3F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24231-0C2C-4B57-B77D-A3E8927D164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8DC56-91BF-459D-B707-9A24B62D3F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24231-0C2C-4B57-B77D-A3E8927D164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8DC56-91BF-459D-B707-9A24B62D3F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24231-0C2C-4B57-B77D-A3E8927D164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8DC56-91BF-459D-B707-9A24B62D3F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24231-0C2C-4B57-B77D-A3E8927D164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98DC56-91BF-459D-B707-9A24B62D3FE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śrīgandhadantha manavanīḍu tāyē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(Kannada)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śrīgandhadantha manavanīḍu tāyē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śrīgandhadantha manavanīḍu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Dear Mother, please bless me with a mind like sandalwood.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addidarū tēydarū nontenonte entu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100" smtClean="0">
                <a:solidFill>
                  <a:srgbClr val="FFFF00"/>
                </a:solidFill>
                <a:latin typeface="Calibri"/>
              </a:rPr>
              <a:t>Just as sandalwood releases its fragrance even when it is cut or rubbed, help me remain calm and pure even when life is difficult.</a:t>
            </a:r>
            <a:endParaRPr lang="en-US" sz="5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enna śrīsaugandhavā biḍenu ententu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Let me never lose the goodness inside me, no matter what happens.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karma jñānadoḍatiyē ī manake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śaraṇāgati sugandhava nīḍu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You are the one who guides us with action and wisdom—please fill my heart with the sweet scent of surrender and peace.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nuṭiyalli nōṭṭadalli sarvakarma gaḷalli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In everything I say, see, and do,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tambu nīḍuvantha manava nīḍu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help me be someone who brings comfort and calm to others.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janani jaganmātē…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dēvī dayāpūrṇṇē…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Mother of the world… Goddess full of mercy!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nōṭṭadalli kāruṇya sugandha bhāva virisu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nuṭiyalli jñānada beḷakanu harisu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Let my eyes show kindness and my words shine with knowledge.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cinteyalli pariśuddha aṙivu pasarisu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manasē śrīgandhavu āgali tāyē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Let my thoughts bring clarity and peace, and may my mind become as pure and fragrant as sandalwood, O Mother.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i-FI" sz="6600" smtClean="0">
                <a:solidFill>
                  <a:srgbClr val="FFFFFF"/>
                </a:solidFill>
                <a:latin typeface="Calibri"/>
              </a:rPr>
              <a:t>ninna nāma parimaḷa elleḍe haraḍali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May your beautiful name spread everywhere like a sweet perfume.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200</Words>
  <Application>Microsoft Office PowerPoint</Application>
  <PresentationFormat>On-screen Show (4:3)</PresentationFormat>
  <Paragraphs>23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śrīgandhadantha manavanīḍu tāyē</vt:lpstr>
      <vt:lpstr>śrīgandhadantha manavanīḍu tāyē śrīgandhadantha manavanīḍu</vt:lpstr>
      <vt:lpstr>addidarū tēydarū nontenonte entu</vt:lpstr>
      <vt:lpstr>enna śrīsaugandhavā biḍenu ententu</vt:lpstr>
      <vt:lpstr>karma jñānadoḍatiyē ī manake śaraṇāgati sugandhava nīḍu</vt:lpstr>
      <vt:lpstr>nuṭiyalli nōṭṭadalli sarvakarma gaḷalli</vt:lpstr>
      <vt:lpstr>tambu nīḍuvantha manava nīḍu</vt:lpstr>
      <vt:lpstr>janani jaganmātē…  dēvī dayāpūrṇṇē…</vt:lpstr>
      <vt:lpstr>nōṭṭadalli kāruṇya sugandha bhāva virisu nuṭiyalli jñānada beḷakanu harisu</vt:lpstr>
      <vt:lpstr>cinteyalli pariśuddha aṙivu pasarisu manasē śrīgandhavu āgali tāyē</vt:lpstr>
      <vt:lpstr>ninna nāma parimaḷa elleḍe haraḍali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śrīgandhadantha manavanīḍu tāyē</dc:title>
  <dc:creator>Amrita</dc:creator>
  <cp:lastModifiedBy>Amrita</cp:lastModifiedBy>
  <cp:revision>1</cp:revision>
  <dcterms:created xsi:type="dcterms:W3CDTF">2025-06-20T10:46:12Z</dcterms:created>
  <dcterms:modified xsi:type="dcterms:W3CDTF">2025-06-20T10:48:33Z</dcterms:modified>
</cp:coreProperties>
</file>