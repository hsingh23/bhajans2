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216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69A59-CD02-4E7A-B204-E791FE92575E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CEB00-806C-452D-977C-A0E112CA42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69A59-CD02-4E7A-B204-E791FE92575E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CEB00-806C-452D-977C-A0E112CA42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69A59-CD02-4E7A-B204-E791FE92575E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CEB00-806C-452D-977C-A0E112CA42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69A59-CD02-4E7A-B204-E791FE92575E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CEB00-806C-452D-977C-A0E112CA42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69A59-CD02-4E7A-B204-E791FE92575E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CEB00-806C-452D-977C-A0E112CA42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69A59-CD02-4E7A-B204-E791FE92575E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CEB00-806C-452D-977C-A0E112CA42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69A59-CD02-4E7A-B204-E791FE92575E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CEB00-806C-452D-977C-A0E112CA42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69A59-CD02-4E7A-B204-E791FE92575E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CEB00-806C-452D-977C-A0E112CA42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69A59-CD02-4E7A-B204-E791FE92575E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CEB00-806C-452D-977C-A0E112CA42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69A59-CD02-4E7A-B204-E791FE92575E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CEB00-806C-452D-977C-A0E112CA42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69A59-CD02-4E7A-B204-E791FE92575E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CEB00-806C-452D-977C-A0E112CA42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069A59-CD02-4E7A-B204-E791FE92575E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CEB00-806C-452D-977C-A0E112CA423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kṛṣṇa kṛṣṇa vāsudēva satyabhāma-cittacōrā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kṛṣṇa kṛṣṇa vāsudēva satyabhāma-cittacōrā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acyutā gōvinda śaurē nitya-nirmalā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200" smtClean="0">
                <a:solidFill>
                  <a:srgbClr val="FFFF00"/>
                </a:solidFill>
                <a:latin typeface="Calibri"/>
              </a:rPr>
              <a:t>Krishna, son of Vasudeva, Stealer of Satyabhama’s heart, eternally steadfast, indestructible, pure and courageous Govinda…</a:t>
            </a:r>
            <a:endParaRPr lang="en-US" sz="5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karṇṇikāram pūttulaññū kārvarṇṇane kāttirunnu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ariyorarayil aramaṇiyumāy araṅgorukkīḍān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200" smtClean="0">
                <a:solidFill>
                  <a:srgbClr val="FFFF00"/>
                </a:solidFill>
                <a:latin typeface="Calibri"/>
              </a:rPr>
              <a:t>The golden shower trees are in full bloom, setting the stage for your arrival, their waists adorned with belts of yellow flowers.</a:t>
            </a:r>
            <a:endParaRPr lang="en-US" sz="5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vṛndāvana veṇ maṇṇinu dāhamāy… 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ambiḷikkala neṫṫiyil oru toḍukuṙi ākkān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500" smtClean="0">
                <a:solidFill>
                  <a:srgbClr val="FFFF00"/>
                </a:solidFill>
                <a:latin typeface="Calibri"/>
              </a:rPr>
              <a:t>The pure white earth of Vrindavan longs to place a tilak upon your forehead, as beautiful as the crescent moon.</a:t>
            </a:r>
            <a:endParaRPr lang="en-US" sz="5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mandārappū viḍarnnu nanda-gēhattil… 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nanda-nandanan māṙil oru mālayāy tīrān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Mandara flowers have started to blossom in Nanda’s home, eager to become garlands to grace your neck.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kēkīvṛndam nṛttamāḍi pīli utirttu… 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nīla vārmuḍi keṭṭil oru pīlippū cūḍān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000" smtClean="0">
                <a:solidFill>
                  <a:srgbClr val="FFFF00"/>
                </a:solidFill>
                <a:latin typeface="Calibri"/>
              </a:rPr>
              <a:t>Peacocks dance in delight, awaiting you, letting their feathers fall to the ground, hoping their plumes will adorn your hair.</a:t>
            </a:r>
            <a:endParaRPr lang="en-US" sz="5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prēmagītam pāḍi āḍi pāzh-muḷantaṇḍum… 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prāṇa-nāthan adharam aṇayum muraḷika āvān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bamboo reeds hum tunes in practice, longing to be held to your lips, to sing songs of love with the Lord of their life.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mathura pōyoru kāṫṫu vannu kathakaḷ mūḷunnu… kaṇṇā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vidhurayām tava rādhayinnum kāttirikkunnu…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The breeze that wandered to Mathura returns, carrying whispers of your news. Krishna, your beloved Radha still awaits, yearning deeply for you.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209</Words>
  <Application>Microsoft Office PowerPoint</Application>
  <PresentationFormat>On-screen Show (4:3)</PresentationFormat>
  <Paragraphs>17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kṛṣṇa kṛṣṇa vāsudēva satyabhāma-cittacōrā</vt:lpstr>
      <vt:lpstr>kṛṣṇa kṛṣṇa vāsudēva satyabhāma-cittacōrā acyutā gōvinda śaurē nitya-nirmalā</vt:lpstr>
      <vt:lpstr>karṇṇikāram pūttulaññū kārvarṇṇane kāttirunnu ariyorarayil aramaṇiyumāy araṅgorukkīḍān</vt:lpstr>
      <vt:lpstr>vṛndāvana veṇ maṇṇinu dāhamāy… ā ambiḷikkala neṫṫiyil oru toḍukuṙi ākkān</vt:lpstr>
      <vt:lpstr>mandārappū viḍarnnu nanda-gēhattil… ā nanda-nandanan māṙil oru mālayāy tīrān</vt:lpstr>
      <vt:lpstr>kēkīvṛndam nṛttamāḍi pīli utirttu… ā nīla vārmuḍi keṭṭil oru pīlippū cūḍān</vt:lpstr>
      <vt:lpstr>prēmagītam pāḍi āḍi pāzh-muḷantaṇḍum… ā prāṇa-nāthan adharam aṇayum muraḷika āvān</vt:lpstr>
      <vt:lpstr>mathura pōyoru kāṫṫu vannu kathakaḷ mūḷunnu… kaṇṇā vidhurayām tava rādhayinnum kāttirikkunnu…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kṛṣṇa kṛṣṇa vāsudēva satyabhāma-cittacōrā</dc:title>
  <dc:creator>Amrita</dc:creator>
  <cp:lastModifiedBy>Amrita</cp:lastModifiedBy>
  <cp:revision>1</cp:revision>
  <dcterms:created xsi:type="dcterms:W3CDTF">2025-08-16T14:51:24Z</dcterms:created>
  <dcterms:modified xsi:type="dcterms:W3CDTF">2025-08-16T14:53:12Z</dcterms:modified>
</cp:coreProperties>
</file>