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C2F66-3131-4AE2-A805-B754C66837FF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4442A-7C03-4CEA-BA3F-5D74AF9C3BF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manatāril kaṇṇīril nanavu tōrtti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manatāril kaṇṇīril nanavu tōrtti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teḷivezhum veḷivinde katiru vīzhtti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Gently drying my heart after the downpour of tears, harvesting the crop of awareness,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mizhikaḷil kanivinde tēn ozhukki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maruvunnu guru-mātā antaraṅgē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and letting the honey of compassion flow from her eyes — my Mother, my Guru, forever dwells within me.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kanavāyi kāṇmatin uṙava tēḍān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ciṙakāy māṙunna śraddhayamma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 becomes the wings of faith and focus, lifting us in flight toward the truth we now only dream of.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nērāy oruṇma tān ennaṙivāy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uṇarān uyirinn-uṇarttu-gītam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She is the song that uplifts the self, raising our lives to the awareness that we are the eternal truth.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prēma viśuddhi tan pūrṇatayām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pularī teḷikkumā jñāna-bhānu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She is the sun of knowledge, bringing the dawn of perfection and pure love.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niṙavāṇu prēmam niṙavāṇ-aṙivumā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niṙavāṇ-ennōmalē nīyum ōrkkā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 ‘Remember, my darling, you are love and knowledge in their fullest form. You are perfection.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nērinde pātayil pāntharkkitām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mātāvu tūvunnu tūveḷiccam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For those who journey on the path of truth, Mother illumines the way with her golden rays.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iruḷ-ārnna hṛttil ninnoḷi tūkum vāṅmadhu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tūkātuḷpūkuvān kaniyuk-ammē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From minds once dark, may sweet, luminous words arise. O Mother, with your boundless compassion, bless us with this grace.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manatāril kaṇṇīril nanavu tōrtti</vt:lpstr>
      <vt:lpstr>manatāril kaṇṇīril nanavu tōrtti teḷivezhum veḷivinde katiru vīzhtti</vt:lpstr>
      <vt:lpstr>mizhikaḷil kanivinde tēn ozhukki maruvunnu guru-mātā antaraṅgē</vt:lpstr>
      <vt:lpstr>kanavāyi kāṇmatin uṙava tēḍān ciṙakāy māṙunna śraddhayamma</vt:lpstr>
      <vt:lpstr>nērāy oruṇma tān ennaṙivāy uṇarān uyirinn-uṇarttu-gītam</vt:lpstr>
      <vt:lpstr>prēma viśuddhi tan pūrṇatayām pularī teḷikkumā jñāna-bhānu</vt:lpstr>
      <vt:lpstr>niṙavāṇu prēmam niṙavāṇ-aṙivumā niṙavāṇ-ennōmalē nīyum ōrkkā</vt:lpstr>
      <vt:lpstr>nērinde pātayil pāntharkkitām mātāvu tūvunnu tūveḷiccam</vt:lpstr>
      <vt:lpstr>iruḷ-ārnna hṛttil ninnoḷi tūkum vāṅmadhu tūkātuḷpūkuvān kaniyuk-ammē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manatāril kaṇṇīril nanavu tōrtti</dc:title>
  <dc:creator>Amrita</dc:creator>
  <cp:lastModifiedBy>Amrita</cp:lastModifiedBy>
  <cp:revision>1</cp:revision>
  <dcterms:created xsi:type="dcterms:W3CDTF">2025-06-20T10:30:50Z</dcterms:created>
  <dcterms:modified xsi:type="dcterms:W3CDTF">2025-06-20T10:31:56Z</dcterms:modified>
</cp:coreProperties>
</file>