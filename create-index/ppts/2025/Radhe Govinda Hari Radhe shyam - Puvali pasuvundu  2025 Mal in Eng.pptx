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plgSOWV3yd6dWy2eA7l7hdM7I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pūvāli paśuvuṇḍu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(English)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Calibri"/>
              <a:buNone/>
            </a:pP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rādhē gōvinda hari rādhēśyām</a:t>
            </a:r>
            <a:b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hari rādhē gōvinda hari rādhē śyām</a:t>
            </a:r>
            <a:endParaRPr sz="5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500"/>
              <a:buNone/>
            </a:pPr>
            <a:r>
              <a:rPr lang="en-US" sz="6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Govinda, the dark one, the beloved of Radha—Hari, Govinda, Radha’s Krishna!</a:t>
            </a:r>
            <a:endParaRPr sz="6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None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pūvāli paśuvuṇḍu pūvākamaram uṇḍu</a:t>
            </a:r>
            <a:b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pūnuḷḷān pōrunnō uṇṇikaṇṇā</a:t>
            </a:r>
            <a:endParaRPr sz="5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100"/>
              <a:buNone/>
            </a:pPr>
            <a:r>
              <a:rPr lang="en-US" sz="51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There is a cow with a lovely tail, and a flame tree bursting into bloom. Little Krishna, will you come and pluck flowers with me?</a:t>
            </a:r>
            <a:endParaRPr sz="5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Calibri"/>
              <a:buNone/>
            </a:pP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pūvāka kombile pūkkaḷ niṙaññoru</a:t>
            </a:r>
            <a:b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ponnuñ</a:t>
            </a:r>
            <a:r>
              <a:rPr lang="en-US" sz="5700">
                <a:solidFill>
                  <a:srgbClr val="FFFFFF"/>
                </a:solidFill>
              </a:rPr>
              <a:t>ñ</a:t>
            </a: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āl-āḍān vā uṇṇikkaṇṇā</a:t>
            </a:r>
            <a:endParaRPr sz="5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Will you come and play with me on a swing tied to the flowering branch of the flame tree?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Calibri"/>
              <a:buNone/>
            </a:pP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rādhē gōvinda hari rādhēśyām</a:t>
            </a:r>
            <a:b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hari rādhē gōvinda hari rādhē śyām</a:t>
            </a:r>
            <a:endParaRPr sz="5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500"/>
              <a:buNone/>
            </a:pPr>
            <a:r>
              <a:rPr lang="en-US" sz="6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Govinda, the dark one, the beloved of Radha—Hari, Govinda, Radha’s Krishna!</a:t>
            </a:r>
            <a:endParaRPr sz="6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vṛndāvanattile sakhimāre kāṇānāyi</a:t>
            </a:r>
            <a:b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veṇṇakkaḷḷā varū uṇṇikkaṇṇā</a:t>
            </a:r>
            <a:endParaRPr sz="6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Little Krishna, O butter thief, come visit the gopikas of Vrindavan.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Calibri"/>
              <a:buNone/>
            </a:pPr>
            <a:r>
              <a:rPr lang="en-US" sz="6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koti ūṙum ninnuḍe kuzhal-nādam kēḷkkānāyi</a:t>
            </a:r>
            <a:br>
              <a:rPr lang="en-US" sz="6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gōpi-gōpanmār kātōrkkayāy</a:t>
            </a:r>
            <a:endParaRPr sz="6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gopis and gopas long to hear your flute—they listen to its sweet melodies, and their yearning deepens.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Calibri"/>
              <a:buNone/>
            </a:pP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rādhē gōvinda hari rādhēśyām</a:t>
            </a:r>
            <a:b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hari rādhē gōvinda hari rādhē śyām</a:t>
            </a:r>
            <a:endParaRPr sz="5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500"/>
              <a:buNone/>
            </a:pPr>
            <a:r>
              <a:rPr lang="en-US" sz="6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Govinda, the dark one, the beloved of Radha—Hari, Govinda, Radha’s Krishna!</a:t>
            </a:r>
            <a:endParaRPr sz="6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libri"/>
              <a:buNone/>
            </a:pPr>
            <a:r>
              <a:rPr lang="en-US" sz="5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kāḷindi tīrattil kaḷiyāḍān ōḍi vā</a:t>
            </a:r>
            <a:br>
              <a:rPr lang="en-US" sz="5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kārmēgha niṙamuḷḷa uṇṇikkaṇṇā</a:t>
            </a:r>
            <a:endParaRPr sz="5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Come running to play on the banks of the Kalindi, O Little Krishna, dark as a rain-filled cloud.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kaḷakūjanam ceyyum kiḷikaḷe kāṭṭīḍām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muḷam taṇḍil tīrttoru muraḷi nalkām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 will show you the birds that sing sweet songs, I will give you a flute carved from a bamboo reed.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Calibri"/>
              <a:buNone/>
            </a:pP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rādhē gōvinda hari rādhēśyām</a:t>
            </a:r>
            <a:b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hari rādhē gōvinda hari rādhē śyām</a:t>
            </a:r>
            <a:endParaRPr sz="5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500"/>
              <a:buNone/>
            </a:pPr>
            <a:r>
              <a:rPr lang="en-US" sz="6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Govinda, the dark one, the beloved of Radha—Hari, Govinda, Radha’s Krishna!</a:t>
            </a:r>
            <a:endParaRPr sz="6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2025-06-11T14:08:02Z</dcterms:created>
  <dc:creator>Amrita</dc:creator>
</cp:coreProperties>
</file>