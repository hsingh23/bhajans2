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DEA906-069C-4117-893F-5B26D87CFCFF}"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DEA906-069C-4117-893F-5B26D87CFCFF}"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1DEA906-069C-4117-893F-5B26D87CFCFF}"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1DEA906-069C-4117-893F-5B26D87CFCFF}"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1DEA906-069C-4117-893F-5B26D87CFCFF}" type="datetimeFigureOut">
              <a:rPr lang="en-US" smtClean="0"/>
              <a:pPr/>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1DEA906-069C-4117-893F-5B26D87CFCFF}" type="datetimeFigureOut">
              <a:rPr lang="en-US" smtClean="0"/>
              <a:pPr/>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DEA906-069C-4117-893F-5B26D87CFCFF}" type="datetimeFigureOut">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DEA906-069C-4117-893F-5B26D87CFCFF}"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DEA906-069C-4117-893F-5B26D87CFCFF}"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DEA906-069C-4117-893F-5B26D87CFCFF}"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DEA906-069C-4117-893F-5B26D87CFCFF}"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E9ACE-7274-405E-BCBA-213E6C1A75B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DEA906-069C-4117-893F-5B26D87CFCFF}" type="datetimeFigureOut">
              <a:rPr lang="en-US" smtClean="0"/>
              <a:pPr/>
              <a:t>9/24/2025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3E9ACE-7274-405E-BCBA-213E6C1A75B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bhajē viśva-vandyam jaganmātṛ-rūpam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bhajē viśva-vandyam jaganmātṛ-rūpam</a:t>
            </a:r>
            <a:br>
              <a:rPr lang="en-US" sz="5600" smtClean="0">
                <a:solidFill>
                  <a:srgbClr val="FFFFFF"/>
                </a:solidFill>
                <a:latin typeface="Calibri"/>
              </a:rPr>
            </a:br>
            <a:r>
              <a:rPr lang="en-US" sz="5600" smtClean="0">
                <a:solidFill>
                  <a:srgbClr val="FFFFFF"/>
                </a:solidFill>
                <a:latin typeface="Calibri"/>
              </a:rPr>
              <a:t>bhajē vēda-vēdyam bhavāmbōdhi-pōtam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Mother! We worship you, the mother of this universe. You are the essence of the Vedas, the great ship that carries us across the ocean of Samsara.</a:t>
            </a:r>
            <a:endParaRPr lang="en-US" sz="45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tamaghnōjvalam citprakāśam svarūpam</a:t>
            </a:r>
            <a:br>
              <a:rPr lang="en-US" sz="5600" smtClean="0">
                <a:solidFill>
                  <a:srgbClr val="FFFFFF"/>
                </a:solidFill>
                <a:latin typeface="Calibri"/>
              </a:rPr>
            </a:br>
            <a:r>
              <a:rPr lang="en-US" sz="5600" smtClean="0">
                <a:solidFill>
                  <a:srgbClr val="FFFFFF"/>
                </a:solidFill>
                <a:latin typeface="Calibri"/>
              </a:rPr>
              <a:t>anantāmṛtānanda-sandāna-rūpam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Meditation on your divine form destroys the darkness of ignorance in our heart, and the brilliant light of consciousness shines forth. Your divine form grants immortal bliss!</a:t>
            </a:r>
            <a:endParaRPr lang="en-US" sz="45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anantāmṛtānanda-sandāna-rūpam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Your divine form grants immortal bliss!</a:t>
            </a:r>
            <a:endParaRPr lang="en-US" sz="6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manasām nabhassin mazhakkōḷin-ettum</a:t>
            </a:r>
            <a:br>
              <a:rPr lang="en-US" sz="5600" smtClean="0">
                <a:solidFill>
                  <a:srgbClr val="FFFFFF"/>
                </a:solidFill>
                <a:latin typeface="Calibri"/>
              </a:rPr>
            </a:br>
            <a:r>
              <a:rPr lang="en-US" sz="5600" smtClean="0">
                <a:solidFill>
                  <a:srgbClr val="FFFFFF"/>
                </a:solidFill>
                <a:latin typeface="Calibri"/>
              </a:rPr>
              <a:t>tamassāṇḍa samsāra-kāḷāmbudaṅgaḷ</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100" dirty="0" smtClean="0">
                <a:solidFill>
                  <a:srgbClr val="FFFF00"/>
                </a:solidFill>
                <a:latin typeface="Calibri"/>
              </a:rPr>
              <a:t>The </a:t>
            </a:r>
            <a:r>
              <a:rPr lang="en-US" sz="6100" dirty="0" smtClean="0">
                <a:solidFill>
                  <a:srgbClr val="FFFF00"/>
                </a:solidFill>
                <a:latin typeface="Calibri"/>
              </a:rPr>
              <a:t>sky </a:t>
            </a:r>
            <a:r>
              <a:rPr lang="en-US" sz="6100" dirty="0" smtClean="0">
                <a:solidFill>
                  <a:srgbClr val="FFFF00"/>
                </a:solidFill>
                <a:latin typeface="Calibri"/>
              </a:rPr>
              <a:t>of </a:t>
            </a:r>
            <a:r>
              <a:rPr lang="en-US" sz="6100" smtClean="0">
                <a:solidFill>
                  <a:srgbClr val="FFFF00"/>
                </a:solidFill>
                <a:latin typeface="Calibri"/>
              </a:rPr>
              <a:t>the </a:t>
            </a:r>
            <a:r>
              <a:rPr lang="en-US" sz="6100" smtClean="0">
                <a:solidFill>
                  <a:srgbClr val="FFFF00"/>
                </a:solidFill>
                <a:latin typeface="Calibri"/>
              </a:rPr>
              <a:t>mind </a:t>
            </a:r>
            <a:r>
              <a:rPr lang="en-US" sz="6100" dirty="0" smtClean="0">
                <a:solidFill>
                  <a:srgbClr val="FFFF00"/>
                </a:solidFill>
                <a:latin typeface="Calibri"/>
              </a:rPr>
              <a:t>is veiled by the dark, poisonous clouds of </a:t>
            </a:r>
            <a:r>
              <a:rPr lang="en-US" sz="6100" dirty="0" err="1" smtClean="0">
                <a:solidFill>
                  <a:srgbClr val="FFFF00"/>
                </a:solidFill>
                <a:latin typeface="Calibri"/>
              </a:rPr>
              <a:t>samsara</a:t>
            </a:r>
            <a:r>
              <a:rPr lang="en-US" sz="6100" dirty="0" smtClean="0">
                <a:solidFill>
                  <a:srgbClr val="FFFF00"/>
                </a:solidFill>
                <a:latin typeface="Calibri"/>
              </a:rPr>
              <a:t>.</a:t>
            </a:r>
            <a:endParaRPr lang="en-US" sz="6100" dirty="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ahassāḷumārkkām śūbhāsōpamam nin</a:t>
            </a:r>
            <a:br>
              <a:rPr lang="en-US" sz="5600" smtClean="0">
                <a:solidFill>
                  <a:srgbClr val="FFFFFF"/>
                </a:solidFill>
                <a:latin typeface="Calibri"/>
              </a:rPr>
            </a:br>
            <a:r>
              <a:rPr lang="en-US" sz="5600" smtClean="0">
                <a:solidFill>
                  <a:srgbClr val="FFFFFF"/>
                </a:solidFill>
                <a:latin typeface="Calibri"/>
              </a:rPr>
              <a:t>kaḍakkaṇ-kaḍākṣam labhikkyān bhajikkām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200" smtClean="0">
                <a:solidFill>
                  <a:srgbClr val="FFFF00"/>
                </a:solidFill>
                <a:latin typeface="Calibri"/>
              </a:rPr>
              <a:t>I pray for a glance from your divine eyes—like the radiant sun rising in all its glory, reigning over the heavens to dispel the clouds.</a:t>
            </a:r>
            <a:endParaRPr lang="en-US" sz="52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700" smtClean="0">
                <a:solidFill>
                  <a:srgbClr val="FFFFFF"/>
                </a:solidFill>
                <a:latin typeface="Calibri"/>
              </a:rPr>
              <a:t>paḍaykkunn-anaṅgan madāndhāntaraṅgē</a:t>
            </a:r>
            <a:br>
              <a:rPr lang="en-US" sz="5700" smtClean="0">
                <a:solidFill>
                  <a:srgbClr val="FFFFFF"/>
                </a:solidFill>
                <a:latin typeface="Calibri"/>
              </a:rPr>
            </a:br>
            <a:r>
              <a:rPr lang="en-US" sz="5700" smtClean="0">
                <a:solidFill>
                  <a:srgbClr val="FFFFFF"/>
                </a:solidFill>
                <a:latin typeface="Calibri"/>
              </a:rPr>
              <a:t>peruttuḷḷa rāgādi-vairi-vrajatte</a:t>
            </a:r>
            <a:endParaRPr lang="en-US" sz="57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800" smtClean="0">
                <a:solidFill>
                  <a:srgbClr val="FFFF00"/>
                </a:solidFill>
                <a:latin typeface="Calibri"/>
              </a:rPr>
              <a:t>Defeat the enemies of attachment and aversion with your sword of knowledge.</a:t>
            </a:r>
            <a:endParaRPr lang="en-US" sz="58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turattīḍu nī jñānamām vāḷ uyartti</a:t>
            </a:r>
            <a:br>
              <a:rPr lang="en-US" sz="5600" smtClean="0">
                <a:solidFill>
                  <a:srgbClr val="FFFFFF"/>
                </a:solidFill>
                <a:latin typeface="Calibri"/>
              </a:rPr>
            </a:br>
            <a:r>
              <a:rPr lang="en-US" sz="5600" smtClean="0">
                <a:solidFill>
                  <a:srgbClr val="FFFFFF"/>
                </a:solidFill>
                <a:latin typeface="Calibri"/>
              </a:rPr>
              <a:t>timarttāḍu nin tērttaḍam hṛttaḍam mē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Dance in joy within my heart, the floor of your chariot.</a:t>
            </a:r>
            <a:endParaRPr lang="en-US" sz="66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bhajē viśva-vandyam jaganmātṛ-rūpam</a:t>
            </a:r>
            <a:br>
              <a:rPr lang="en-US" sz="5600" smtClean="0">
                <a:solidFill>
                  <a:srgbClr val="FFFFFF"/>
                </a:solidFill>
                <a:latin typeface="Calibri"/>
              </a:rPr>
            </a:br>
            <a:r>
              <a:rPr lang="en-US" sz="5600" smtClean="0">
                <a:solidFill>
                  <a:srgbClr val="FFFFFF"/>
                </a:solidFill>
                <a:latin typeface="Calibri"/>
              </a:rPr>
              <a:t>bhajē vēda-vēdyam bhavāmbōdhi-pōtam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Mother! We worship you, the mother of this universe. You are the essence of the Vedas, the great ship that carries us across the ocean of Samsara.</a:t>
            </a:r>
            <a:endParaRPr lang="en-US" sz="4500">
              <a:solidFill>
                <a:srgbClr val="FFFF00"/>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tamaghnōjvalam citprakāśam svarūpam</a:t>
            </a:r>
            <a:br>
              <a:rPr lang="en-US" sz="5600" smtClean="0">
                <a:solidFill>
                  <a:srgbClr val="FFFFFF"/>
                </a:solidFill>
                <a:latin typeface="Calibri"/>
              </a:rPr>
            </a:br>
            <a:r>
              <a:rPr lang="en-US" sz="5600" smtClean="0">
                <a:solidFill>
                  <a:srgbClr val="FFFFFF"/>
                </a:solidFill>
                <a:latin typeface="Calibri"/>
              </a:rPr>
              <a:t>anantāmṛtānanda-sandāna-rūpam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Meditation on your divine form destroys the darkness of ignorance in our heart, and the brilliant light of consciousness shines forth. Your divine form grants immortal bliss!</a:t>
            </a:r>
            <a:endParaRPr lang="en-US" sz="4500">
              <a:solidFill>
                <a:srgbClr val="FFFF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anantāmṛtānanda-sandāna-rūpam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Your divine form grants immortal bliss!</a:t>
            </a:r>
            <a:endParaRPr lang="en-US" sz="6600">
              <a:solidFill>
                <a:srgbClr val="FFFF00"/>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800" smtClean="0">
                <a:solidFill>
                  <a:srgbClr val="FFFFFF"/>
                </a:solidFill>
                <a:latin typeface="Calibri"/>
              </a:rPr>
              <a:t>ninakkāy orukkī sadā cittavāḍī</a:t>
            </a:r>
            <a:br>
              <a:rPr lang="en-US" sz="5800" smtClean="0">
                <a:solidFill>
                  <a:srgbClr val="FFFFFF"/>
                </a:solidFill>
                <a:latin typeface="Calibri"/>
              </a:rPr>
            </a:br>
            <a:r>
              <a:rPr lang="en-US" sz="5800" smtClean="0">
                <a:solidFill>
                  <a:srgbClr val="FFFFFF"/>
                </a:solidFill>
                <a:latin typeface="Calibri"/>
              </a:rPr>
              <a:t>tiru sparśam ēlkkaññahō! tellu vāḍī</a:t>
            </a:r>
            <a:endParaRPr lang="en-US" sz="58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The garden of my mind is ever prepared, awaiting your arrival. Yet it gently wilted beneath the heat, longing for the touch of your divine feet.</a:t>
            </a:r>
            <a:endParaRPr lang="en-US" sz="4500">
              <a:solidFill>
                <a:srgbClr val="FFFF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ninaykkāt-irikkē sudhā-varṣam ēkī</a:t>
            </a:r>
            <a:br>
              <a:rPr lang="en-US" sz="5600" smtClean="0">
                <a:solidFill>
                  <a:srgbClr val="FFFFFF"/>
                </a:solidFill>
                <a:latin typeface="Calibri"/>
              </a:rPr>
            </a:br>
            <a:r>
              <a:rPr lang="en-US" sz="5600" smtClean="0">
                <a:solidFill>
                  <a:srgbClr val="FFFFFF"/>
                </a:solidFill>
                <a:latin typeface="Calibri"/>
              </a:rPr>
              <a:t>kaniññ-āgamicc-āgamōdyāna kēkī</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Then you blessed me with ambrosial rains and appeared compassionately—a magnificent peacock dancing in my heart, the garden of the Vedas.</a:t>
            </a:r>
            <a:endParaRPr lang="en-US" sz="4500">
              <a:solidFill>
                <a:srgbClr val="FFFF00"/>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muzhaṅgum hṛdantattil nin mantram ennāl</a:t>
            </a:r>
            <a:br>
              <a:rPr lang="en-US" sz="5600" smtClean="0">
                <a:solidFill>
                  <a:srgbClr val="FFFFFF"/>
                </a:solidFill>
                <a:latin typeface="Calibri"/>
              </a:rPr>
            </a:br>
            <a:r>
              <a:rPr lang="en-US" sz="5600" smtClean="0">
                <a:solidFill>
                  <a:srgbClr val="FFFFFF"/>
                </a:solidFill>
                <a:latin typeface="Calibri"/>
              </a:rPr>
              <a:t>curuṅgum calatcitta-vṛttipravāham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When your mantra constantly resounds in my heart, thoughts subside, and the mind turns inward.</a:t>
            </a:r>
            <a:endParaRPr lang="en-US" sz="5600">
              <a:solidFill>
                <a:srgbClr val="FFFF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oḍuṅgum bhavadbhāram ennum manassil</a:t>
            </a:r>
            <a:br>
              <a:rPr lang="en-US" sz="5600" smtClean="0">
                <a:solidFill>
                  <a:srgbClr val="FFFFFF"/>
                </a:solidFill>
                <a:latin typeface="Calibri"/>
              </a:rPr>
            </a:br>
            <a:r>
              <a:rPr lang="en-US" sz="5600" smtClean="0">
                <a:solidFill>
                  <a:srgbClr val="FFFFFF"/>
                </a:solidFill>
                <a:latin typeface="Calibri"/>
              </a:rPr>
              <a:t>viḷaṅgum śivē nin prasannāsya-bimbam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300" smtClean="0">
                <a:solidFill>
                  <a:srgbClr val="FFFF00"/>
                </a:solidFill>
                <a:latin typeface="Calibri"/>
              </a:rPr>
              <a:t>All the sorrows of the world are destroyed, O Shive, most auspicious one, and your radiant face shines within my heart.</a:t>
            </a:r>
            <a:endParaRPr lang="en-US" sz="5300">
              <a:solidFill>
                <a:srgbClr val="FFFF00"/>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bhajē viśva-vandyam jaganmātṛ-rūpam</a:t>
            </a:r>
            <a:br>
              <a:rPr lang="en-US" sz="5600" smtClean="0">
                <a:solidFill>
                  <a:srgbClr val="FFFFFF"/>
                </a:solidFill>
                <a:latin typeface="Calibri"/>
              </a:rPr>
            </a:br>
            <a:r>
              <a:rPr lang="en-US" sz="5600" smtClean="0">
                <a:solidFill>
                  <a:srgbClr val="FFFFFF"/>
                </a:solidFill>
                <a:latin typeface="Calibri"/>
              </a:rPr>
              <a:t>bhajē vēda-vēdyam bhavāmbōdhi-pōtam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Mother! We worship you, the mother of this universe. You are the essence of the Vedas, the great ship that carries us across the ocean of Samsara.</a:t>
            </a:r>
            <a:endParaRPr lang="en-US" sz="4500">
              <a:solidFill>
                <a:srgbClr val="FFFF00"/>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tamaghnōjvalam citprakāśam svarūpam</a:t>
            </a:r>
            <a:br>
              <a:rPr lang="en-US" sz="5600" smtClean="0">
                <a:solidFill>
                  <a:srgbClr val="FFFFFF"/>
                </a:solidFill>
                <a:latin typeface="Calibri"/>
              </a:rPr>
            </a:br>
            <a:r>
              <a:rPr lang="en-US" sz="5600" smtClean="0">
                <a:solidFill>
                  <a:srgbClr val="FFFFFF"/>
                </a:solidFill>
                <a:latin typeface="Calibri"/>
              </a:rPr>
              <a:t>anantāmṛtānanda-sandāna-rūpam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Meditation on your divine form destroys the darkness of ignorance in our heart, and the brilliant light of consciousness shines forth. Your divine form grants immortal bliss!</a:t>
            </a:r>
            <a:endParaRPr lang="en-US" sz="4500">
              <a:solidFill>
                <a:srgbClr val="FFFF00"/>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anantāmṛtānanda-sandāna-rūpam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Your divine form grants immortal bliss!</a:t>
            </a:r>
            <a:endParaRPr lang="en-US" sz="6600">
              <a:solidFill>
                <a:srgbClr val="FFFF00"/>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smarikkāvu nin rūpa-nāmaṅgaḷ ennum</a:t>
            </a:r>
            <a:br>
              <a:rPr lang="en-US" sz="5600" smtClean="0">
                <a:solidFill>
                  <a:srgbClr val="FFFFFF"/>
                </a:solidFill>
                <a:latin typeface="Calibri"/>
              </a:rPr>
            </a:br>
            <a:r>
              <a:rPr lang="en-US" sz="5600" smtClean="0">
                <a:solidFill>
                  <a:srgbClr val="FFFFFF"/>
                </a:solidFill>
                <a:latin typeface="Calibri"/>
              </a:rPr>
              <a:t>jvalikkāvu hṛnnāḷam ennum ninakkāy</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May I always remember your name and form. Let the flame of this life burn brightly for you alone.</a:t>
            </a:r>
            <a:endParaRPr lang="en-US" sz="5600">
              <a:solidFill>
                <a:srgbClr val="FFFF0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patikkāvu nin kālkkal en jīva-puṣpam</a:t>
            </a:r>
            <a:br>
              <a:rPr lang="en-US" sz="5600" smtClean="0">
                <a:solidFill>
                  <a:srgbClr val="FFFFFF"/>
                </a:solidFill>
                <a:latin typeface="Calibri"/>
              </a:rPr>
            </a:br>
            <a:r>
              <a:rPr lang="en-US" sz="5600" smtClean="0">
                <a:solidFill>
                  <a:srgbClr val="FFFFFF"/>
                </a:solidFill>
                <a:latin typeface="Calibri"/>
              </a:rPr>
              <a:t>janiykkātini-saccidānandam uṇṇān</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And in the end, may the flower of my heart fall in worship at your divine feet. May this jiva transcend the cycle of birth and death, and realize truth, consciousness and bliss.</a:t>
            </a:r>
            <a:endParaRPr lang="en-US" sz="4500">
              <a:solidFill>
                <a:srgbClr val="FFFF00"/>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jagatsāla-vittē param sarvaśaktē</a:t>
            </a:r>
            <a:br>
              <a:rPr lang="en-US" sz="5600" smtClean="0">
                <a:solidFill>
                  <a:srgbClr val="FFFFFF"/>
                </a:solidFill>
                <a:latin typeface="Calibri"/>
              </a:rPr>
            </a:br>
            <a:r>
              <a:rPr lang="en-US" sz="5600" smtClean="0">
                <a:solidFill>
                  <a:srgbClr val="FFFFFF"/>
                </a:solidFill>
                <a:latin typeface="Calibri"/>
              </a:rPr>
              <a:t>sadā sadrasa-tēn nukarnnuḷḷa tṛptē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You are the seed of the tree of this universe, the embodiment of supreme cosmic energy.</a:t>
            </a:r>
            <a:endParaRPr lang="en-US" sz="5600">
              <a:solidFill>
                <a:srgbClr val="FFFF00"/>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śiva-śakti yuktē viḷaṅgende cittē</a:t>
            </a:r>
            <a:br>
              <a:rPr lang="en-US" sz="5600" smtClean="0">
                <a:solidFill>
                  <a:srgbClr val="FFFFFF"/>
                </a:solidFill>
                <a:latin typeface="Calibri"/>
              </a:rPr>
            </a:br>
            <a:r>
              <a:rPr lang="en-US" sz="5600" smtClean="0">
                <a:solidFill>
                  <a:srgbClr val="FFFFFF"/>
                </a:solidFill>
                <a:latin typeface="Calibri"/>
              </a:rPr>
              <a:t>cidānanda-mādhūrya-sattē namastē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000" smtClean="0">
                <a:solidFill>
                  <a:srgbClr val="FFFF00"/>
                </a:solidFill>
                <a:latin typeface="Calibri"/>
              </a:rPr>
              <a:t>You are the union of Shiva and Shakti, ever content, sipping the nectar of the supreme absolute. You are the very essence of blissful consciousness, O Mother, dwell resplendent in my heart forever.</a:t>
            </a:r>
            <a:endParaRPr lang="en-US" sz="4000">
              <a:solidFill>
                <a:srgbClr val="FFFF00"/>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bhajē viśva-vandyam jaganmātṛ-rūpam</a:t>
            </a:r>
            <a:br>
              <a:rPr lang="en-US" sz="5600" smtClean="0">
                <a:solidFill>
                  <a:srgbClr val="FFFFFF"/>
                </a:solidFill>
                <a:latin typeface="Calibri"/>
              </a:rPr>
            </a:br>
            <a:r>
              <a:rPr lang="en-US" sz="5600" smtClean="0">
                <a:solidFill>
                  <a:srgbClr val="FFFFFF"/>
                </a:solidFill>
                <a:latin typeface="Calibri"/>
              </a:rPr>
              <a:t>bhajē vēda-vēdyam bhavāmbōdhi-pōtam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Mother! We worship you, the mother of this universe. You are the essence of the Vedas, the great ship that carries us across the ocean of Samsara.</a:t>
            </a:r>
            <a:endParaRPr lang="en-US" sz="4500">
              <a:solidFill>
                <a:srgbClr val="FFFF00"/>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tamaghnōjvalam citprakāśam svarūpam</a:t>
            </a:r>
            <a:br>
              <a:rPr lang="en-US" sz="5600" smtClean="0">
                <a:solidFill>
                  <a:srgbClr val="FFFFFF"/>
                </a:solidFill>
                <a:latin typeface="Calibri"/>
              </a:rPr>
            </a:br>
            <a:r>
              <a:rPr lang="en-US" sz="5600" smtClean="0">
                <a:solidFill>
                  <a:srgbClr val="FFFFFF"/>
                </a:solidFill>
                <a:latin typeface="Calibri"/>
              </a:rPr>
              <a:t>anantāmṛtānanda-sandāna-rūpam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Meditation on your divine form destroys the darkness of ignorance in our heart, and the brilliant light of consciousness shines forth. Your divine form grants immortal bliss!</a:t>
            </a:r>
            <a:endParaRPr lang="en-US" sz="4500">
              <a:solidFill>
                <a:srgbClr val="FFFF00"/>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anantāmṛtānanda-sandāna-rūpam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Your divine form grants immortal bliss!</a:t>
            </a:r>
            <a:endParaRPr lang="en-US" sz="66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637</Words>
  <Application>Microsoft Office PowerPoint</Application>
  <PresentationFormat>On-screen Show (4:3)</PresentationFormat>
  <Paragraphs>51</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bhajē viśva-vandyam jaganmātṛ-rūpam</vt:lpstr>
      <vt:lpstr>bhajē viśva-vandyam jaganmātṛ-rūpam bhajē vēda-vēdyam bhavāmbōdhi-pōtam</vt:lpstr>
      <vt:lpstr>tamaghnōjvalam citprakāśam svarūpam anantāmṛtānanda-sandāna-rūpam</vt:lpstr>
      <vt:lpstr>anantāmṛtānanda-sandāna-rūpam</vt:lpstr>
      <vt:lpstr>manasām nabhassin mazhakkōḷin-ettum tamassāṇḍa samsāra-kāḷāmbudaṅgaḷ</vt:lpstr>
      <vt:lpstr>ahassāḷumārkkām śūbhāsōpamam nin kaḍakkaṇ-kaḍākṣam labhikkyān bhajikkām</vt:lpstr>
      <vt:lpstr>paḍaykkunn-anaṅgan madāndhāntaraṅgē peruttuḷḷa rāgādi-vairi-vrajatte</vt:lpstr>
      <vt:lpstr>turattīḍu nī jñānamām vāḷ uyartti timarttāḍu nin tērttaḍam hṛttaḍam mē</vt:lpstr>
      <vt:lpstr>bhajē viśva-vandyam jaganmātṛ-rūpam bhajē vēda-vēdyam bhavāmbōdhi-pōtam</vt:lpstr>
      <vt:lpstr>tamaghnōjvalam citprakāśam svarūpam anantāmṛtānanda-sandāna-rūpam</vt:lpstr>
      <vt:lpstr>anantāmṛtānanda-sandāna-rūpam</vt:lpstr>
      <vt:lpstr>ninakkāy orukkī sadā cittavāḍī tiru sparśam ēlkkaññahō! tellu vāḍī</vt:lpstr>
      <vt:lpstr>ninaykkāt-irikkē sudhā-varṣam ēkī kaniññ-āgamicc-āgamōdyāna kēkī</vt:lpstr>
      <vt:lpstr>muzhaṅgum hṛdantattil nin mantram ennāl curuṅgum calatcitta-vṛttipravāham</vt:lpstr>
      <vt:lpstr>oḍuṅgum bhavadbhāram ennum manassil viḷaṅgum śivē nin prasannāsya-bimbam</vt:lpstr>
      <vt:lpstr>bhajē viśva-vandyam jaganmātṛ-rūpam bhajē vēda-vēdyam bhavāmbōdhi-pōtam</vt:lpstr>
      <vt:lpstr>tamaghnōjvalam citprakāśam svarūpam anantāmṛtānanda-sandāna-rūpam</vt:lpstr>
      <vt:lpstr>anantāmṛtānanda-sandāna-rūpam</vt:lpstr>
      <vt:lpstr>smarikkāvu nin rūpa-nāmaṅgaḷ ennum jvalikkāvu hṛnnāḷam ennum ninakkāy</vt:lpstr>
      <vt:lpstr>patikkāvu nin kālkkal en jīva-puṣpam janiykkātini-saccidānandam uṇṇān</vt:lpstr>
      <vt:lpstr>jagatsāla-vittē param sarvaśaktē sadā sadrasa-tēn nukarnnuḷḷa tṛptē</vt:lpstr>
      <vt:lpstr>śiva-śakti yuktē viḷaṅgende cittē cidānanda-mādhūrya-sattē namastē</vt:lpstr>
      <vt:lpstr>bhajē viśva-vandyam jaganmātṛ-rūpam bhajē vēda-vēdyam bhavāmbōdhi-pōtam</vt:lpstr>
      <vt:lpstr>tamaghnōjvalam citprakāśam svarūpam anantāmṛtānanda-sandāna-rūpam</vt:lpstr>
      <vt:lpstr>anantāmṛtānanda-sandāna-rūpam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bhajē viśva-vandyam jaganmātṛ-rūpam</dc:title>
  <dc:creator>Amrita</dc:creator>
  <cp:lastModifiedBy>Amrita</cp:lastModifiedBy>
  <cp:revision>2</cp:revision>
  <dcterms:created xsi:type="dcterms:W3CDTF">2025-08-04T04:45:41Z</dcterms:created>
  <dcterms:modified xsi:type="dcterms:W3CDTF">2025-09-24T16:01:22Z</dcterms:modified>
</cp:coreProperties>
</file>