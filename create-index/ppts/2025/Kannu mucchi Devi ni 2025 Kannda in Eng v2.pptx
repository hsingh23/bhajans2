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00029-751F-4F24-8B0E-B873654D855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4E138B-8FDE-45CE-830A-13592A6E57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bhajan</a:t>
            </a:r>
            <a:r>
              <a:rPr lang="en-US" dirty="0" smtClean="0"/>
              <a:t> ends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4E138B-8FDE-45CE-830A-13592A6E57A8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11172-B5F3-43ED-8834-7FA834ADC1F2}" type="datetimeFigureOut">
              <a:rPr lang="en-US" smtClean="0"/>
              <a:pPr/>
              <a:t>7/4/2025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C9F5C-4E5E-48D1-9003-C2008B96BA6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kaṇṇu mucci dēvi nī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2025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(Kannada)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kaṇṇu mucci dēvi nī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nōḍidē nī nammanu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Goddess, you close your eyes and see us within you,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teredu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nāvu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dēvi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huḍukki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hēvu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ninnanu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while we search for you everywhere with open eyes.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muccālē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jīvana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itontu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muccāle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life itself is a game of blindfold.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kantanannu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hiḍidu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naṭesihe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samarpaṇa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kaḍege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When you held my hand to guide me toward surrender,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dēvi ninna kai biṭṭu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ōṭihe iṣṭa deḍege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Devi, I let go and ran after my desires.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muccālē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jīvana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itontu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muccāle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life itself is a game of blindfold.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nityānityava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tōrisalu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dēvi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bayasihē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dirty="0" smtClean="0">
                <a:solidFill>
                  <a:srgbClr val="FFFF00"/>
                </a:solidFill>
                <a:latin typeface="Calibri"/>
              </a:rPr>
              <a:t>You try to make me understand the eternal and the temporary, O Devi</a:t>
            </a:r>
            <a:endParaRPr lang="en-US" sz="64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satyāsatyava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kāṇade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bendu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sōtu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hōgihē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unable to discern the true from the false, am exhausted and lost.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muccālē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jīvana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itontu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kaṇṇu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muccāle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āṭṭa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This life itself is a game of blindfold.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140</Words>
  <Application>Microsoft Office PowerPoint</Application>
  <PresentationFormat>On-screen Show (4:3)</PresentationFormat>
  <Paragraphs>22</Paragraphs>
  <Slides>10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kaṇṇu mucci dēvi nī  2025</vt:lpstr>
      <vt:lpstr>kaṇṇu mucci dēvi nī  nōḍidē nī nammanu</vt:lpstr>
      <vt:lpstr>kaṇṇu teredu nāvu dēvi huḍukki hēvu ninnanu</vt:lpstr>
      <vt:lpstr>āṭṭa kaṇṇu muccālē āṭṭa jīvana itontu  kaṇṇu muccāle āṭṭa</vt:lpstr>
      <vt:lpstr>kantanannu kai hiḍidu  naṭesihe  samarpaṇa kaḍege</vt:lpstr>
      <vt:lpstr>dēvi ninna kai biṭṭu  ōṭihe iṣṭa deḍege</vt:lpstr>
      <vt:lpstr>āṭṭa kaṇṇu muccālē āṭṭa jīvana itontu  kaṇṇu muccāle āṭṭa</vt:lpstr>
      <vt:lpstr>nityānityava tōrisalu dēvi nī bayasihē </vt:lpstr>
      <vt:lpstr>satyāsatyava kāṇade bendu sōtu hōgihē</vt:lpstr>
      <vt:lpstr>āṭṭa kaṇṇu muccālē āṭṭa jīvana itontu  kaṇṇu muccāle āṭṭa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kaṇṇu mucci dēvi nī  2025</dc:title>
  <dc:creator>Amrita</dc:creator>
  <cp:lastModifiedBy>Amrita</cp:lastModifiedBy>
  <cp:revision>7</cp:revision>
  <dcterms:created xsi:type="dcterms:W3CDTF">2025-06-10T06:12:19Z</dcterms:created>
  <dcterms:modified xsi:type="dcterms:W3CDTF">2025-07-04T07:03:09Z</dcterms:modified>
</cp:coreProperties>
</file>