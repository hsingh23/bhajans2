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135DB-D486-44CE-BA12-E574588E53F8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50578-4833-470E-871F-2173CBDCA3A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nērin niṙavāy udicc-uyarnnu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nērin niṙavāy udicc-uyarnnu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saccidānanda-saundaryamē nī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beauty of existence, awareness, and bliss risen as the fullness of Truth.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mēdini tan sukṛtamō nin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kṛpā-pūrṇṇamī maṇṇinn-ēkunnatum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Is it the merit of the Earth that she is blessed by the fullness of your grace?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āzhitan puṇyamō nin tṛkkarāl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kōrttoru mālyavum meyyil ēṫṫīduvān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Was it the merit of the ocean that it bore upon its bosom a garland strung by your own hands?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praṇava-dhvanikaḷāl mantraṇam ceyyunnu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ōrō tirakaḷum nin apadānaṅgaḷ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Each wave whispers the sacred Omkara, the primal sound from which you arose.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anubhutiyil amṛtānanda-magnarāy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āḍum ōrālila tandeyā sandēśam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Each banyan leaf dances in exaltation, immersed in rapturous bliss.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pīyūṣā-gaṅgayām ninne aṙiyuvān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uḷḷatāṇī narajanmam ennuḷḷatō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Are they whispering that this human birth is meant to know you—the nectarine Ganges, the sacred river flowing down from heaven?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tiru vaibhavam āṇakhilam ennu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tanne prakṛtiyum pērttu paṙayunnu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All of nature declares that this world is your divine splendour.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eṅkilum ammē ñān enn-aṙiyunnorā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saccidānanda-svarūpamām tvad-rūpam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Yet, O Mother, when will I come to know your true essence—existence, awareness, and bliss?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nērin niṙavāy udicc-uyarnnu</vt:lpstr>
      <vt:lpstr>nērin niṙavāy udicc-uyarnnu saccidānanda-saundaryamē nī</vt:lpstr>
      <vt:lpstr>mēdini tan sukṛtamō nin kṛpā-pūrṇṇamī maṇṇinn-ēkunnatum</vt:lpstr>
      <vt:lpstr>āzhitan puṇyamō nin tṛkkarāl kōrttoru mālyavum meyyil ēṫṫīduvān</vt:lpstr>
      <vt:lpstr>praṇava-dhvanikaḷāl mantraṇam ceyyunnu ōrō tirakaḷum nin apadānaṅgaḷ</vt:lpstr>
      <vt:lpstr>anubhutiyil amṛtānanda-magnarāy āḍum ōrālila tandeyā sandēśam</vt:lpstr>
      <vt:lpstr>pīyūṣā-gaṅgayām ninne aṙiyuvān uḷḷatāṇī narajanmam ennuḷḷatō</vt:lpstr>
      <vt:lpstr>nin tiru vaibhavam āṇakhilam ennu tanne prakṛtiyum pērttu paṙayunnu</vt:lpstr>
      <vt:lpstr>eṅkilum ammē ñān enn-aṙiyunnorā saccidānanda-svarūpamām tvad-rūpam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nērin niṙavāy udicc-uyarnnu</dc:title>
  <dc:creator>Amrita</dc:creator>
  <cp:lastModifiedBy>Amrita</cp:lastModifiedBy>
  <cp:revision>1</cp:revision>
  <dcterms:created xsi:type="dcterms:W3CDTF">2025-06-04T12:43:18Z</dcterms:created>
  <dcterms:modified xsi:type="dcterms:W3CDTF">2025-06-04T12:44:20Z</dcterms:modified>
</cp:coreProperties>
</file>