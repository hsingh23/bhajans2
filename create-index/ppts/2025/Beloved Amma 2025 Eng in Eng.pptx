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01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9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8/16/2025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beloved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, divine mother 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Rachana" pitchFamily="2" charset="0"/>
              </a:rPr>
              <a:t>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2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(English)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beloved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, divine mother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sitting with you, there is no </a:t>
            </a:r>
            <a:r>
              <a:rPr lang="en-US" sz="7200" dirty="0" smtClean="0">
                <a:cs typeface="Rachana" pitchFamily="2" charset="0"/>
              </a:rPr>
              <a:t>other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I write ‘</a:t>
            </a:r>
            <a:r>
              <a:rPr lang="en-US" sz="7200" dirty="0" err="1" smtClean="0">
                <a:cs typeface="Rachana" pitchFamily="2" charset="0"/>
              </a:rPr>
              <a:t>ōm</a:t>
            </a:r>
            <a:r>
              <a:rPr lang="en-US" sz="7200" dirty="0" smtClean="0">
                <a:cs typeface="Rachana" pitchFamily="2" charset="0"/>
              </a:rPr>
              <a:t>’ in the clouds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I bow down to the stars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and I kiss the moon.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I pray to you, </a:t>
            </a:r>
            <a:r>
              <a:rPr lang="en-US" sz="7200" dirty="0" err="1" smtClean="0">
                <a:cs typeface="Rachana" pitchFamily="2" charset="0"/>
              </a:rPr>
              <a:t>amma</a:t>
            </a:r>
            <a:r>
              <a:rPr lang="en-US" sz="7200" dirty="0" smtClean="0">
                <a:cs typeface="Rachana" pitchFamily="2" charset="0"/>
              </a:rPr>
              <a:t>.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no more harm to nature’s life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the world needs to survive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everywhere life needs our care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not to perish, be aware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our prayers and respect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to all lives on earth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love longs to flow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to set all things aglow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let us rise in unity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peacefully in harmony</a:t>
            </a:r>
            <a:endParaRPr 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let us rise in unity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the world is family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2762</TotalTime>
  <Words>57</Words>
  <Application>Microsoft Office PowerPoint</Application>
  <PresentationFormat>On-screen Show (4:3)</PresentationFormat>
  <Paragraphs>12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beloved amma, divine mother </vt:lpstr>
      <vt:lpstr>beloved amma, divine mother  sitting with you, there is no other</vt:lpstr>
      <vt:lpstr>I write ‘ōm’ in the clouds I bow down to the stars</vt:lpstr>
      <vt:lpstr>and I kiss the moon. I pray to you, amma.</vt:lpstr>
      <vt:lpstr>no more harm to nature’s life the world needs to survive</vt:lpstr>
      <vt:lpstr>everywhere life needs our care not to perish, be aware</vt:lpstr>
      <vt:lpstr>our prayers and respect to all lives on earth</vt:lpstr>
      <vt:lpstr>love longs to flow to set all things aglow</vt:lpstr>
      <vt:lpstr>let us rise in unity peacefully in harmony</vt:lpstr>
      <vt:lpstr>let us rise in unity the world is family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326</cp:revision>
  <dcterms:created xsi:type="dcterms:W3CDTF">2006-08-16T00:00:00Z</dcterms:created>
  <dcterms:modified xsi:type="dcterms:W3CDTF">2025-08-16T13:46:16Z</dcterms:modified>
</cp:coreProperties>
</file>