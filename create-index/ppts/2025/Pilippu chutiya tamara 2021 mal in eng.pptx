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72" r:id="rId5"/>
    <p:sldId id="266" r:id="rId6"/>
    <p:sldId id="267" r:id="rId7"/>
    <p:sldId id="269" r:id="rId8"/>
    <p:sldId id="273" r:id="rId9"/>
    <p:sldId id="268" r:id="rId10"/>
    <p:sldId id="271" r:id="rId11"/>
    <p:sldId id="270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1949" autoAdjust="0"/>
    <p:restoredTop sz="94607" autoAdjust="0"/>
  </p:normalViewPr>
  <p:slideViewPr>
    <p:cSldViewPr>
      <p:cViewPr varScale="1">
        <p:scale>
          <a:sx n="82" d="100"/>
          <a:sy n="82" d="100"/>
        </p:scale>
        <p:origin x="-1330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43001"/>
            <a:ext cx="9144000" cy="2457450"/>
          </a:xfrm>
        </p:spPr>
        <p:txBody>
          <a:bodyPr>
            <a:noAutofit/>
          </a:bodyPr>
          <a:lstStyle>
            <a:lvl1pPr>
              <a:defRPr sz="6600" b="0" i="0">
                <a:latin typeface="Calibri" pitchFamily="34" charset="0"/>
                <a:ea typeface="Cambria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5400" i="0">
                <a:solidFill>
                  <a:srgbClr val="FFFF00"/>
                </a:solidFill>
                <a:latin typeface="Calibri" pitchFamily="34" charset="0"/>
                <a:ea typeface="Cambria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4400">
                <a:latin typeface="Calibri" pitchFamily="34" charset="0"/>
                <a:cs typeface="Calibri" pitchFamily="34" charset="0"/>
              </a:defRPr>
            </a:lvl1pPr>
            <a:lvl2pPr marL="457200" indent="0">
              <a:buNone/>
              <a:defRPr sz="4000">
                <a:latin typeface="Calibri" pitchFamily="34" charset="0"/>
                <a:cs typeface="Calibri" pitchFamily="34" charset="0"/>
              </a:defRPr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B0392-D50C-4D8B-A2E7-40770A271B32}" type="datetimeFigureOut">
              <a:rPr lang="en-US" smtClean="0"/>
              <a:pPr/>
              <a:t>15-Sep-2025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8DE49-00BF-4F72-B6EC-8532D7EF9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b="0" kern="12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5400" kern="1200">
          <a:solidFill>
            <a:srgbClr val="FFFF00"/>
          </a:solidFill>
          <a:latin typeface="Calibri" pitchFamily="34" charset="0"/>
          <a:ea typeface="Calibri" pitchFamily="34" charset="0"/>
          <a:cs typeface="Calibr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rgbClr val="FFFF00"/>
          </a:solidFill>
          <a:latin typeface="Calibri" pitchFamily="34" charset="0"/>
          <a:ea typeface="Calibri" pitchFamily="34" charset="0"/>
          <a:cs typeface="Calibr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4400" kern="1200">
          <a:solidFill>
            <a:srgbClr val="FFFF00"/>
          </a:solidFill>
          <a:latin typeface="Calibri" pitchFamily="34" charset="0"/>
          <a:ea typeface="Calibri" pitchFamily="34" charset="0"/>
          <a:cs typeface="Calibr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rgbClr val="FFFF00"/>
          </a:solidFill>
          <a:latin typeface="Calibri" pitchFamily="34" charset="0"/>
          <a:ea typeface="Calibri" pitchFamily="34" charset="0"/>
          <a:cs typeface="Calibr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rgbClr val="FFFF00"/>
          </a:solidFill>
          <a:latin typeface="Calibri" pitchFamily="34" charset="0"/>
          <a:ea typeface="Calibri" pitchFamily="34" charset="0"/>
          <a:cs typeface="Calibr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rmAutofit/>
          </a:bodyPr>
          <a:lstStyle/>
          <a:p>
            <a:r>
              <a:rPr lang="en-US" sz="7200" dirty="0" err="1" smtClean="0"/>
              <a:t>Pīlippu</a:t>
            </a:r>
            <a:r>
              <a:rPr lang="en-US" sz="7200" dirty="0" smtClean="0"/>
              <a:t> </a:t>
            </a:r>
            <a:r>
              <a:rPr lang="en-US" sz="7200" dirty="0" err="1" smtClean="0"/>
              <a:t>cūṭiya</a:t>
            </a:r>
            <a:endParaRPr lang="en-US" sz="72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5400" i="0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(Malayalam 2021)</a:t>
            </a:r>
          </a:p>
          <a:p>
            <a:endParaRPr lang="en-US" i="0" dirty="0" smtClean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pīlippu</a:t>
            </a:r>
            <a:r>
              <a:rPr lang="en-US" sz="6000" dirty="0" smtClean="0"/>
              <a:t> </a:t>
            </a:r>
            <a:r>
              <a:rPr lang="en-US" sz="6000" dirty="0" err="1" smtClean="0"/>
              <a:t>cūṭiya</a:t>
            </a:r>
            <a:r>
              <a:rPr lang="en-US" sz="6000" dirty="0" smtClean="0"/>
              <a:t> </a:t>
            </a:r>
            <a:r>
              <a:rPr lang="en-US" sz="6000" dirty="0" err="1" smtClean="0"/>
              <a:t>tāmara-kaṇṇane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kāṇuvān</a:t>
            </a:r>
            <a:r>
              <a:rPr lang="en-US" sz="6000" dirty="0" smtClean="0"/>
              <a:t> </a:t>
            </a:r>
            <a:r>
              <a:rPr lang="en-US" sz="6000" dirty="0" err="1" smtClean="0"/>
              <a:t>entoru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Krishna wearing the peacock feather on his hair is so very beautiful to behold!</a:t>
            </a:r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ārāṇavan</a:t>
            </a:r>
            <a:r>
              <a:rPr lang="en-US" sz="6000" dirty="0" smtClean="0"/>
              <a:t> </a:t>
            </a:r>
            <a:r>
              <a:rPr lang="en-US" sz="6000" dirty="0" err="1" smtClean="0"/>
              <a:t>sarva-kāraṇan-āṇennat</a:t>
            </a:r>
            <a:r>
              <a:rPr lang="en-US" sz="6000" dirty="0" smtClean="0"/>
              <a:t>-</a:t>
            </a:r>
            <a:br>
              <a:rPr lang="en-US" sz="6000" dirty="0" smtClean="0"/>
            </a:br>
            <a:r>
              <a:rPr lang="en-US" sz="6000" dirty="0" err="1" smtClean="0"/>
              <a:t>aṙiyāte</a:t>
            </a:r>
            <a:r>
              <a:rPr lang="en-US" sz="6000" dirty="0" smtClean="0"/>
              <a:t> </a:t>
            </a:r>
            <a:r>
              <a:rPr lang="en-US" sz="6000" dirty="0" err="1" smtClean="0"/>
              <a:t>ārānum-uṇḍō</a:t>
            </a:r>
            <a:r>
              <a:rPr lang="en-US" sz="6000" dirty="0" smtClean="0"/>
              <a:t/>
            </a:r>
            <a:br>
              <a:rPr lang="en-US" sz="6000" dirty="0" smtClean="0"/>
            </a:b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Who is He? Is there anyone who doesn’t know that He is the origin of all?</a:t>
            </a:r>
          </a:p>
          <a:p>
            <a:endParaRPr lang="en-US" sz="6000" dirty="0" smtClean="0"/>
          </a:p>
          <a:p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pīlippu</a:t>
            </a:r>
            <a:r>
              <a:rPr lang="en-US" sz="6000" dirty="0" smtClean="0"/>
              <a:t> </a:t>
            </a:r>
            <a:r>
              <a:rPr lang="en-US" sz="6000" dirty="0" err="1" smtClean="0"/>
              <a:t>cūṭiya</a:t>
            </a:r>
            <a:r>
              <a:rPr lang="en-US" sz="6000" dirty="0" smtClean="0"/>
              <a:t> </a:t>
            </a:r>
            <a:r>
              <a:rPr lang="en-US" sz="6000" dirty="0" err="1" smtClean="0"/>
              <a:t>tāmara-kaṇṇane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kāṇuvān</a:t>
            </a:r>
            <a:r>
              <a:rPr lang="en-US" sz="6000" dirty="0" smtClean="0"/>
              <a:t> </a:t>
            </a:r>
            <a:r>
              <a:rPr lang="en-US" sz="6000" dirty="0" err="1" smtClean="0"/>
              <a:t>entoru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Krishna wearing the peacock feather on his hair is so very beautiful to behold!</a:t>
            </a:r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pūvāyapūv-onnum</a:t>
            </a:r>
            <a:r>
              <a:rPr lang="en-US" sz="6000" dirty="0" smtClean="0"/>
              <a:t> </a:t>
            </a:r>
            <a:r>
              <a:rPr lang="en-US" sz="6000" dirty="0" err="1" smtClean="0"/>
              <a:t>pōrā</a:t>
            </a:r>
            <a:r>
              <a:rPr lang="en-US" sz="6000" dirty="0" smtClean="0"/>
              <a:t> </a:t>
            </a:r>
            <a:r>
              <a:rPr lang="en-US" sz="6000" dirty="0" err="1" smtClean="0"/>
              <a:t>neṙukayil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cūṭuvān</a:t>
            </a:r>
            <a:r>
              <a:rPr lang="en-US" sz="6000" dirty="0" smtClean="0"/>
              <a:t> </a:t>
            </a:r>
            <a:r>
              <a:rPr lang="en-US" sz="6000" dirty="0" err="1" smtClean="0"/>
              <a:t>pīlippu</a:t>
            </a:r>
            <a:r>
              <a:rPr lang="en-US" sz="6000" dirty="0" smtClean="0"/>
              <a:t> </a:t>
            </a:r>
            <a:r>
              <a:rPr lang="en-US" sz="6000" dirty="0" err="1" smtClean="0"/>
              <a:t>vēṇam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 smtClean="0"/>
              <a:t>All the flowers in this world are not enough to decorate Your hair- a peacock feather is needed.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cēlottorā</a:t>
            </a:r>
            <a:r>
              <a:rPr lang="en-US" sz="6000" dirty="0" smtClean="0"/>
              <a:t> </a:t>
            </a:r>
            <a:r>
              <a:rPr lang="en-US" sz="6000" dirty="0" err="1" smtClean="0"/>
              <a:t>mukha</a:t>
            </a:r>
            <a:r>
              <a:rPr lang="en-US" sz="6000" dirty="0" smtClean="0"/>
              <a:t> </a:t>
            </a:r>
            <a:r>
              <a:rPr lang="en-US" sz="6000" dirty="0" err="1" smtClean="0"/>
              <a:t>kāntikk-itu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cērunna</a:t>
            </a:r>
            <a:r>
              <a:rPr lang="en-US" sz="6000" dirty="0" smtClean="0"/>
              <a:t> </a:t>
            </a:r>
            <a:r>
              <a:rPr lang="en-US" sz="6000" dirty="0" err="1" smtClean="0"/>
              <a:t>pū</a:t>
            </a:r>
            <a:r>
              <a:rPr lang="en-US" sz="6000" dirty="0" smtClean="0"/>
              <a:t> </a:t>
            </a:r>
            <a:r>
              <a:rPr lang="en-US" sz="6000" dirty="0" err="1" smtClean="0"/>
              <a:t>vēṙeyuṇḍō</a:t>
            </a:r>
            <a:r>
              <a:rPr lang="en-US" sz="6000" dirty="0" smtClean="0"/>
              <a:t>?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Nothing suits the beauty of Your radiant face better than a peacock feather!</a:t>
            </a:r>
          </a:p>
          <a:p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itu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> </a:t>
            </a:r>
            <a:r>
              <a:rPr lang="en-US" sz="6000" dirty="0" err="1" smtClean="0"/>
              <a:t>cērunna</a:t>
            </a:r>
            <a:r>
              <a:rPr lang="en-US" sz="6000" dirty="0" smtClean="0"/>
              <a:t> </a:t>
            </a:r>
            <a:r>
              <a:rPr lang="en-US" sz="6000" dirty="0" err="1" smtClean="0"/>
              <a:t>pū</a:t>
            </a:r>
            <a:r>
              <a:rPr lang="en-US" sz="6000" dirty="0" smtClean="0"/>
              <a:t> </a:t>
            </a:r>
            <a:r>
              <a:rPr lang="en-US" sz="6000" dirty="0" err="1" smtClean="0"/>
              <a:t>vēṙe</a:t>
            </a:r>
            <a:r>
              <a:rPr lang="en-US" sz="6000" dirty="0" smtClean="0"/>
              <a:t> </a:t>
            </a:r>
            <a:r>
              <a:rPr lang="en-US" sz="6000" dirty="0" err="1" smtClean="0"/>
              <a:t>uṇḍō</a:t>
            </a:r>
            <a:r>
              <a:rPr lang="en-US" sz="6000" dirty="0" smtClean="0"/>
              <a:t>?</a:t>
            </a:r>
            <a:br>
              <a:rPr lang="en-US" sz="6000" dirty="0" smtClean="0"/>
            </a:br>
            <a:r>
              <a:rPr lang="en-US" sz="6000" dirty="0" err="1" smtClean="0"/>
              <a:t>itupōle</a:t>
            </a:r>
            <a:r>
              <a:rPr lang="en-US" sz="6000" dirty="0" smtClean="0"/>
              <a:t> </a:t>
            </a:r>
            <a:r>
              <a:rPr lang="en-US" sz="6000" dirty="0" err="1" smtClean="0"/>
              <a:t>cērunna</a:t>
            </a:r>
            <a:r>
              <a:rPr lang="en-US" sz="6000" dirty="0" smtClean="0"/>
              <a:t> </a:t>
            </a:r>
            <a:r>
              <a:rPr lang="en-US" sz="6000" dirty="0" err="1" smtClean="0"/>
              <a:t>pū</a:t>
            </a:r>
            <a:r>
              <a:rPr lang="en-US" sz="6000" dirty="0" smtClean="0"/>
              <a:t> </a:t>
            </a:r>
            <a:r>
              <a:rPr lang="en-US" sz="6000" dirty="0" err="1" smtClean="0"/>
              <a:t>vēṙe</a:t>
            </a:r>
            <a:r>
              <a:rPr lang="en-US" sz="6000" dirty="0" smtClean="0"/>
              <a:t> </a:t>
            </a:r>
            <a:r>
              <a:rPr lang="en-US" sz="6000" dirty="0" err="1" smtClean="0"/>
              <a:t>uṇḍō</a:t>
            </a:r>
            <a:r>
              <a:rPr lang="en-US" sz="6000" dirty="0" smtClean="0"/>
              <a:t>?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Nothing suits the beauty of Your radiant face better than a peacock feather!</a:t>
            </a:r>
          </a:p>
          <a:p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pīlippu</a:t>
            </a:r>
            <a:r>
              <a:rPr lang="en-US" sz="6000" dirty="0" smtClean="0"/>
              <a:t> </a:t>
            </a:r>
            <a:r>
              <a:rPr lang="en-US" sz="6000" dirty="0" err="1" smtClean="0"/>
              <a:t>cūṭiya</a:t>
            </a:r>
            <a:r>
              <a:rPr lang="en-US" sz="6000" dirty="0" smtClean="0"/>
              <a:t> </a:t>
            </a:r>
            <a:r>
              <a:rPr lang="en-US" sz="6000" dirty="0" err="1" smtClean="0"/>
              <a:t>tāmara-kaṇṇane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kāṇuvān</a:t>
            </a:r>
            <a:r>
              <a:rPr lang="en-US" sz="6000" dirty="0" smtClean="0"/>
              <a:t> </a:t>
            </a:r>
            <a:r>
              <a:rPr lang="en-US" sz="6000" dirty="0" err="1" smtClean="0"/>
              <a:t>entoru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Krishna wearing the peacock feather on his hair is so very beautiful to behold!</a:t>
            </a:r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kāla-varṣam</a:t>
            </a:r>
            <a:r>
              <a:rPr lang="en-US" sz="6000" dirty="0" smtClean="0"/>
              <a:t> </a:t>
            </a:r>
            <a:r>
              <a:rPr lang="en-US" sz="6000" dirty="0" err="1" smtClean="0"/>
              <a:t>vannu</a:t>
            </a:r>
            <a:r>
              <a:rPr lang="en-US" sz="6000" dirty="0" smtClean="0"/>
              <a:t> </a:t>
            </a:r>
            <a:r>
              <a:rPr lang="en-US" sz="6000" dirty="0" err="1" smtClean="0"/>
              <a:t>mānam</a:t>
            </a:r>
            <a:r>
              <a:rPr lang="en-US" sz="6000" dirty="0" smtClean="0"/>
              <a:t> </a:t>
            </a:r>
            <a:r>
              <a:rPr lang="en-US" sz="6000" dirty="0" err="1" smtClean="0"/>
              <a:t>kaṙukkumbōḷ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kēkikaḷ</a:t>
            </a:r>
            <a:r>
              <a:rPr lang="en-US" sz="6000" dirty="0" smtClean="0"/>
              <a:t> </a:t>
            </a:r>
            <a:r>
              <a:rPr lang="en-US" sz="6000" dirty="0" err="1" smtClean="0"/>
              <a:t>nṛttam</a:t>
            </a:r>
            <a:r>
              <a:rPr lang="en-US" sz="6000" dirty="0" smtClean="0"/>
              <a:t> </a:t>
            </a:r>
            <a:r>
              <a:rPr lang="en-US" sz="6000" dirty="0" err="1" smtClean="0"/>
              <a:t>āḍīḍumbōḷ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 smtClean="0"/>
              <a:t>When the monsoon comes and the sky darkens, the peacocks dance and their feathers fall. 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tāne</a:t>
            </a:r>
            <a:r>
              <a:rPr lang="en-US" sz="6000" dirty="0" smtClean="0"/>
              <a:t> </a:t>
            </a:r>
            <a:r>
              <a:rPr lang="en-US" sz="6000" dirty="0" err="1" smtClean="0"/>
              <a:t>kozhiyunna</a:t>
            </a:r>
            <a:r>
              <a:rPr lang="en-US" sz="6000" dirty="0" smtClean="0"/>
              <a:t> </a:t>
            </a:r>
            <a:r>
              <a:rPr lang="en-US" sz="6000" dirty="0" err="1" smtClean="0"/>
              <a:t>pīlikaḷ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koṇḍoru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pīli-kirīṭam</a:t>
            </a:r>
            <a:r>
              <a:rPr lang="en-US" sz="6000" dirty="0" smtClean="0"/>
              <a:t> </a:t>
            </a:r>
            <a:r>
              <a:rPr lang="en-US" sz="6000" dirty="0" err="1" smtClean="0"/>
              <a:t>orukkām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 fontScale="85000" lnSpcReduction="10000"/>
          </a:bodyPr>
          <a:lstStyle/>
          <a:p>
            <a:r>
              <a:rPr lang="en-US" sz="6000" dirty="0" smtClean="0"/>
              <a:t>I shall make a crown for You from those peacock feathers</a:t>
            </a:r>
            <a:r>
              <a:rPr lang="en-US" sz="6000" smtClean="0"/>
              <a:t>. </a:t>
            </a:r>
            <a:br>
              <a:rPr lang="en-US" sz="6000" smtClean="0"/>
            </a:br>
            <a:r>
              <a:rPr lang="en-US" sz="6000" smtClean="0"/>
              <a:t>O </a:t>
            </a:r>
            <a:r>
              <a:rPr lang="en-US" sz="6000" dirty="0" smtClean="0"/>
              <a:t>Krishna! I shall make a peacock feather crown for You!</a:t>
            </a:r>
          </a:p>
          <a:p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kaṇṇanu</a:t>
            </a:r>
            <a:r>
              <a:rPr lang="en-US" sz="6000" dirty="0" smtClean="0"/>
              <a:t> </a:t>
            </a:r>
            <a:r>
              <a:rPr lang="en-US" sz="6000" dirty="0" err="1" smtClean="0"/>
              <a:t>pīli-kirīṭam</a:t>
            </a:r>
            <a:r>
              <a:rPr lang="en-US" sz="6000" dirty="0" smtClean="0"/>
              <a:t> </a:t>
            </a:r>
            <a:r>
              <a:rPr lang="en-US" sz="6000" dirty="0" err="1" smtClean="0"/>
              <a:t>orukkām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kaṇṇanu</a:t>
            </a:r>
            <a:r>
              <a:rPr lang="en-US" sz="6000" dirty="0" smtClean="0"/>
              <a:t> </a:t>
            </a:r>
            <a:r>
              <a:rPr lang="en-US" sz="6000" dirty="0" err="1" smtClean="0"/>
              <a:t>pīli-kirīṭam</a:t>
            </a:r>
            <a:r>
              <a:rPr lang="en-US" sz="6000" dirty="0" smtClean="0"/>
              <a:t> </a:t>
            </a:r>
            <a:r>
              <a:rPr lang="en-US" sz="6000" dirty="0" err="1" smtClean="0"/>
              <a:t>orukkām</a:t>
            </a:r>
            <a:r>
              <a:rPr lang="en-US" sz="6000" dirty="0" smtClean="0"/>
              <a:t> 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 fontScale="85000" lnSpcReduction="10000"/>
          </a:bodyPr>
          <a:lstStyle/>
          <a:p>
            <a:r>
              <a:rPr lang="en-US" sz="6000" dirty="0" smtClean="0"/>
              <a:t>I shall make a crown for You from those peacock feathers. </a:t>
            </a:r>
            <a:br>
              <a:rPr lang="en-US" sz="6000" dirty="0" smtClean="0"/>
            </a:br>
            <a:r>
              <a:rPr lang="en-US" sz="6000" dirty="0" smtClean="0"/>
              <a:t>O Krishna! I shall make a peacock feather crown for You!</a:t>
            </a:r>
          </a:p>
          <a:p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pīlippu</a:t>
            </a:r>
            <a:r>
              <a:rPr lang="en-US" sz="6000" dirty="0" smtClean="0"/>
              <a:t> </a:t>
            </a:r>
            <a:r>
              <a:rPr lang="en-US" sz="6000" dirty="0" err="1" smtClean="0"/>
              <a:t>cūṭiya</a:t>
            </a:r>
            <a:r>
              <a:rPr lang="en-US" sz="6000" dirty="0" smtClean="0"/>
              <a:t> </a:t>
            </a:r>
            <a:r>
              <a:rPr lang="en-US" sz="6000" dirty="0" err="1" smtClean="0"/>
              <a:t>tāmara-kaṇṇane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kāṇuvān</a:t>
            </a:r>
            <a:r>
              <a:rPr lang="en-US" sz="6000" dirty="0" smtClean="0"/>
              <a:t> </a:t>
            </a:r>
            <a:r>
              <a:rPr lang="en-US" sz="6000" dirty="0" err="1" smtClean="0"/>
              <a:t>entoru</a:t>
            </a:r>
            <a:r>
              <a:rPr lang="en-US" sz="6000" dirty="0" smtClean="0"/>
              <a:t> </a:t>
            </a:r>
            <a:r>
              <a:rPr lang="en-US" sz="6000" dirty="0" err="1" smtClean="0"/>
              <a:t>bhaṅgi</a:t>
            </a:r>
            <a:endParaRPr lang="en-US" sz="6000" i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32004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Krishna wearing the peacock feather on his hair is so very beautiful to behold!</a:t>
            </a:r>
            <a:endParaRPr lang="en-US" sz="6000" i="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5">
      <a:majorFont>
        <a:latin typeface="Goudiac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209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Pīlippu cūṭiya</vt:lpstr>
      <vt:lpstr>pīlippu cūṭiya tāmara-kaṇṇane kāṇuvān entoru bhaṅgi</vt:lpstr>
      <vt:lpstr> ārāṇavan sarva-kāraṇan-āṇennat- aṙiyāte ārānum-uṇḍō </vt:lpstr>
      <vt:lpstr>pīlippu cūṭiya tāmara-kaṇṇane kāṇuvān entoru bhaṅgi</vt:lpstr>
      <vt:lpstr>pūvāyapūv-onnum pōrā neṙukayil cūṭuvān pīlippu vēṇam</vt:lpstr>
      <vt:lpstr>cēlottorā mukha kāntikk-itu pōle cērunna pū vēṙeyuṇḍō?</vt:lpstr>
      <vt:lpstr>itu pōle cērunna pū vēṙe uṇḍō? itupōle cērunna pū vēṙe uṇḍō?</vt:lpstr>
      <vt:lpstr>pīlippu cūṭiya tāmara-kaṇṇane kāṇuvān entoru bhaṅgi</vt:lpstr>
      <vt:lpstr>kāla-varṣam vannu mānam kaṙukkumbōḷ kēkikaḷ nṛttam āḍīḍumbōḷ</vt:lpstr>
      <vt:lpstr>tāne kozhiyunna pīlikaḷ koṇḍoru pīli-kirīṭam orukkām</vt:lpstr>
      <vt:lpstr>kaṇṇanu pīli-kirīṭam orukkām  kaṇṇanu pīli-kirīṭam orukkām </vt:lpstr>
      <vt:lpstr>pīlippu cūṭiya tāmara-kaṇṇane kāṇuvān entoru bhaṅgi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Amrita</dc:creator>
  <cp:lastModifiedBy>AMMA</cp:lastModifiedBy>
  <cp:revision>70</cp:revision>
  <dcterms:created xsi:type="dcterms:W3CDTF">2013-01-26T13:04:45Z</dcterms:created>
  <dcterms:modified xsi:type="dcterms:W3CDTF">2025-09-14T19:03:59Z</dcterms:modified>
</cp:coreProperties>
</file>