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1" r:id="rId3"/>
    <p:sldId id="290" r:id="rId4"/>
    <p:sldId id="287" r:id="rId5"/>
    <p:sldId id="292" r:id="rId6"/>
    <p:sldId id="288" r:id="rId7"/>
    <p:sldId id="293" r:id="rId8"/>
    <p:sldId id="289" r:id="rId9"/>
    <p:sldId id="29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niśayuḍe</a:t>
            </a:r>
            <a:r>
              <a:rPr lang="en-US" sz="7200" dirty="0" smtClean="0"/>
              <a:t> </a:t>
            </a:r>
            <a:r>
              <a:rPr lang="en-US" sz="7200" dirty="0" err="1" smtClean="0"/>
              <a:t>nīḷam</a:t>
            </a:r>
            <a:r>
              <a:rPr lang="en-US" sz="7200" dirty="0" smtClean="0"/>
              <a:t> </a:t>
            </a:r>
            <a:r>
              <a:rPr lang="en-US" sz="7200" dirty="0" err="1" smtClean="0"/>
              <a:t>niśabdamām</a:t>
            </a:r>
            <a:r>
              <a:rPr lang="en-US" sz="7200" dirty="0" smtClean="0"/>
              <a:t> </a:t>
            </a:r>
            <a:r>
              <a:rPr lang="en-US" sz="7200" dirty="0" err="1" smtClean="0"/>
              <a:t>tīrē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(Malayalam)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2025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niśayuḍe</a:t>
            </a:r>
            <a:r>
              <a:rPr lang="en-US" sz="6000" dirty="0" smtClean="0"/>
              <a:t> </a:t>
            </a:r>
            <a:r>
              <a:rPr lang="en-US" sz="6000" dirty="0" err="1" smtClean="0"/>
              <a:t>nīḷam</a:t>
            </a:r>
            <a:r>
              <a:rPr lang="en-US" sz="6000" dirty="0" smtClean="0"/>
              <a:t> </a:t>
            </a:r>
            <a:r>
              <a:rPr lang="en-US" sz="6000" dirty="0" err="1" smtClean="0"/>
              <a:t>niśabdamām</a:t>
            </a:r>
            <a:r>
              <a:rPr lang="en-US" sz="6000" dirty="0" smtClean="0"/>
              <a:t> </a:t>
            </a:r>
            <a:r>
              <a:rPr lang="en-US" sz="6000" dirty="0" err="1" smtClean="0"/>
              <a:t>tīrē</a:t>
            </a:r>
            <a:r>
              <a:rPr lang="en-US" sz="6000" dirty="0" smtClean="0"/>
              <a:t> - </a:t>
            </a:r>
            <a:r>
              <a:rPr lang="en-US" sz="6000" dirty="0" err="1" smtClean="0"/>
              <a:t>nilayillā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prēma-pravāhamām</a:t>
            </a:r>
            <a:r>
              <a:rPr lang="en-US" sz="6000" dirty="0" smtClean="0"/>
              <a:t> </a:t>
            </a:r>
            <a:r>
              <a:rPr lang="en-US" sz="6000" dirty="0" err="1" smtClean="0"/>
              <a:t>ninne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Upon the silent shores of lengthening night, as I sit alone, my thoughts on You,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ninacca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aṅgu</a:t>
            </a:r>
            <a:r>
              <a:rPr lang="en-US" sz="6000" dirty="0" smtClean="0"/>
              <a:t> </a:t>
            </a:r>
            <a:r>
              <a:rPr lang="en-US" sz="6000" dirty="0" err="1" smtClean="0"/>
              <a:t>taniccirikkumbōḷ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nivṛttamāy</a:t>
            </a:r>
            <a:r>
              <a:rPr lang="en-US" sz="6000" dirty="0" smtClean="0"/>
              <a:t> </a:t>
            </a:r>
            <a:r>
              <a:rPr lang="en-US" sz="6000" dirty="0" err="1" smtClean="0"/>
              <a:t>varum</a:t>
            </a:r>
            <a:r>
              <a:rPr lang="en-US" sz="6000" dirty="0" smtClean="0"/>
              <a:t> </a:t>
            </a:r>
            <a:r>
              <a:rPr lang="en-US" sz="6000" dirty="0" err="1" smtClean="0"/>
              <a:t>nitānta-duḥkhaṅgaḷ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</a:t>
            </a:r>
            <a:r>
              <a:rPr lang="en-US" sz="6000" dirty="0" smtClean="0">
                <a:solidFill>
                  <a:srgbClr val="FFFF00"/>
                </a:solidFill>
              </a:rPr>
              <a:t>thoughts on You, the boundless torrent of love, endless sorrows come to an end.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taniccirikketān</a:t>
            </a:r>
            <a:r>
              <a:rPr lang="en-US" sz="6600" dirty="0" smtClean="0"/>
              <a:t> </a:t>
            </a:r>
            <a:r>
              <a:rPr lang="en-US" sz="6600" dirty="0" err="1" smtClean="0"/>
              <a:t>tanikk-uḷḷiluḷḷa</a:t>
            </a:r>
            <a:r>
              <a:rPr lang="en-US" sz="6600" dirty="0" smtClean="0"/>
              <a:t> - </a:t>
            </a:r>
            <a:r>
              <a:rPr lang="en-US" sz="6600" dirty="0" err="1" smtClean="0"/>
              <a:t>tanisvarūpatte</a:t>
            </a:r>
            <a:r>
              <a:rPr lang="en-US" sz="6600" dirty="0" smtClean="0"/>
              <a:t> </a:t>
            </a:r>
            <a:r>
              <a:rPr lang="en-US" sz="6600" dirty="0" err="1" smtClean="0"/>
              <a:t>aviśramam</a:t>
            </a:r>
            <a:r>
              <a:rPr lang="en-US" sz="6600" dirty="0" smtClean="0"/>
              <a:t> </a:t>
            </a:r>
            <a:r>
              <a:rPr lang="en-US" sz="6600" dirty="0" err="1" smtClean="0"/>
              <a:t>aṅgu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As I sit alone, may your grace flow towards me, that I may realize the need to seek the true Self within—ceaselessly, without respite.</a:t>
            </a:r>
            <a:endParaRPr lang="en-US" sz="48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tiraññiḍānuḷḷa</a:t>
            </a:r>
            <a:r>
              <a:rPr lang="en-US" sz="6600" dirty="0" smtClean="0"/>
              <a:t> </a:t>
            </a:r>
            <a:r>
              <a:rPr lang="en-US" sz="6600" dirty="0" err="1" smtClean="0"/>
              <a:t>tiricc-aṙivināy</a:t>
            </a:r>
            <a:r>
              <a:rPr lang="en-US" sz="6600" dirty="0" smtClean="0"/>
              <a:t> - </a:t>
            </a:r>
            <a:r>
              <a:rPr lang="en-US" sz="6600" dirty="0" err="1" smtClean="0"/>
              <a:t>tiru</a:t>
            </a:r>
            <a:r>
              <a:rPr lang="en-US" sz="6600" dirty="0" smtClean="0"/>
              <a:t> </a:t>
            </a:r>
            <a:r>
              <a:rPr lang="en-US" sz="6600" dirty="0" err="1" smtClean="0"/>
              <a:t>kṛpayonnu</a:t>
            </a:r>
            <a:r>
              <a:rPr lang="en-US" sz="6600" dirty="0" smtClean="0"/>
              <a:t> </a:t>
            </a:r>
            <a:r>
              <a:rPr lang="en-US" sz="6600" dirty="0" err="1" smtClean="0"/>
              <a:t>ozhukkiḍēṇamē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As I sit alone, may your grace flow towards me, that I may realize the need to seek the true Self within—ceaselessly, without respite.</a:t>
            </a:r>
            <a:endParaRPr lang="en-US" sz="48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tirikillāvīthi</a:t>
            </a:r>
            <a:r>
              <a:rPr lang="en-US" sz="6600" dirty="0" smtClean="0"/>
              <a:t> </a:t>
            </a:r>
            <a:r>
              <a:rPr lang="en-US" sz="6600" dirty="0" err="1" smtClean="0"/>
              <a:t>atāṇit-ennatu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tiricc-aṙiññavar</a:t>
            </a:r>
            <a:r>
              <a:rPr lang="en-US" sz="6600" dirty="0" smtClean="0"/>
              <a:t> </a:t>
            </a:r>
            <a:r>
              <a:rPr lang="en-US" sz="6600" dirty="0" err="1" smtClean="0"/>
              <a:t>utirtta</a:t>
            </a:r>
            <a:r>
              <a:rPr lang="en-US" sz="6600" dirty="0" smtClean="0"/>
              <a:t> </a:t>
            </a:r>
            <a:r>
              <a:rPr lang="en-US" sz="6600" dirty="0" err="1" smtClean="0"/>
              <a:t>vāymozhi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Hearing from those who knew it is a path seldom travelled,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tiriccu</a:t>
            </a:r>
            <a:r>
              <a:rPr lang="en-US" sz="6000" dirty="0" smtClean="0"/>
              <a:t> </a:t>
            </a:r>
            <a:r>
              <a:rPr lang="en-US" sz="6000" dirty="0" err="1" smtClean="0"/>
              <a:t>ñānumā</a:t>
            </a:r>
            <a:r>
              <a:rPr lang="en-US" sz="6000" dirty="0" smtClean="0"/>
              <a:t> </a:t>
            </a:r>
            <a:r>
              <a:rPr lang="en-US" sz="6000" dirty="0" err="1" smtClean="0"/>
              <a:t>pathē</a:t>
            </a:r>
            <a:r>
              <a:rPr lang="en-US" sz="6000" dirty="0" smtClean="0"/>
              <a:t> </a:t>
            </a:r>
            <a:r>
              <a:rPr lang="en-US" sz="6000" dirty="0" err="1" smtClean="0"/>
              <a:t>ennākilum</a:t>
            </a:r>
            <a:r>
              <a:rPr lang="en-US" sz="6000" dirty="0" smtClean="0"/>
              <a:t> - </a:t>
            </a:r>
            <a:r>
              <a:rPr lang="en-US" sz="6000" dirty="0" err="1" smtClean="0"/>
              <a:t>tiḍukkam</a:t>
            </a:r>
            <a:r>
              <a:rPr lang="en-US" sz="6000" dirty="0" smtClean="0"/>
              <a:t> </a:t>
            </a:r>
            <a:r>
              <a:rPr lang="en-US" sz="6000" dirty="0" err="1" smtClean="0"/>
              <a:t>uṇḍenikk-aṙiññiḍān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</a:t>
            </a:r>
            <a:r>
              <a:rPr lang="en-US" sz="5400" dirty="0" smtClean="0">
                <a:solidFill>
                  <a:srgbClr val="FFFF00"/>
                </a:solidFill>
              </a:rPr>
              <a:t>too have begun to walk upon it, but O Mother I want to know my true self, without any delay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tirike</a:t>
            </a:r>
            <a:r>
              <a:rPr lang="en-US" sz="6600" dirty="0" smtClean="0"/>
              <a:t> </a:t>
            </a:r>
            <a:r>
              <a:rPr lang="en-US" sz="6600" dirty="0" err="1" smtClean="0"/>
              <a:t>ennilēkk-uḷḷorā</a:t>
            </a:r>
            <a:r>
              <a:rPr lang="en-US" sz="6600" dirty="0" smtClean="0"/>
              <a:t> </a:t>
            </a:r>
            <a:r>
              <a:rPr lang="en-US" sz="6600" dirty="0" err="1" smtClean="0"/>
              <a:t>yātrayil</a:t>
            </a:r>
            <a:r>
              <a:rPr lang="en-US" sz="6600" dirty="0" smtClean="0"/>
              <a:t> - </a:t>
            </a:r>
            <a:r>
              <a:rPr lang="en-US" sz="6600" dirty="0" err="1" smtClean="0"/>
              <a:t>taḍitu</a:t>
            </a:r>
            <a:r>
              <a:rPr lang="en-US" sz="6600" dirty="0" smtClean="0"/>
              <a:t> </a:t>
            </a:r>
            <a:r>
              <a:rPr lang="en-US" sz="6600" dirty="0" err="1" smtClean="0"/>
              <a:t>samāna-prakāśamāy</a:t>
            </a:r>
            <a:r>
              <a:rPr lang="en-US" sz="6600" dirty="0" smtClean="0"/>
              <a:t> </a:t>
            </a:r>
            <a:r>
              <a:rPr lang="en-US" sz="6600" dirty="0" err="1" smtClean="0"/>
              <a:t>vīthiyil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In this journey towards my true self, may you remove my lethargy</a:t>
            </a:r>
            <a:r>
              <a:rPr lang="en-US" sz="6600" dirty="0" smtClean="0">
                <a:solidFill>
                  <a:srgbClr val="FFFF00"/>
                </a:solidFill>
              </a:rPr>
              <a:t>.</a:t>
            </a:r>
            <a:endParaRPr lang="en-US" sz="66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tamassām</a:t>
            </a:r>
            <a:r>
              <a:rPr lang="en-US" sz="6000" dirty="0" smtClean="0"/>
              <a:t> </a:t>
            </a:r>
            <a:r>
              <a:rPr lang="en-US" sz="6000" dirty="0" err="1" smtClean="0"/>
              <a:t>ālasyam</a:t>
            </a:r>
            <a:r>
              <a:rPr lang="en-US" sz="6000" dirty="0" smtClean="0"/>
              <a:t> </a:t>
            </a:r>
            <a:r>
              <a:rPr lang="en-US" sz="6000" dirty="0" err="1" smtClean="0"/>
              <a:t>okke</a:t>
            </a:r>
            <a:r>
              <a:rPr lang="en-US" sz="6000" dirty="0" smtClean="0"/>
              <a:t> </a:t>
            </a:r>
            <a:r>
              <a:rPr lang="en-US" sz="6000" dirty="0" err="1" smtClean="0"/>
              <a:t>akaṫṫi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- </a:t>
            </a:r>
            <a:r>
              <a:rPr lang="en-US" sz="6000" dirty="0" err="1" smtClean="0"/>
              <a:t>tanmayī</a:t>
            </a:r>
            <a:r>
              <a:rPr lang="en-US" sz="6000" dirty="0" smtClean="0"/>
              <a:t>! </a:t>
            </a:r>
            <a:r>
              <a:rPr lang="en-US" sz="6000" dirty="0" err="1" smtClean="0"/>
              <a:t>ennum</a:t>
            </a:r>
            <a:r>
              <a:rPr lang="en-US" sz="6000" dirty="0" smtClean="0"/>
              <a:t> </a:t>
            </a:r>
            <a:r>
              <a:rPr lang="en-US" sz="6000" dirty="0" err="1" smtClean="0"/>
              <a:t>nayikkaṇē</a:t>
            </a:r>
            <a:r>
              <a:rPr lang="en-US" sz="6000" dirty="0" smtClean="0"/>
              <a:t> </a:t>
            </a:r>
            <a:r>
              <a:rPr lang="en-US" sz="6000" dirty="0" err="1" smtClean="0"/>
              <a:t>satpathē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Illuminate </a:t>
            </a:r>
            <a:r>
              <a:rPr lang="en-US" sz="6600" dirty="0" smtClean="0">
                <a:solidFill>
                  <a:srgbClr val="FFFF00"/>
                </a:solidFill>
              </a:rPr>
              <a:t>my path, O </a:t>
            </a:r>
            <a:r>
              <a:rPr lang="en-US" sz="6600" dirty="0" err="1" smtClean="0">
                <a:solidFill>
                  <a:srgbClr val="FFFF00"/>
                </a:solidFill>
              </a:rPr>
              <a:t>Tanmayi</a:t>
            </a:r>
            <a:r>
              <a:rPr lang="en-US" sz="6600" dirty="0" smtClean="0">
                <a:solidFill>
                  <a:srgbClr val="FFFF00"/>
                </a:solidFill>
              </a:rPr>
              <a:t>, and guide me along this glorious way!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222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niśayuḍe nīḷam niśabdamām tīrē</vt:lpstr>
      <vt:lpstr>niśayuḍe nīḷam niśabdamām tīrē - nilayillā prēma-pravāhamām ninne</vt:lpstr>
      <vt:lpstr>ninacca ñān aṅgu taniccirikkumbōḷ nivṛttamāy varum nitānta-duḥkhaṅgaḷ</vt:lpstr>
      <vt:lpstr>taniccirikketān tanikk-uḷḷiluḷḷa - tanisvarūpatte aviśramam aṅgu</vt:lpstr>
      <vt:lpstr>tiraññiḍānuḷḷa tiricc-aṙivināy - tiru kṛpayonnu ozhukkiḍēṇamē</vt:lpstr>
      <vt:lpstr>tirikillāvīthi atāṇit-ennatu tiricc-aṙiññavar utirtta vāymozhi</vt:lpstr>
      <vt:lpstr>tiriccu ñānumā pathē ennākilum - tiḍukkam uṇḍenikk-aṙiññiḍān ammē</vt:lpstr>
      <vt:lpstr>tirike ennilēkk-uḷḷorā yātrayil - taḍitu samāna-prakāśamāy vīthiyil</vt:lpstr>
      <vt:lpstr>tamassām ālasyam okke akaṫṫi nī - tanmayī! ennum nayikkaṇē satpathē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306</cp:revision>
  <dcterms:created xsi:type="dcterms:W3CDTF">2006-08-16T00:00:00Z</dcterms:created>
  <dcterms:modified xsi:type="dcterms:W3CDTF">2025-04-30T16:02:03Z</dcterms:modified>
</cp:coreProperties>
</file>