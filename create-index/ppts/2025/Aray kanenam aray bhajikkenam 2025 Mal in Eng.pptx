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114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853C8-7254-4F1A-9E47-B15E6AB11103}" type="datetimeFigureOut">
              <a:rPr lang="en-US" smtClean="0"/>
              <a:pPr/>
              <a:t>25-Jul-2025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09A2B-1509-4394-A4D9-5DB35E0EB0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ārāy kāṇēṇam ārāy bhajikkēṇam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ārāy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kāṇēṇam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ārāy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bhajikkēṇam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mātṛ-rūpam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pūṇḍen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guruvāyo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what form should I behold you and worship you? As my Guru, who has taken the form of the Mother?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śrī viṭhala-smaraṇa ēkum śyāmayāyō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atō prāṇanum prāṇan en śyāmanāyō?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Or as Kali, who reminds me of Sri Vithala, sharing the same dark hue? Or as Sri Krishna, the very life of my life?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ārāy kāṇēṇam…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what form should I behold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kārmēgha-varṇṇattil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māṫṫamilla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tellum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kusṛti-kuṙumbilum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māṫṫamilla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The color of dark rain clouds has not changed—the mischief remains the same.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karivaṇḍu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pōluḷḷor-aḷakaṅgaḷum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pinne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ellām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aṙiyum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mṛḍu-smēravum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Krishna, Kali, and my Mother all share the same curly locks, dancing like black bees upon their brows, and the same all-knowing, tender smile.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ārāy kāṇēṇam…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what form should I behold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pādam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piṇaccu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ninnēṙe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kazhaññatō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paramaśivan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tirumāṙil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vaccu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When I see Mother Kali standing with her feet upon Lord Shiva’s chest, it feels to me as though it is Krishna, resting his feet—tired from standing long with legs crossed.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nāvu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nīṭṭunnatu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rudhirattinalla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en 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400" dirty="0" smtClean="0">
                <a:solidFill>
                  <a:srgbClr val="FFFFFF"/>
                </a:solidFill>
                <a:latin typeface="Calibri"/>
              </a:rPr>
            </a:b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hṛdayattil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ūṙum</a:t>
            </a:r>
            <a:r>
              <a:rPr lang="en-US" sz="54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400" dirty="0" err="1" smtClean="0">
                <a:solidFill>
                  <a:srgbClr val="FFFFFF"/>
                </a:solidFill>
                <a:latin typeface="Calibri"/>
              </a:rPr>
              <a:t>navanītattināy</a:t>
            </a:r>
            <a:endParaRPr lang="en-US" sz="5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And when I see Mother Kali with her tongue out, I don’t feel she is thirsting for blood; I feel it is Lord Krishna, eager to lick up the fresh butter filling my heart.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ārāy kāṇēṇam…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what form should I behold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muḍiyil tirukiya mayilppīli vīṇatō makuḍattin maṙayil nī oḷiccu vaccō?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Has the peacock feather fallen from your hair, or have you hidden it behind Mother Kali’s crown?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enikku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kāṇām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kṛṣṇā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ā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pīli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innum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vaśya-saundaryattin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niṙappakiṭṭāy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 may try to hide it, to conceal who you are, but even today, as I gaze upon Mother Kali, I see your peacock feather—adding color to her bewitching beauty.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ārāy kāṇēṇam…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what form should I behold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āvōḷam mātṛ-vātsalyam uṇḍeṅkilum ā prēmam entē nī oḷiccu vaccū?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 are showering us with overwhelming love in the form of Mother—but why are you hiding the boundless love you once gave the gopis?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oru vaṭṭam kūḍi nin vṛndāvanam viḍān maḍiyārnnō jananiyāy nī lasippū?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Are you reveling here as Mother because you cannot bear to leave Vrindavan again?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prēmam rahasyamāy eṅkilum ivaḷkku nalkū 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kaṇṇā rahasyamāy tanne ñān oḷiccu vekkām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300" smtClean="0">
                <a:solidFill>
                  <a:srgbClr val="FFFF00"/>
                </a:solidFill>
                <a:latin typeface="Calibri"/>
              </a:rPr>
              <a:t>Krishna, give me that same love, even if in secret. I will treasure it within, hidden from all. Give me that love without anyone knowing—I will conceal it deep in my heart, where no one can see.</a:t>
            </a:r>
            <a:endParaRPr lang="en-US" sz="4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ārāy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kāṇēṇam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ārāy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bhajikkēṇam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? 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kāḷiyō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kṛṣṇanō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collukammē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? 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Tell me, Mother—whom should I see you as and worship: Kali or Krishna?”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600" smtClean="0">
                <a:solidFill>
                  <a:srgbClr val="FFFFFF"/>
                </a:solidFill>
                <a:latin typeface="Calibri"/>
              </a:rPr>
              <a:t>‘janma-janmaṅgaḷāy nin sakhan kṛṣṇanāyum ninnile nīyāyum aṙiññu koḷka’</a:t>
            </a:r>
            <a:br>
              <a:rPr lang="en-US" sz="4600" smtClean="0">
                <a:solidFill>
                  <a:srgbClr val="FFFFFF"/>
                </a:solidFill>
                <a:latin typeface="Calibri"/>
              </a:rPr>
            </a:br>
            <a:r>
              <a:rPr lang="en-US" sz="4600" smtClean="0">
                <a:solidFill>
                  <a:srgbClr val="FFFFFF"/>
                </a:solidFill>
                <a:latin typeface="Calibri"/>
              </a:rPr>
              <a:t>ennennōḍ-annamma mozhiññ-uṇartti</a:t>
            </a:r>
            <a:endParaRPr lang="en-US" sz="4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Mother replied, “See me as your Krishna—the one who has been with you in every birth, the one who dwells within you as the You in you.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vṛndāvanēśā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kṛṣṇā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rādhā-priyaṅkarā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śyāmā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harē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Krishna! Lord of Vrindavan, grant me refuge... Beloved of Radha,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amṛtapurēśā prāṇēśā harē…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mama hṛdaya-nivāsā amṛtēśā harē…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Lord of Amritapuri, Lord of my life who dwells within my heart—grant me refuge...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510</Words>
  <Application>Microsoft Office PowerPoint</Application>
  <PresentationFormat>On-screen Show (4:3)</PresentationFormat>
  <Paragraphs>41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ārāy kāṇēṇam ārāy bhajikkēṇam</vt:lpstr>
      <vt:lpstr>ārāy kāṇēṇam  ārāy bhajikkēṇam  mātṛ-rūpam pūṇḍen guruvāyo</vt:lpstr>
      <vt:lpstr>śrī viṭhala-smaraṇa ēkum śyāmayāyō atō prāṇanum prāṇan en śyāmanāyō? </vt:lpstr>
      <vt:lpstr>ārāy kāṇēṇam…</vt:lpstr>
      <vt:lpstr>kārmēgha-varṇṇattil māṫṫamilla tellum  kusṛti-kuṙumbilum māṫṫamilla</vt:lpstr>
      <vt:lpstr>karivaṇḍu  pōluḷḷor-aḷakaṅgaḷum  pinne ellām aṙiyum  mṛḍu-smēravum</vt:lpstr>
      <vt:lpstr>ārāy kāṇēṇam…</vt:lpstr>
      <vt:lpstr>pādam piṇaccu  ninnēṙe kazhaññatō paramaśivan tirumāṙil vaccu</vt:lpstr>
      <vt:lpstr>nāvu nīṭṭunnatu  rudhirattinalla en  hṛdayattil ūṙum navanītattināy</vt:lpstr>
      <vt:lpstr>ārāy kāṇēṇam…</vt:lpstr>
      <vt:lpstr>muḍiyil tirukiya mayilppīli vīṇatō makuḍattin maṙayil nī oḷiccu vaccō? </vt:lpstr>
      <vt:lpstr>enikku kāṇām kṛṣṇā ā pīli innum nin  vaśya-saundaryattin niṙappakiṭṭāy</vt:lpstr>
      <vt:lpstr>ārāy kāṇēṇam…</vt:lpstr>
      <vt:lpstr>āvōḷam mātṛ-vātsalyam uṇḍeṅkilum ā prēmam entē nī oḷiccu vaccū? </vt:lpstr>
      <vt:lpstr>oru vaṭṭam kūḍi nin vṛndāvanam viḍān maḍiyārnnō jananiyāy nī lasippū? </vt:lpstr>
      <vt:lpstr>prēmam rahasyamāy eṅkilum ivaḷkku nalkū  kaṇṇā rahasyamāy tanne ñān oḷiccu vekkām</vt:lpstr>
      <vt:lpstr>ārāy kāṇēṇam  ārāy bhajikkēṇam?  kāḷiyō kṛṣṇanō collukammē? </vt:lpstr>
      <vt:lpstr>‘janma-janmaṅgaḷāy nin sakhan kṛṣṇanāyum ninnile nīyāyum aṙiññu koḷka’ ennennōḍ-annamma mozhiññ-uṇartti</vt:lpstr>
      <vt:lpstr>vṛndāvanēśā kṛṣṇā harē… rādhā-priyaṅkarā  śyāmā harē…</vt:lpstr>
      <vt:lpstr>amṛtapurēśā prāṇēśā harē… mama hṛdaya-nivāsā amṛtēśā harē…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ārāy kāṇēṇam ārāy bhajikkēṇam</dc:title>
  <dc:creator>Amrita</dc:creator>
  <cp:lastModifiedBy>AMMA</cp:lastModifiedBy>
  <cp:revision>7</cp:revision>
  <dcterms:created xsi:type="dcterms:W3CDTF">2025-07-16T10:20:59Z</dcterms:created>
  <dcterms:modified xsi:type="dcterms:W3CDTF">2025-07-25T15:08:27Z</dcterms:modified>
</cp:coreProperties>
</file>