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4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1A665-A385-4A37-ACFE-FD1FA650741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A14A3-C0E8-4219-AF0F-D70D17BBBED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Souriez, Souriez - Navvu Navvu Navvu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Souriez, Souriez... Essuyez vos larmes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« Souriez » dit Amma... « Riez » nous dit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Smile, smile… wipe away your tears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“Smile,” Amma says… “Laugh,” Amma tells us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Si tu as la richesse, et que tu es honoré,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Même bien entouré, es-tu vraiment satisfait 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If you have wealth and if you’re honored,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And are even well surrounded, are you truly satisfied?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Celui qui naît va mourir, et renaître à nouveau,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En pleurant... mais à quoi rime cette vie de tourments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The one who is born will die, and be born again,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Crying... but what’s the point of this life of torment?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ha ha ha ha ha ha !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ho ho ho ho ho ho !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ha ha ha ha ha ha!</a:t>
            </a:r>
          </a:p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ho ho ho ho ho ho!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On pourrait te blâmer... Il vaudrait mieux en rire 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They could blame you...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Better to just laugh about it!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Si tu viens à tomber... Relève-toi en riant 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you stumble and fall… get back up laughing!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Oublie tous tes soucis... Et de nouveau souris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Forget all your worries... And smile again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Que le souffle qui t'anime, soit un sourire à la vie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the breath that animates you be a smile to life itself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ha ha ha ha ha ha !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ho ho ho ho ho ho !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ha ha ha ha ha ha!</a:t>
            </a:r>
          </a:p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ho ho ho ho ho ho!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600" smtClean="0">
                <a:solidFill>
                  <a:srgbClr val="FFFFFF"/>
                </a:solidFill>
                <a:latin typeface="Calibri"/>
              </a:rPr>
              <a:t>Amma demeure en tout, alors ne t'en fais pas</a:t>
            </a:r>
            <a:br>
              <a:rPr lang="fr-FR" sz="5600" smtClean="0">
                <a:solidFill>
                  <a:srgbClr val="FFFFFF"/>
                </a:solidFill>
                <a:latin typeface="Calibri"/>
              </a:rPr>
            </a:br>
            <a:r>
              <a:rPr lang="fr-FR" sz="5600" smtClean="0">
                <a:solidFill>
                  <a:srgbClr val="FFFFFF"/>
                </a:solidFill>
                <a:latin typeface="Calibri"/>
              </a:rPr>
              <a:t>Elle est toujours en nous, aie la foi et la joie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Amma dwells in everything, so don’t worry</a:t>
            </a:r>
          </a:p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She’s always within us, have faith and joy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Sitôt que tu souris, la création aussi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moment you smile, creation smiles too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Vois le sourire d'Amma, viens danser dans la joie !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See Amma’s smile, come dance with joy!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ha ha ha ha ha ha !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« Riez » nous dit Amma... ho ho ho ho ho ho !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ha ha ha ha ha ha!</a:t>
            </a:r>
          </a:p>
          <a:p>
            <a:r>
              <a:rPr lang="it-IT" sz="5300" smtClean="0">
                <a:solidFill>
                  <a:srgbClr val="FFFF00"/>
                </a:solidFill>
                <a:latin typeface="Calibri"/>
              </a:rPr>
              <a:t>“Laugh,” Amma tells us... ho ho ho ho ho ho!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380</Words>
  <Application>Microsoft Office PowerPoint</Application>
  <PresentationFormat>On-screen Show (4:3)</PresentationFormat>
  <Paragraphs>37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Souriez, Souriez - Navvu Navvu Navvu </vt:lpstr>
      <vt:lpstr>Souriez, Souriez... Essuyez vos larmes « Souriez » dit Amma... « Riez » nous dit Amma</vt:lpstr>
      <vt:lpstr>Si tu as la richesse, et que tu es honoré, Même bien entouré, es-tu vraiment satisfait ? </vt:lpstr>
      <vt:lpstr>Celui qui naît va mourir, et renaître à nouveau, En pleurant... mais à quoi rime cette vie de tourments </vt:lpstr>
      <vt:lpstr>« Riez » nous dit Amma... ha ha ha ha ha ha ! « Riez » nous dit Amma... ho ho ho ho ho ho ! </vt:lpstr>
      <vt:lpstr>On pourrait te blâmer... Il vaudrait mieux en rire ! </vt:lpstr>
      <vt:lpstr>Si tu viens à tomber... Relève-toi en riant ! </vt:lpstr>
      <vt:lpstr>Oublie tous tes soucis... Et de nouveau souris</vt:lpstr>
      <vt:lpstr>Que le souffle qui t'anime, soit un sourire à la vie</vt:lpstr>
      <vt:lpstr>« Riez » nous dit Amma... ha ha ha ha ha ha ! « Riez » nous dit Amma... ho ho ho ho ho ho ! </vt:lpstr>
      <vt:lpstr>Amma demeure en tout, alors ne t'en fais pas Elle est toujours en nous, aie la foi et la joie</vt:lpstr>
      <vt:lpstr>Sitôt que tu souris, la création aussi</vt:lpstr>
      <vt:lpstr>Vois le sourire d'Amma, viens danser dans la joie ! </vt:lpstr>
      <vt:lpstr>« Riez » nous dit Amma... ha ha ha ha ha ha ! « Riez » nous dit Amma... ho ho ho ho ho ho 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Souriez, Souriez - Navvu Navvu Navvu</dc:title>
  <dc:creator>Amrita</dc:creator>
  <cp:lastModifiedBy>Amrita</cp:lastModifiedBy>
  <cp:revision>1</cp:revision>
  <dcterms:created xsi:type="dcterms:W3CDTF">2025-08-11T18:38:09Z</dcterms:created>
  <dcterms:modified xsi:type="dcterms:W3CDTF">2025-08-11T18:40:51Z</dcterms:modified>
</cp:coreProperties>
</file>