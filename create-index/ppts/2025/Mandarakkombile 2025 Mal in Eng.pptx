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EB1CA-78F9-40D2-A51A-9097EFBF1E5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9E20A-3757-4B9F-A2C8-A39627E49EA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mandārakkombile śārika pāḍi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smtClean="0">
                <a:solidFill>
                  <a:srgbClr val="FFFFFF"/>
                </a:solidFill>
                <a:latin typeface="Calibri"/>
              </a:rPr>
              <a:t>mandārakkombile śārika pāḍi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sundara-bhumiyām amṛta-tīram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jagadambika vāzhum sundara-tīram</a:t>
            </a:r>
            <a:br>
              <a:rPr lang="en-US" sz="4800" smtClean="0">
                <a:solidFill>
                  <a:srgbClr val="FFFFFF"/>
                </a:solidFill>
                <a:latin typeface="Calibri"/>
              </a:rPr>
            </a:br>
            <a:r>
              <a:rPr lang="en-US" sz="4800" smtClean="0">
                <a:solidFill>
                  <a:srgbClr val="FFFFFF"/>
                </a:solidFill>
                <a:latin typeface="Calibri"/>
              </a:rPr>
              <a:t>makkaḷkkāyi tīrttorī mātṛ-tīram</a:t>
            </a:r>
            <a:endParaRPr lang="en-US" sz="4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700" smtClean="0">
                <a:solidFill>
                  <a:srgbClr val="FFFF00"/>
                </a:solidFill>
                <a:latin typeface="Calibri"/>
              </a:rPr>
              <a:t>A parrot perched on the branch of the Mandaram tree sings—“This sacred shore, where the Mother of the Universe dwells, is a land beyond death.” O Jagadambika, you have lovingly created this divine Amritapuri for the sake of your children.</a:t>
            </a:r>
            <a:endParaRPr lang="en-US" sz="3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bhupāḷa-rāgam pāḍi uṇarum ī tīram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 tan śvāsattin kuḷir ēṫṫu nilppū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The ocean waves rise, singing in the tones of Bhupala Raga at dawn, in a land infused with the cool breath of Mother herself.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saṅgīta-priya tan nāda-taraṅgattil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ujjvalikkunnu ī mēdini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This blessed land glows brightly with the melodies flowing from Mother, lover of music and source of all harmony.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tāpasa-vṛndaṅgaḷ tapam ceytirunnori dharaṇi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divyapādam patiññori puṇyabhūmi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Here, great sages once performed deep and austere penance. It is a holy ground, graced by Mother’s footprints.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vēda-mantradhvani uyarttunnu sāgaram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dēvalōkam vellum ī dharitri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The ocean echoes with the sacred chanting of Vedic mantras. Even the celestial realms cannot rival the divine beauty of Amritapuri.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hōmāgni nityam eriyunnori divya-kṣētram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mantra-dhvanikaḷ muzhaṅgunna yajña-tīram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In the temple, every day, the sacred flames arise from ritual oblations. Mantras resound continuously in this land of sacrifice.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ajñānadhvānta dīpikayām 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vijñāna-dīpam pakarunnu nityam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O Mother, the lamp that dispels the darkness of ignorance—you impart the light of true knowledge to all who come to you, each and every day.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mandārakkombile śārika pāḍi</vt:lpstr>
      <vt:lpstr>mandārakkombile śārika pāḍi sundara-bhumiyām amṛta-tīram jagadambika vāzhum sundara-tīram makkaḷkkāyi tīrttorī mātṛ-tīram</vt:lpstr>
      <vt:lpstr>bhupāḷa-rāgam pāḍi uṇarum ī tīram amma tan śvāsattin kuḷir ēṫṫu nilppū</vt:lpstr>
      <vt:lpstr>saṅgīta-priya tan nāda-taraṅgattil ujjvalikkunnu ī mēdini</vt:lpstr>
      <vt:lpstr>tāpasa-vṛndaṅgaḷ tapam ceytirunnori dharaṇi divyapādam patiññori puṇyabhūmi</vt:lpstr>
      <vt:lpstr>vēda-mantradhvani uyarttunnu sāgaram dēvalōkam vellum ī dharitri</vt:lpstr>
      <vt:lpstr>hōmāgni nityam eriyunnori divya-kṣētram mantra-dhvanikaḷ muzhaṅgunna yajña-tīram</vt:lpstr>
      <vt:lpstr>ajñānadhvānta dīpikayām amma vijñāna-dīpam pakarunnu nityam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mandārakkombile śārika pāḍi</dc:title>
  <dc:creator>Amrita</dc:creator>
  <cp:lastModifiedBy>Amrita</cp:lastModifiedBy>
  <cp:revision>1</cp:revision>
  <dcterms:created xsi:type="dcterms:W3CDTF">2025-08-01T17:28:35Z</dcterms:created>
  <dcterms:modified xsi:type="dcterms:W3CDTF">2025-08-01T17:29:06Z</dcterms:modified>
</cp:coreProperties>
</file>