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2" r:id="rId2"/>
    <p:sldId id="293" r:id="rId3"/>
    <p:sldId id="294" r:id="rId4"/>
    <p:sldId id="295" r:id="rId5"/>
    <p:sldId id="296" r:id="rId6"/>
    <p:sldId id="302" r:id="rId7"/>
    <p:sldId id="298" r:id="rId8"/>
    <p:sldId id="303" r:id="rId9"/>
    <p:sldId id="300" r:id="rId10"/>
    <p:sldId id="304" r:id="rId11"/>
    <p:sldId id="305" r:id="rId12"/>
    <p:sldId id="30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4589" autoAdjust="0"/>
    <p:restoredTop sz="86441" autoAdjust="0"/>
  </p:normalViewPr>
  <p:slideViewPr>
    <p:cSldViewPr>
      <p:cViewPr varScale="1">
        <p:scale>
          <a:sx n="71" d="100"/>
          <a:sy n="71" d="100"/>
        </p:scale>
        <p:origin x="-1565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is the face of god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smtClean="0"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7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is the face of god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silent song of the soul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this life will pass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like dust in the wind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alone will remain 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we take this birth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to find the one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who shines with the light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of a thousand suns 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is the face of god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silent song of the soul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to see that one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in every face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cast off the past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let your mind fall away 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is the face of god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silent song of the soul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by love alone, the path is shown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to end this age of strife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is the face of god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silent song of the soul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this life will pass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like dust in the wind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alone will remain 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2845</TotalTime>
  <Words>66</Words>
  <Application>Microsoft Office PowerPoint</Application>
  <PresentationFormat>On-screen Show (4:3)</PresentationFormat>
  <Paragraphs>14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love is the face of god </vt:lpstr>
      <vt:lpstr>love is the face of god  the silent song of the soul</vt:lpstr>
      <vt:lpstr>this life will pass like dust in the wind</vt:lpstr>
      <vt:lpstr>love alone will remain </vt:lpstr>
      <vt:lpstr>we take this birth to find the one who shines with the light  of a thousand suns </vt:lpstr>
      <vt:lpstr>love is the face of god  the silent song of the soul</vt:lpstr>
      <vt:lpstr>to see that one in every face cast off the past let your mind fall away </vt:lpstr>
      <vt:lpstr>love is the face of god  the silent song of the soul</vt:lpstr>
      <vt:lpstr>by love alone, the path is shown  to end this age of strife </vt:lpstr>
      <vt:lpstr>love is the face of god  the silent song of the soul</vt:lpstr>
      <vt:lpstr>this life will pass like dust in the wind</vt:lpstr>
      <vt:lpstr>love alone will remain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327</cp:revision>
  <dcterms:created xsi:type="dcterms:W3CDTF">2006-08-16T00:00:00Z</dcterms:created>
  <dcterms:modified xsi:type="dcterms:W3CDTF">2025-12-25T08:27:56Z</dcterms:modified>
</cp:coreProperties>
</file>