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F05E5-09DE-4FE4-ADBD-971C1E35A1A1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5782-753E-4D79-B58A-7FBF214313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F05E5-09DE-4FE4-ADBD-971C1E35A1A1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5782-753E-4D79-B58A-7FBF214313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F05E5-09DE-4FE4-ADBD-971C1E35A1A1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5782-753E-4D79-B58A-7FBF214313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F05E5-09DE-4FE4-ADBD-971C1E35A1A1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5782-753E-4D79-B58A-7FBF214313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F05E5-09DE-4FE4-ADBD-971C1E35A1A1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5782-753E-4D79-B58A-7FBF214313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F05E5-09DE-4FE4-ADBD-971C1E35A1A1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5782-753E-4D79-B58A-7FBF214313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F05E5-09DE-4FE4-ADBD-971C1E35A1A1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5782-753E-4D79-B58A-7FBF214313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F05E5-09DE-4FE4-ADBD-971C1E35A1A1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5782-753E-4D79-B58A-7FBF214313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F05E5-09DE-4FE4-ADBD-971C1E35A1A1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5782-753E-4D79-B58A-7FBF214313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F05E5-09DE-4FE4-ADBD-971C1E35A1A1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5782-753E-4D79-B58A-7FBF214313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F05E5-09DE-4FE4-ADBD-971C1E35A1A1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5782-753E-4D79-B58A-7FBF214313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CF05E5-09DE-4FE4-ADBD-971C1E35A1A1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C5782-753E-4D79-B58A-7FBF214313D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mhārā rē giridhar gōpāl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(Marwari)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mhārā rē giridhar gōpāl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dūsrā ṇa kōyā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dūsrā ṇa kōyā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dūsrā ṇa kōyā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My Lord is Giridhar Gopal-there is no other for me, none at all.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sadā sakal lōk jōyā dūsrā ṇa kōyā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mhārā rē giridhar gōpāl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Throughout all the worlds, I have seen and known—there is no one else for me. My Lord is Giridhar Gopal.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bhāyā chāḍyā bandhā chāḍyā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chāḍyā sagā bhūyā…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I left behind my fears, I left behind my family and kin. I abandoned every worldly tie.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sādhū saṅg baiṭh baiṭh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sādhū saṅg baiṭh baiṭh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lōk lāj khōyā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Sitting in the company of saints, I lost all concern for what people may think or say.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bhagat dēkhyā rājihyā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jagat dēkhyā rōyā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I beheld the true devotee, I rejoiced; but when I looked upon the world, I wept.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dūdh math gṛt kāḍh laiyā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dār gayā chuyā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dār gayā chuyā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churned the milk of devotion and drew out the pure ghee—yet the world laughed and scorned me.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rāṇā viṣ rō pyālā bhējā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piyā magaṇ hōyā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Rana sent me a cup of poison, but I drank it with joyful surrender.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mīrā rī lagan lagyā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mīrā rī lagan lagyā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hōṇa hō jō hōyā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Mira has given her heart completely—whatever is to happen, let it happen.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mhārā rē giridhar gōpāl</vt:lpstr>
      <vt:lpstr>mhārā rē giridhar gōpāl dūsrā ṇa kōyā dūsrā ṇa kōyā dūsrā ṇa kōyā</vt:lpstr>
      <vt:lpstr>sadā sakal lōk jōyā dūsrā ṇa kōyā mhārā rē giridhar gōpāl</vt:lpstr>
      <vt:lpstr>bhāyā chāḍyā bandhā chāḍyā chāḍyā sagā bhūyā…</vt:lpstr>
      <vt:lpstr>sādhū saṅg baiṭh baiṭh sādhū saṅg baiṭh baiṭh lōk lāj khōyā</vt:lpstr>
      <vt:lpstr>bhagat dēkhyā rājihyā  jagat dēkhyā rōyā</vt:lpstr>
      <vt:lpstr>dūdh math gṛt kāḍh laiyā dār gayā chuyā dār gayā chuyā</vt:lpstr>
      <vt:lpstr>rāṇā viṣ rō pyālā bhējā piyā magaṇ hōyā</vt:lpstr>
      <vt:lpstr>mīrā rī lagan lagyā mīrā rī lagan lagyā hōṇa hō jō hōyā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mhārā rē giridhar gōpāl</dc:title>
  <dc:creator>Amrita</dc:creator>
  <cp:lastModifiedBy>Amrita</cp:lastModifiedBy>
  <cp:revision>1</cp:revision>
  <dcterms:created xsi:type="dcterms:W3CDTF">2025-07-13T13:21:03Z</dcterms:created>
  <dcterms:modified xsi:type="dcterms:W3CDTF">2025-07-13T13:21:52Z</dcterms:modified>
</cp:coreProperties>
</file>