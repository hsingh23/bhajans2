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1" r:id="rId2"/>
    <p:sldId id="296" r:id="rId3"/>
    <p:sldId id="300" r:id="rId4"/>
    <p:sldId id="301" r:id="rId5"/>
    <p:sldId id="295" r:id="rId6"/>
    <p:sldId id="302" r:id="rId7"/>
    <p:sldId id="292" r:id="rId8"/>
    <p:sldId id="297" r:id="rId9"/>
    <p:sldId id="303" r:id="rId10"/>
    <p:sldId id="293" r:id="rId11"/>
    <p:sldId id="298" r:id="rId12"/>
    <p:sldId id="304" r:id="rId13"/>
    <p:sldId id="294" r:id="rId14"/>
    <p:sldId id="299" r:id="rId15"/>
    <p:sldId id="30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 smtClean="0"/>
              <a:t>kaṇṇunīr</a:t>
            </a:r>
            <a:r>
              <a:rPr lang="en-US" sz="8000" dirty="0" smtClean="0"/>
              <a:t> </a:t>
            </a:r>
            <a:r>
              <a:rPr lang="en-US" sz="8000" dirty="0" err="1" smtClean="0"/>
              <a:t>chāliccu</a:t>
            </a:r>
            <a:r>
              <a:rPr lang="en-US" sz="8000" dirty="0" smtClean="0"/>
              <a:t> </a:t>
            </a:r>
            <a:r>
              <a:rPr lang="en-US" sz="8000" dirty="0" err="1" smtClean="0"/>
              <a:t>chālicc-ezhutām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(Malayalam)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chāliccu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chālicc-ezhutām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prēma-kāvyaṅgaḷ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the ink of my tears, I compose a thousand love songs.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tṛppāda-pūjaykkāy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prēma-puṣpaṅgaḷ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arppicciḍām</a:t>
            </a:r>
            <a:r>
              <a:rPr lang="en-US" sz="6000" dirty="0" smtClean="0"/>
              <a:t> </a:t>
            </a:r>
            <a:r>
              <a:rPr lang="en-US" sz="6000" dirty="0" err="1" smtClean="0"/>
              <a:t>mana</a:t>
            </a:r>
            <a:r>
              <a:rPr lang="en-US" sz="6000" dirty="0" smtClean="0"/>
              <a:t> </a:t>
            </a:r>
            <a:r>
              <a:rPr lang="en-US" sz="6000" dirty="0" err="1" smtClean="0"/>
              <a:t>malarkaḷāyi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the petals of love from my heart, I worship your lotus feet.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entinō</a:t>
            </a:r>
            <a:r>
              <a:rPr lang="en-US" sz="6000" dirty="0" smtClean="0"/>
              <a:t> </a:t>
            </a:r>
            <a:r>
              <a:rPr lang="en-US" sz="6000" dirty="0" err="1" smtClean="0"/>
              <a:t>vēṇḍi</a:t>
            </a:r>
            <a:r>
              <a:rPr lang="en-US" sz="6000" dirty="0" smtClean="0"/>
              <a:t> </a:t>
            </a:r>
            <a:r>
              <a:rPr lang="en-US" sz="6000" dirty="0" err="1" smtClean="0"/>
              <a:t>alaññ-etra</a:t>
            </a:r>
            <a:r>
              <a:rPr lang="en-US" sz="6000" dirty="0" smtClean="0"/>
              <a:t> </a:t>
            </a:r>
            <a:r>
              <a:rPr lang="en-US" sz="6000" dirty="0" err="1" smtClean="0"/>
              <a:t>nāḷukaḷ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tēḍunnat-entenn-aṙiññiḍāte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For years I wandered, not knowing what I was searching for,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vyartham</a:t>
            </a:r>
            <a:r>
              <a:rPr lang="en-US" sz="6000" dirty="0" smtClean="0"/>
              <a:t> ī </a:t>
            </a:r>
            <a:r>
              <a:rPr lang="en-US" sz="6000" dirty="0" err="1" smtClean="0"/>
              <a:t>jīvitam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ennu</a:t>
            </a:r>
            <a:r>
              <a:rPr lang="en-US" sz="6000" dirty="0" smtClean="0"/>
              <a:t> </a:t>
            </a:r>
            <a:r>
              <a:rPr lang="en-US" sz="6000" dirty="0" err="1" smtClean="0"/>
              <a:t>cinticc-etra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nombaram</a:t>
            </a:r>
            <a:r>
              <a:rPr lang="en-US" sz="6000" dirty="0" smtClean="0"/>
              <a:t> </a:t>
            </a:r>
            <a:r>
              <a:rPr lang="en-US" sz="6000" dirty="0" err="1" smtClean="0"/>
              <a:t>pēṙi</a:t>
            </a:r>
            <a:r>
              <a:rPr lang="en-US" sz="6000" dirty="0" smtClean="0"/>
              <a:t> ī </a:t>
            </a:r>
            <a:r>
              <a:rPr lang="en-US" sz="6000" dirty="0" err="1" smtClean="0"/>
              <a:t>hṛttaḍattil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carrying an anguished heart and believing my life had been in vain.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chāliccu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chālicc-ezhutām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prēma-kāvyaṅgaḷ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the ink of my tears, I compose a thousand love songs.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samsāra-duḥkhaṅgaḷ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peyt-iṙaṅgīḍunna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pulariyil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r>
              <a:rPr lang="en-US" sz="6000" dirty="0" smtClean="0"/>
              <a:t> en </a:t>
            </a:r>
            <a:r>
              <a:rPr lang="en-US" sz="6000" dirty="0" err="1" smtClean="0"/>
              <a:t>cāre</a:t>
            </a:r>
            <a:r>
              <a:rPr lang="en-US" sz="6000" dirty="0" smtClean="0"/>
              <a:t> </a:t>
            </a:r>
            <a:r>
              <a:rPr lang="en-US" sz="6000" dirty="0" err="1" smtClean="0"/>
              <a:t>ettī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On a dawn when sorrow rained down, you came to me and held me close.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ā </a:t>
            </a:r>
            <a:r>
              <a:rPr lang="en-US" sz="6000" dirty="0" err="1" smtClean="0"/>
              <a:t>māṙil</a:t>
            </a:r>
            <a:r>
              <a:rPr lang="en-US" sz="6000" dirty="0" smtClean="0"/>
              <a:t> </a:t>
            </a:r>
            <a:r>
              <a:rPr lang="en-US" sz="6000" dirty="0" err="1" smtClean="0"/>
              <a:t>cēṛnn-amarnn-āmayaṅgaḷ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nīkki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kāvya-pīyūṣam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pakarnnu</a:t>
            </a:r>
            <a:r>
              <a:rPr lang="en-US" sz="6000" dirty="0" smtClean="0"/>
              <a:t> </a:t>
            </a:r>
            <a:r>
              <a:rPr lang="en-US" sz="6000" dirty="0" err="1" smtClean="0"/>
              <a:t>nalki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My anguish melted in your embrace, and you nourished me with the ambrosia of poetry.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chāliccu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chālicc-ezhutām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prēma-kāvyaṅgaḷ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the ink of my tears, I compose a thousand love songs.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ezhuti</a:t>
            </a:r>
            <a:r>
              <a:rPr lang="en-US" sz="5400" dirty="0" smtClean="0"/>
              <a:t> </a:t>
            </a:r>
            <a:r>
              <a:rPr lang="en-US" sz="5400" dirty="0" err="1" smtClean="0"/>
              <a:t>pakartti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ōrāyiram</a:t>
            </a:r>
            <a:r>
              <a:rPr lang="en-US" sz="5400" dirty="0" smtClean="0"/>
              <a:t> </a:t>
            </a:r>
            <a:r>
              <a:rPr lang="en-US" sz="5400" dirty="0" err="1" smtClean="0"/>
              <a:t>kāvyaṅgaḷ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ā </a:t>
            </a:r>
            <a:r>
              <a:rPr lang="en-US" sz="5400" dirty="0" err="1" smtClean="0"/>
              <a:t>divya</a:t>
            </a:r>
            <a:r>
              <a:rPr lang="en-US" sz="5400" dirty="0" smtClean="0"/>
              <a:t> </a:t>
            </a:r>
            <a:r>
              <a:rPr lang="en-US" sz="5400" dirty="0" err="1" smtClean="0"/>
              <a:t>smṛtiyilēkk-āzhnn-iṙaṅgī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wrote and copied a thousand poems, diving deep into divine memories of you.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enne</a:t>
            </a:r>
            <a:r>
              <a:rPr lang="en-US" sz="6000" dirty="0" smtClean="0"/>
              <a:t> </a:t>
            </a:r>
            <a:r>
              <a:rPr lang="en-US" sz="6000" dirty="0" err="1" smtClean="0"/>
              <a:t>maṙannu</a:t>
            </a:r>
            <a:r>
              <a:rPr lang="en-US" sz="6000" dirty="0" smtClean="0"/>
              <a:t> </a:t>
            </a:r>
            <a:r>
              <a:rPr lang="en-US" sz="6000" dirty="0" err="1" smtClean="0"/>
              <a:t>pōy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smtClean="0"/>
              <a:t>ā </a:t>
            </a:r>
            <a:r>
              <a:rPr lang="en-US" sz="6000" dirty="0" err="1" smtClean="0"/>
              <a:t>prēma</a:t>
            </a:r>
            <a:r>
              <a:rPr lang="en-US" sz="6000" dirty="0" smtClean="0"/>
              <a:t> </a:t>
            </a:r>
            <a:r>
              <a:rPr lang="en-US" sz="6000" dirty="0" err="1" smtClean="0"/>
              <a:t>bhaktiyil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ammayil</a:t>
            </a:r>
            <a:r>
              <a:rPr lang="en-US" sz="6000" dirty="0" smtClean="0"/>
              <a:t> </a:t>
            </a:r>
            <a:r>
              <a:rPr lang="en-US" sz="6000" dirty="0" err="1" smtClean="0"/>
              <a:t>cērnnu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aliññu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In loving devotion, I forgot myself, as my mind dissolved into you, O Mother.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chāliccu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chālicc-ezhutām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prēma-kāvyaṅgaḷ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the ink of my tears, I compose a thousand love songs.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viśva-vinōdini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tīrttiḍum</a:t>
            </a:r>
            <a:r>
              <a:rPr lang="en-US" sz="6000" dirty="0" smtClean="0"/>
              <a:t> </a:t>
            </a:r>
            <a:r>
              <a:rPr lang="en-US" sz="6000" dirty="0" err="1" smtClean="0"/>
              <a:t>māyayil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onnum</a:t>
            </a:r>
            <a:r>
              <a:rPr lang="en-US" sz="6000" dirty="0" smtClean="0"/>
              <a:t> </a:t>
            </a:r>
            <a:r>
              <a:rPr lang="en-US" sz="6000" dirty="0" err="1" smtClean="0"/>
              <a:t>aṙiyātta</a:t>
            </a:r>
            <a:r>
              <a:rPr lang="en-US" sz="6000" dirty="0" smtClean="0"/>
              <a:t> </a:t>
            </a:r>
            <a:r>
              <a:rPr lang="en-US" sz="6000" dirty="0" err="1" smtClean="0"/>
              <a:t>paital</a:t>
            </a:r>
            <a:r>
              <a:rPr lang="en-US" sz="6000" dirty="0" smtClean="0"/>
              <a:t> </a:t>
            </a:r>
            <a:r>
              <a:rPr lang="en-US" sz="6000" dirty="0" err="1" smtClean="0"/>
              <a:t>ivaḷ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who delights in the play of the universe, I am but a child, lost in your divine illusion.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cālicc-ezhutunnu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sāyūjya</a:t>
            </a:r>
            <a:r>
              <a:rPr lang="en-US" sz="6000" dirty="0" smtClean="0"/>
              <a:t> </a:t>
            </a:r>
            <a:r>
              <a:rPr lang="en-US" sz="6000" dirty="0" err="1" smtClean="0"/>
              <a:t>sāmrājya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bhūvil</a:t>
            </a:r>
            <a:r>
              <a:rPr lang="en-US" sz="6000" dirty="0" smtClean="0"/>
              <a:t> </a:t>
            </a:r>
            <a:r>
              <a:rPr lang="en-US" sz="6000" dirty="0" err="1" smtClean="0"/>
              <a:t>ettān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Yet I continue to write, with the ink of my tears, in longing to reach your empire of immortal bliss.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kaṇṇunīr</a:t>
            </a:r>
            <a:r>
              <a:rPr lang="en-US" sz="6000" dirty="0" smtClean="0"/>
              <a:t> </a:t>
            </a:r>
            <a:r>
              <a:rPr lang="en-US" sz="6000" dirty="0" err="1" smtClean="0"/>
              <a:t>chāliccu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chālicc-ezhutām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prēma-kāvyaṅgaḷ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the ink of my tears, I compose a thousand love songs.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279</Words>
  <Application>Microsoft Office PowerPoint</Application>
  <PresentationFormat>On-screen Show (4:3)</PresentationFormat>
  <Paragraphs>46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kaṇṇunīr chāliccu chālicc-ezhutām</vt:lpstr>
      <vt:lpstr>kaṇṇunīr chāliccu  chālicc-ezhutām ñān  āyiram prēma-kāvyaṅgaḷ ammē</vt:lpstr>
      <vt:lpstr>tṛppāda-pūjaykkāy  prēma-puṣpaṅgaḷ arppicciḍām mana malarkaḷāyi</vt:lpstr>
      <vt:lpstr>entinō vēṇḍi alaññ-etra nāḷukaḷ tēḍunnat-entenn-aṙiññiḍāte</vt:lpstr>
      <vt:lpstr>vyartham ī jīvitam  ennu cinticc-etra nombaram pēṙi ī hṛttaḍattil</vt:lpstr>
      <vt:lpstr>kaṇṇunīr chāliccu  chālicc-ezhutām ñān  āyiram prēma-kāvyaṅgaḷ ammē</vt:lpstr>
      <vt:lpstr>samsāra-duḥkhaṅgaḷ  peyt-iṙaṅgīḍunna pulariyil amma en cāre ettī</vt:lpstr>
      <vt:lpstr>ā māṙil cēṛnn-amarnn-āmayaṅgaḷ nīkki kāvya-pīyūṣam  pakarnnu nalki</vt:lpstr>
      <vt:lpstr>kaṇṇunīr chāliccu  chālicc-ezhutām ñān  āyiram prēma-kāvyaṅgaḷ ammē</vt:lpstr>
      <vt:lpstr>ezhuti pakartti  ōrāyiram kāvyaṅgaḷ ā divya smṛtiyilēkk-āzhnn-iṙaṅgī</vt:lpstr>
      <vt:lpstr>enne maṙannu pōy  ā prēma bhaktiyil ammayil cērnnu  manam aliññu</vt:lpstr>
      <vt:lpstr>kaṇṇunīr chāliccu  chālicc-ezhutām ñān  āyiram prēma-kāvyaṅgaḷ ammē</vt:lpstr>
      <vt:lpstr>viśva-vinōdini nī  tīrttiḍum māyayil onnum aṙiyātta paital ivaḷ</vt:lpstr>
      <vt:lpstr>kaṇṇunīr cālicc-ezhutunnu ammē nin sāyūjya sāmrājya  bhūvil ettān</vt:lpstr>
      <vt:lpstr>kaṇṇunīr chāliccu  chālicc-ezhutām ñān  āyiram prēma-kāvyaṅgaḷ ammē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337</cp:revision>
  <dcterms:created xsi:type="dcterms:W3CDTF">2006-08-16T00:00:00Z</dcterms:created>
  <dcterms:modified xsi:type="dcterms:W3CDTF">2025-08-18T14:15:32Z</dcterms:modified>
</cp:coreProperties>
</file>