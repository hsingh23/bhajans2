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180F45-2FA6-49BC-A677-AE8BD9A94B4A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171663-1E7E-42F2-A2D2-67B71A475EB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en hṛdayattin spandanam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en hṛdayattin spandanam okkeyum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nin pādadhvanikaḷ allē?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Mother! Aren't my heartbeats the sound of your footsteps?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700" smtClean="0">
                <a:solidFill>
                  <a:srgbClr val="FFFFFF"/>
                </a:solidFill>
                <a:latin typeface="Calibri"/>
              </a:rPr>
              <a:t>nī ende snēhavum śaktiyum śāntiyum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prāṇande madhuravum allē – ammē</a:t>
            </a:r>
            <a:br>
              <a:rPr lang="en-US" sz="4700" smtClean="0">
                <a:solidFill>
                  <a:srgbClr val="FFFFFF"/>
                </a:solidFill>
                <a:latin typeface="Calibri"/>
              </a:rPr>
            </a:br>
            <a:r>
              <a:rPr lang="en-US" sz="4700" smtClean="0">
                <a:solidFill>
                  <a:srgbClr val="FFFFFF"/>
                </a:solidFill>
                <a:latin typeface="Calibri"/>
              </a:rPr>
              <a:t>prāṇande madhuravum allē? </a:t>
            </a:r>
            <a:endParaRPr lang="en-US" sz="4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Aren’t you my love, my strength, my peace — the sweetness in every breath I take? Aren’t you the very essence of my life?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nin nāma-jāpanam nin gītālāpanam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 nādabrahmam tānallē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500" smtClean="0">
                <a:solidFill>
                  <a:srgbClr val="FFFF00"/>
                </a:solidFill>
                <a:latin typeface="Calibri"/>
              </a:rPr>
              <a:t>Aren't you the sound that rises when I chant your mantra and sing your hymns? Are you not the N?da Brahma, the eternal sound behind all creation?</a:t>
            </a:r>
            <a:endParaRPr lang="en-US" sz="45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divya-rūpam kaṇḍ-en mizhikaḷ niṙayumbōḷ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kaṇṇīril minnuvatum nī allē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 kaṇṇīril minnuvatum nī allē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tears fill my eyes at the sight of your divine form, isn’t it you who shines through those very tears?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200" smtClean="0">
                <a:solidFill>
                  <a:srgbClr val="FFFFFF"/>
                </a:solidFill>
                <a:latin typeface="Calibri"/>
              </a:rPr>
              <a:t>iruḷ mūḍum en manam teḷiyippū nī sadā</a:t>
            </a:r>
            <a:br>
              <a:rPr lang="en-US" sz="6200" smtClean="0">
                <a:solidFill>
                  <a:srgbClr val="FFFFFF"/>
                </a:solidFill>
                <a:latin typeface="Calibri"/>
              </a:rPr>
            </a:br>
            <a:r>
              <a:rPr lang="en-US" sz="6200" smtClean="0">
                <a:solidFill>
                  <a:srgbClr val="FFFFFF"/>
                </a:solidFill>
                <a:latin typeface="Calibri"/>
              </a:rPr>
              <a:t>śubhacintā-dīpti parattunnu</a:t>
            </a:r>
            <a:endParaRPr lang="en-US" sz="62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illumine the darkness in my heart, kindling within me pure and auspicious thoughts.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4900" smtClean="0">
                <a:solidFill>
                  <a:srgbClr val="FFFFFF"/>
                </a:solidFill>
                <a:latin typeface="Calibri"/>
              </a:rPr>
              <a:t>bhayam ellām ozhiyunnu manam maunam ākunnu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en cinta nin cinta ākumbōḷ – ammē</a:t>
            </a:r>
            <a:br>
              <a:rPr lang="en-US" sz="4900" smtClean="0">
                <a:solidFill>
                  <a:srgbClr val="FFFFFF"/>
                </a:solidFill>
                <a:latin typeface="Calibri"/>
              </a:rPr>
            </a:br>
            <a:r>
              <a:rPr lang="en-US" sz="4900" smtClean="0">
                <a:solidFill>
                  <a:srgbClr val="FFFFFF"/>
                </a:solidFill>
                <a:latin typeface="Calibri"/>
              </a:rPr>
              <a:t>en cinta nin cinta ākumbōḷ</a:t>
            </a:r>
            <a:endParaRPr lang="en-US" sz="4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my mind is filled with thoughts of you, all fear dissolves, and a profound silence fills my heart.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500" smtClean="0">
                <a:solidFill>
                  <a:srgbClr val="FFFFFF"/>
                </a:solidFill>
                <a:latin typeface="Calibri"/>
              </a:rPr>
              <a:t>en ōrō ciriyāyum nisvārttha-kṛtiyāyum </a:t>
            </a:r>
            <a:br>
              <a:rPr lang="en-US" sz="6500" smtClean="0">
                <a:solidFill>
                  <a:srgbClr val="FFFFFF"/>
                </a:solidFill>
                <a:latin typeface="Calibri"/>
              </a:rPr>
            </a:br>
            <a:r>
              <a:rPr lang="en-US" sz="6500" smtClean="0">
                <a:solidFill>
                  <a:srgbClr val="FFFFFF"/>
                </a:solidFill>
                <a:latin typeface="Calibri"/>
              </a:rPr>
              <a:t>karuṇāmṛtam nī coriyunnu</a:t>
            </a:r>
            <a:endParaRPr lang="en-US" sz="65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You pour your compassion into every smile of mine, into every action born of selfless love.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400" smtClean="0">
                <a:solidFill>
                  <a:srgbClr val="FFFFFF"/>
                </a:solidFill>
                <a:latin typeface="Calibri"/>
              </a:rPr>
              <a:t>amṛtāmbikē ñān aṙiyāte nī enne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nin karmōpādhiyāy māṫṫunnu – ñān</a:t>
            </a:r>
            <a:br>
              <a:rPr lang="en-US" sz="5400" smtClean="0">
                <a:solidFill>
                  <a:srgbClr val="FFFFFF"/>
                </a:solidFill>
                <a:latin typeface="Calibri"/>
              </a:rPr>
            </a:br>
            <a:r>
              <a:rPr lang="en-US" sz="5400" smtClean="0">
                <a:solidFill>
                  <a:srgbClr val="FFFFFF"/>
                </a:solidFill>
                <a:latin typeface="Calibri"/>
              </a:rPr>
              <a:t>nin kayyil nimittamāy māṙunnu</a:t>
            </a:r>
            <a:endParaRPr lang="en-US" sz="5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600" smtClean="0">
                <a:solidFill>
                  <a:srgbClr val="FFFF00"/>
                </a:solidFill>
                <a:latin typeface="Calibri"/>
              </a:rPr>
              <a:t>O Immortal Mother Ambika, without my knowing, you make me your instrument, and through me, perform actions that benefit the world.</a:t>
            </a:r>
            <a:endParaRPr lang="en-US" sz="4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ammē en hṛdayattin spandanam</vt:lpstr>
      <vt:lpstr>ammē en hṛdayattin spandanam okkeyum nin pādadhvanikaḷ allē? </vt:lpstr>
      <vt:lpstr>nī ende snēhavum śaktiyum śāntiyum prāṇande madhuravum allē – ammē prāṇande madhuravum allē? </vt:lpstr>
      <vt:lpstr>nin nāma-jāpanam nin gītālāpanam nī nādabrahmam tānallē</vt:lpstr>
      <vt:lpstr>nin divya-rūpam kaṇḍ-en mizhikaḷ niṙayumbōḷ kaṇṇīril minnuvatum nī allē ā kaṇṇīril minnuvatum nī allē</vt:lpstr>
      <vt:lpstr>iruḷ mūḍum en manam teḷiyippū nī sadā śubhacintā-dīpti parattunnu</vt:lpstr>
      <vt:lpstr>bhayam ellām ozhiyunnu manam maunam ākunnu en cinta nin cinta ākumbōḷ – ammē en cinta nin cinta ākumbōḷ</vt:lpstr>
      <vt:lpstr>en ōrō ciriyāyum nisvārttha-kṛtiyāyum  karuṇāmṛtam nī coriyunnu</vt:lpstr>
      <vt:lpstr>amṛtāmbikē ñān aṙiyāte nī enne nin karmōpādhiyāy māṫṫunnu – ñān nin kayyil nimittamāy māṙunnu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ammē en hṛdayattin spandanam</dc:title>
  <dc:creator>Amrita</dc:creator>
  <cp:lastModifiedBy>Amrita</cp:lastModifiedBy>
  <cp:revision>1</cp:revision>
  <dcterms:created xsi:type="dcterms:W3CDTF">2025-07-13T13:50:39Z</dcterms:created>
  <dcterms:modified xsi:type="dcterms:W3CDTF">2025-07-13T13:52:34Z</dcterms:modified>
</cp:coreProperties>
</file>