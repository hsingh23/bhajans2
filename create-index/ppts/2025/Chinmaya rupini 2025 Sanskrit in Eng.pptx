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08913-D637-4803-80BE-30EF7F6375B8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71E8E-C4B0-4F5B-939F-A2549239B2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cinmaya-rūpiṇi kanmaṣa-nāśini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(Samskritam)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cinmaya-rūpiṇi kanmaṣa-nāśini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tava padayugaḷam vandē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Embodiment of Supreme Consciousness, destroyer of all sorrow, I humbly prostrate at your lotus feet!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mānasa-vāsini mōhanivāriṇi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sarasija-lōcanē vandē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You dwell within our hearts, removing all desire — with your long, wide, and lovely eyes, like lotus petals in full bloom.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śubha-sandāyini svara-mandākini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abhayam dēhi dēvi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Giver of all auspiciousness, sacred Ganga of music, O Devi, grant me refuge at your feet!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abhayam dēhi dēvi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Devi, grant me refuge at your feet!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himagiri-nandini sakala-nirañjani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bhuvana-vimōhini 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Daughter of Himavan, who delights his heart and enchants the entire universe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bhuvana-vimōhini 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delights his heart and enchants the entire universe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budhajana-pūjitē madabhaya-varjitē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śivadē varadē 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— worshipped by the virtuous, destroyer of fear and jealousy, bestower of the supreme state — O Mother Ambika, Creator of this universe, I bow to you!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śivadē varadē 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bestower of the supreme state — O Mother Ambika, Creator of this universe, I bow to you!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jagadambikē…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Mother of the World…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cinmaya-rūpiṇi kanmaṣa-nāśini</vt:lpstr>
      <vt:lpstr>cinmaya-rūpiṇi kanmaṣa-nāśini tava padayugaḷam vandē</vt:lpstr>
      <vt:lpstr>mānasa-vāsini mōhanivāriṇi sarasija-lōcanē vandē</vt:lpstr>
      <vt:lpstr>śubha-sandāyini svara-mandākini abhayam dēhi dēvi</vt:lpstr>
      <vt:lpstr>abhayam dēhi dēvi</vt:lpstr>
      <vt:lpstr>himagiri-nandini sakala-nirañjani bhuvana-vimōhini mātē</vt:lpstr>
      <vt:lpstr>bhuvana-vimōhini mātē</vt:lpstr>
      <vt:lpstr>budhajana-pūjitē madabhaya-varjitē śivadē varadē mātē</vt:lpstr>
      <vt:lpstr>śivadē varadē mātē</vt:lpstr>
      <vt:lpstr>ambikē jagadambikē…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cinmaya-rūpiṇi kanmaṣa-nāśini</dc:title>
  <dc:creator>Amrita</dc:creator>
  <cp:lastModifiedBy>Amrita</cp:lastModifiedBy>
  <cp:revision>1</cp:revision>
  <dcterms:created xsi:type="dcterms:W3CDTF">2025-07-14T09:05:31Z</dcterms:created>
  <dcterms:modified xsi:type="dcterms:W3CDTF">2025-07-14T09:06:54Z</dcterms:modified>
</cp:coreProperties>
</file>