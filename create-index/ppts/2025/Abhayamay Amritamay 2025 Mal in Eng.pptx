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6" r:id="rId2"/>
    <p:sldId id="294" r:id="rId3"/>
    <p:sldId id="287" r:id="rId4"/>
    <p:sldId id="288" r:id="rId5"/>
    <p:sldId id="289" r:id="rId6"/>
    <p:sldId id="290" r:id="rId7"/>
    <p:sldId id="291" r:id="rId8"/>
    <p:sldId id="292" r:id="rId9"/>
    <p:sldId id="29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6/17/2025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abhayamāy</a:t>
            </a:r>
            <a:r>
              <a:rPr lang="en-US" sz="6000" dirty="0" smtClean="0"/>
              <a:t> </a:t>
            </a:r>
            <a:r>
              <a:rPr lang="en-US" sz="6000" dirty="0" err="1" smtClean="0"/>
              <a:t>amṛtamāy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 </a:t>
            </a:r>
            <a:r>
              <a:rPr lang="en-US" sz="600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abhayamāy</a:t>
            </a:r>
            <a:r>
              <a:rPr lang="en-US" sz="6000" dirty="0" smtClean="0"/>
              <a:t> </a:t>
            </a:r>
            <a:r>
              <a:rPr lang="en-US" sz="6000" dirty="0" err="1" smtClean="0"/>
              <a:t>amṛtamāy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manassil</a:t>
            </a:r>
            <a:r>
              <a:rPr lang="en-US" sz="6000" dirty="0" smtClean="0"/>
              <a:t> </a:t>
            </a:r>
            <a:r>
              <a:rPr lang="en-US" sz="6000" dirty="0" err="1" smtClean="0"/>
              <a:t>uṇarum</a:t>
            </a:r>
            <a:r>
              <a:rPr lang="en-US" sz="6000" dirty="0" smtClean="0"/>
              <a:t> </a:t>
            </a:r>
            <a:r>
              <a:rPr lang="en-US" sz="6000" dirty="0" err="1" smtClean="0"/>
              <a:t>mantramāy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As the refuge, as the nectar of immortality, as the mantra that arises in the mind,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karuṇayāy</a:t>
            </a:r>
            <a:r>
              <a:rPr lang="en-US" sz="6000" dirty="0" smtClean="0"/>
              <a:t> </a:t>
            </a:r>
            <a:r>
              <a:rPr lang="en-US" sz="6000" dirty="0" err="1" smtClean="0"/>
              <a:t>snēhamāy</a:t>
            </a:r>
            <a:r>
              <a:rPr lang="en-US" sz="6000" dirty="0" smtClean="0"/>
              <a:t> </a:t>
            </a:r>
            <a:r>
              <a:rPr lang="en-US" sz="6000" dirty="0" err="1" smtClean="0"/>
              <a:t>ammayuṇḍu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eṅgum</a:t>
            </a:r>
            <a:r>
              <a:rPr lang="en-US" sz="6000" dirty="0" smtClean="0"/>
              <a:t> </a:t>
            </a:r>
            <a:r>
              <a:rPr lang="en-US" sz="6000" dirty="0" err="1" smtClean="0"/>
              <a:t>iruḷakaṫṫum</a:t>
            </a:r>
            <a:r>
              <a:rPr lang="en-US" sz="6000" dirty="0" smtClean="0"/>
              <a:t> </a:t>
            </a:r>
            <a:r>
              <a:rPr lang="en-US" sz="6000" dirty="0" err="1" smtClean="0"/>
              <a:t>neyttiriyāy</a:t>
            </a:r>
            <a:r>
              <a:rPr lang="en-US" sz="6000" dirty="0" smtClean="0"/>
              <a:t> </a:t>
            </a:r>
            <a:r>
              <a:rPr lang="en-US" sz="6000" dirty="0" err="1" smtClean="0"/>
              <a:t>ammayuṇḍu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compassion and love, as the flame that dispels darkness all around - Mother is there.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tēnmalarāy</a:t>
            </a:r>
            <a:r>
              <a:rPr lang="en-US" sz="6600" dirty="0" smtClean="0"/>
              <a:t> </a:t>
            </a:r>
            <a:r>
              <a:rPr lang="en-US" sz="6600" dirty="0" err="1" smtClean="0"/>
              <a:t>veṇṇilavāy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kanalaṇakkum</a:t>
            </a:r>
            <a:r>
              <a:rPr lang="en-US" sz="6600" dirty="0" smtClean="0"/>
              <a:t> </a:t>
            </a:r>
            <a:r>
              <a:rPr lang="en-US" sz="6600" dirty="0" err="1" smtClean="0"/>
              <a:t>tennalāy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a flower brimming with nectar, as silver moonlight, as the breeze that puts out the embers of pain,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gītamāy</a:t>
            </a:r>
            <a:r>
              <a:rPr lang="en-US" sz="5400" dirty="0" smtClean="0"/>
              <a:t> </a:t>
            </a:r>
            <a:r>
              <a:rPr lang="en-US" sz="5400" dirty="0" err="1" smtClean="0"/>
              <a:t>nādamāy</a:t>
            </a:r>
            <a:r>
              <a:rPr lang="en-US" sz="5400" dirty="0" smtClean="0"/>
              <a:t> </a:t>
            </a:r>
            <a:r>
              <a:rPr lang="en-US" sz="5400" dirty="0" err="1" smtClean="0"/>
              <a:t>ammayuṇḍu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ennum</a:t>
            </a:r>
            <a:r>
              <a:rPr lang="en-US" sz="5400" dirty="0" smtClean="0"/>
              <a:t> </a:t>
            </a:r>
            <a:r>
              <a:rPr lang="en-US" sz="5400" dirty="0" err="1" smtClean="0"/>
              <a:t>praṇavamām</a:t>
            </a:r>
            <a:r>
              <a:rPr lang="en-US" sz="5400" dirty="0" smtClean="0"/>
              <a:t> </a:t>
            </a:r>
            <a:r>
              <a:rPr lang="en-US" sz="5400" smtClean="0"/>
              <a:t>ōmkāramāy </a:t>
            </a:r>
            <a:r>
              <a:rPr lang="en-US" sz="5400" dirty="0" err="1" smtClean="0"/>
              <a:t>ammayuṇḍu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ammayuṇḍu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as a melodious song, as the essence of sound, as the primordial syllable </a:t>
            </a:r>
            <a:r>
              <a:rPr lang="en-US" sz="6000" dirty="0" err="1" smtClean="0">
                <a:solidFill>
                  <a:srgbClr val="FFFF00"/>
                </a:solidFill>
              </a:rPr>
              <a:t>om</a:t>
            </a:r>
            <a:r>
              <a:rPr lang="en-US" sz="6000" dirty="0" smtClean="0">
                <a:solidFill>
                  <a:srgbClr val="FFFF00"/>
                </a:solidFill>
              </a:rPr>
              <a:t> – Mother is there.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vānavillāy</a:t>
            </a:r>
            <a:r>
              <a:rPr lang="en-US" sz="6600" dirty="0" smtClean="0"/>
              <a:t> </a:t>
            </a:r>
            <a:r>
              <a:rPr lang="en-US" sz="6600" dirty="0" err="1" smtClean="0"/>
              <a:t>mēghamāy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azhalakaṫṫum</a:t>
            </a:r>
            <a:r>
              <a:rPr lang="en-US" sz="6600" dirty="0" smtClean="0"/>
              <a:t> </a:t>
            </a:r>
            <a:r>
              <a:rPr lang="en-US" sz="6600" dirty="0" err="1" smtClean="0"/>
              <a:t>pūmazhayāy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As a rainbow, as a rain-cloud, as a shower of flowers that dispels our sorrow,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gītamāy</a:t>
            </a:r>
            <a:r>
              <a:rPr lang="en-US" sz="5400" dirty="0" smtClean="0"/>
              <a:t>, </a:t>
            </a:r>
            <a:r>
              <a:rPr lang="en-US" sz="5400" dirty="0" err="1" smtClean="0"/>
              <a:t>nādamāy</a:t>
            </a:r>
            <a:r>
              <a:rPr lang="en-US" sz="5400" dirty="0" smtClean="0"/>
              <a:t>, </a:t>
            </a:r>
            <a:r>
              <a:rPr lang="en-US" sz="5400" dirty="0" err="1" smtClean="0"/>
              <a:t>ammayuṇḍu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ennum</a:t>
            </a:r>
            <a:r>
              <a:rPr lang="en-US" sz="5400" dirty="0" smtClean="0"/>
              <a:t> </a:t>
            </a:r>
            <a:r>
              <a:rPr lang="en-US" sz="5400" dirty="0" err="1" smtClean="0"/>
              <a:t>matiyil</a:t>
            </a:r>
            <a:r>
              <a:rPr lang="en-US" sz="5400" dirty="0" smtClean="0"/>
              <a:t> </a:t>
            </a:r>
            <a:r>
              <a:rPr lang="en-US" sz="5400" dirty="0" err="1" smtClean="0"/>
              <a:t>teḷiyum</a:t>
            </a:r>
            <a:r>
              <a:rPr lang="en-US" sz="5400" dirty="0" smtClean="0"/>
              <a:t> </a:t>
            </a:r>
            <a:r>
              <a:rPr lang="en-US" sz="5400" dirty="0" err="1" smtClean="0"/>
              <a:t>jñānamāy</a:t>
            </a:r>
            <a:r>
              <a:rPr lang="en-US" sz="5400" dirty="0" smtClean="0"/>
              <a:t> </a:t>
            </a:r>
            <a:r>
              <a:rPr lang="en-US" sz="5400" dirty="0" err="1" smtClean="0"/>
              <a:t>ammayuṇḍu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ammayuṇḍu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as a melodious song, as the essence of sound, as wisdom that shines within the mind –  Mother is there.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kālamāy</a:t>
            </a:r>
            <a:r>
              <a:rPr lang="en-US" sz="6600" dirty="0" smtClean="0"/>
              <a:t> </a:t>
            </a:r>
            <a:r>
              <a:rPr lang="en-US" sz="6600" dirty="0" err="1" smtClean="0"/>
              <a:t>prakṛtiyāy</a:t>
            </a:r>
            <a:r>
              <a:rPr lang="en-US" sz="6600" dirty="0" smtClean="0"/>
              <a:t> </a:t>
            </a:r>
            <a:br>
              <a:rPr lang="en-US" sz="6600" dirty="0" smtClean="0"/>
            </a:br>
            <a:r>
              <a:rPr lang="en-US" sz="6600" dirty="0" err="1" smtClean="0"/>
              <a:t>puṇyamēkum</a:t>
            </a:r>
            <a:r>
              <a:rPr lang="en-US" sz="6600" dirty="0" smtClean="0"/>
              <a:t> </a:t>
            </a:r>
            <a:r>
              <a:rPr lang="en-US" sz="6600" dirty="0" err="1" smtClean="0"/>
              <a:t>gangayāy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 smtClean="0">
                <a:solidFill>
                  <a:srgbClr val="FFFF00"/>
                </a:solidFill>
              </a:rPr>
              <a:t>As time, as nature, as the purifying </a:t>
            </a:r>
            <a:r>
              <a:rPr lang="en-US" sz="7200" dirty="0" err="1" smtClean="0">
                <a:solidFill>
                  <a:srgbClr val="FFFF00"/>
                </a:solidFill>
              </a:rPr>
              <a:t>Ganga</a:t>
            </a:r>
            <a:r>
              <a:rPr lang="en-US" sz="7200" dirty="0" smtClean="0">
                <a:solidFill>
                  <a:srgbClr val="FFFF00"/>
                </a:solidFill>
              </a:rPr>
              <a:t>, 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4800" dirty="0" err="1" smtClean="0"/>
              <a:t>nityamāy</a:t>
            </a:r>
            <a:r>
              <a:rPr lang="en-US" sz="4800" dirty="0" smtClean="0"/>
              <a:t> </a:t>
            </a:r>
            <a:r>
              <a:rPr lang="en-US" sz="4800" dirty="0" err="1" smtClean="0"/>
              <a:t>satyamāy</a:t>
            </a:r>
            <a:r>
              <a:rPr lang="en-US" sz="4800" dirty="0" smtClean="0"/>
              <a:t> </a:t>
            </a:r>
            <a:r>
              <a:rPr lang="en-US" sz="4800" dirty="0" err="1" smtClean="0"/>
              <a:t>ammayuṇḍu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ennum</a:t>
            </a:r>
            <a:r>
              <a:rPr lang="en-US" sz="4800" dirty="0" smtClean="0"/>
              <a:t> </a:t>
            </a:r>
            <a:r>
              <a:rPr lang="en-US" sz="4800" dirty="0" err="1" smtClean="0"/>
              <a:t>aruma-makkaḷkk-īśvariyāy</a:t>
            </a:r>
            <a:r>
              <a:rPr lang="en-US" sz="4800" dirty="0" smtClean="0"/>
              <a:t/>
            </a:r>
            <a:br>
              <a:rPr lang="en-US" sz="4800" dirty="0" smtClean="0"/>
            </a:br>
            <a:r>
              <a:rPr lang="en-US" sz="4800" dirty="0" err="1" smtClean="0"/>
              <a:t>ammayuṇḍu</a:t>
            </a:r>
            <a:r>
              <a:rPr lang="en-US" sz="4800" dirty="0" smtClean="0"/>
              <a:t> </a:t>
            </a:r>
            <a:r>
              <a:rPr lang="en-US" sz="4800" dirty="0" err="1" smtClean="0"/>
              <a:t>ammayuṇḍu</a:t>
            </a:r>
            <a:endParaRPr lang="en-US" sz="48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as eternity and truth, as the divine Goddess for her darling children – Mother is there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2770</TotalTime>
  <Words>186</Words>
  <Application>Microsoft Office PowerPoint</Application>
  <PresentationFormat>On-screen Show (4:3)</PresentationFormat>
  <Paragraphs>27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abhayamāy amṛtamāy</vt:lpstr>
      <vt:lpstr>abhayamāy amṛtamāy manassil uṇarum mantramāy</vt:lpstr>
      <vt:lpstr>karuṇayāy snēhamāy ammayuṇḍu eṅgum iruḷakaṫṫum neyttiriyāy ammayuṇḍu</vt:lpstr>
      <vt:lpstr>tēnmalarāy veṇṇilavāy kanalaṇakkum tennalāy</vt:lpstr>
      <vt:lpstr>gītamāy nādamāy ammayuṇḍu ennum praṇavamām ōmkāramāy ammayuṇḍu  ammayuṇḍu</vt:lpstr>
      <vt:lpstr>vānavillāy mēghamāy azhalakaṫṫum pūmazhayāy</vt:lpstr>
      <vt:lpstr>gītamāy, nādamāy, ammayuṇḍu ennum matiyil teḷiyum jñānamāy ammayuṇḍu ammayuṇḍu</vt:lpstr>
      <vt:lpstr>kālamāy prakṛtiyāy  puṇyamēkum gangayāy</vt:lpstr>
      <vt:lpstr>nityamāy satyamāy ammayuṇḍu ennum aruma-makkaḷkk-īśvariyāy ammayuṇḍu ammayuṇḍu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306</cp:revision>
  <dcterms:created xsi:type="dcterms:W3CDTF">2006-08-16T00:00:00Z</dcterms:created>
  <dcterms:modified xsi:type="dcterms:W3CDTF">2025-06-17T14:10:18Z</dcterms:modified>
</cp:coreProperties>
</file>