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gkJmR6IpdKonU0qQ41Ex1DzCm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nallōnāy iruntuviḍa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(Tamil)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nallōnāy iruntuviḍa nāḷ ellām muyanḍrālum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pullōnāy manam kīzhē uruṭṭiḍutē naṭarājā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Though I strive every day to live as a good person, my mind keeps rolling downwards like a blade of grass — O Nataraja!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varuṅkālam senḍratoḍu nikazhumoru kālattilum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 times that have passed, in times yet to come, and at every moment in between,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peruṅkāval nīyenḍrē pētaiyanum tutikkinḍrēn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ignorant one knows you as the supreme protector.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neruṅkāmal ōḍiḍavē nērilvarum tumbam ellām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karumbāna naṭarājā karuttinilē niṙaivāyē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May your sweet thoughts fill my heart, O Nataraja, so that all the suffering that comes may be driven away instantly.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nallōnāy iruntuviḍa nāḷ ellām muyanḍrālum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pullōnāy manam kīzhē uruṭṭiḍutē naṭarājā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Though I strive every day to live as a good person, my mind keeps rolling downwards like a blade of grass — O Nataraja!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nikazhkālam un ninaivē niṙaiyum oru manam tantāl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300"/>
              <a:buNone/>
            </a:pPr>
            <a:r>
              <a:rPr lang="en-US" sz="6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If you grant me a mind filled with remembrance of you in this very moment,</a:t>
            </a:r>
            <a:endParaRPr sz="6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ikazhkālam inimēlum enakkuṇḍō naṭarājā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there be any wasted time for me hereafter, O Nataraja?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akazhntāyntu akattinilē aḍiyēnum unvaḍivāy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Won't you open your divine eyes and bestow your grace upon me,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tikazhvatanai uṇarntiḍavē tiruvizhikaḷ tiṙavāyō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so that I may contemplate and realise that the ‘inner I’ and you are one and the same?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nallōnāy iruntuviḍa nāḷ ellām muyanḍrālum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pullōnāy manam kīzhē uruṭṭiḍutē naṭarājā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Though I strive every day to live as a good person, my mind keeps rolling downwards like a blade of grass — O Nataraja!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kaṫṫruṇai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pūṭṭi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kaḍalil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pāyccinum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naṫṫruṇai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ākum</a:t>
            </a: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namaśśivāyavē</a:t>
            </a:r>
            <a:endParaRPr sz="5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700"/>
              <a:buNone/>
            </a:pPr>
            <a:r>
              <a:rPr lang="en-US" sz="4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Even if one is thrown into the sea after being bound to a stone pillar, the </a:t>
            </a:r>
            <a:r>
              <a:rPr lang="en-US" sz="4700">
                <a:solidFill>
                  <a:srgbClr val="FFFF00"/>
                </a:solidFill>
              </a:rPr>
              <a:t>mantra </a:t>
            </a:r>
            <a:r>
              <a:rPr lang="en-US" sz="4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‘Namah Shivaya’ will prove to be the true saviour.</a:t>
            </a:r>
            <a:endParaRPr sz="4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On-screen Show (4:3)</PresentationFormat>
  <Paragraphs>25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nallōnāy iruntuviḍa</vt:lpstr>
      <vt:lpstr>nallōnāy iruntuviḍa nāḷ ellām muyanḍrālum pullōnāy manam kīzhē uruṭṭiḍutē naṭarājā</vt:lpstr>
      <vt:lpstr>varuṅkālam senḍratoḍu nikazhumoru kālattilum</vt:lpstr>
      <vt:lpstr>peruṅkāval nīyenḍrē pētaiyanum tutikkinḍrēn</vt:lpstr>
      <vt:lpstr>neruṅkāmal ōḍiḍavē nērilvarum tumbam ellām karumbāna naṭarājā karuttinilē niṙaivāyē</vt:lpstr>
      <vt:lpstr>nallōnāy iruntuviḍa nāḷ ellām muyanḍrālum pullōnāy manam kīzhē uruṭṭiḍutē naṭarājā</vt:lpstr>
      <vt:lpstr>nikazhkālam un ninaivē niṙaiyum oru manam tantāl</vt:lpstr>
      <vt:lpstr>ikazhkālam inimēlum enakkuṇḍō naṭarājā</vt:lpstr>
      <vt:lpstr>akazhntāyntu akattinilē aḍiyēnum unvaḍivāy</vt:lpstr>
      <vt:lpstr>tikazhvatanai uṇarntiḍavē tiruvizhikaḷ tiṙavāyō</vt:lpstr>
      <vt:lpstr>nallōnāy iruntuviḍa nāḷ ellām muyanḍrālum pullōnāy manam kīzhē uruṭṭiḍutē naṭarājā</vt:lpstr>
      <vt:lpstr>kaṫṫruṇai pūṭṭi  kaḍalil pāyccinum naṫṫruṇai ākum  namaśśivāyavē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nallōnāy iruntuviḍa</dc:title>
  <dc:creator>Amrita</dc:creator>
  <cp:lastModifiedBy>AMMA</cp:lastModifiedBy>
  <cp:revision>1</cp:revision>
  <dcterms:created xsi:type="dcterms:W3CDTF">2025-06-17T17:22:47Z</dcterms:created>
  <dcterms:modified xsi:type="dcterms:W3CDTF">2025-07-21T14:17:35Z</dcterms:modified>
</cp:coreProperties>
</file>