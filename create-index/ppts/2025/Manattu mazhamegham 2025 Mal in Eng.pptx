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9346F-C6A0-4D29-A49B-B8F5F98FF67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2245C-86C1-44D8-B39C-C764A31034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mānattu mazha-mēgham vannu niṙayunnu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mānattu mazha-mēgham vannu niṙayunnu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mayilukaḷ arikilitā āḍi timirkkunnu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Rain-laden clouds gather in the sky, and near me, peacocks dance in delight.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māṅkani mazha peyyum pūṅkāṫṫu vīśunnu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māntaḷir-ūṇḍiṭṭu pāḍunnu kuyilukaḷ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A fragrant breeze shakes down ripe mangoes like rain, while koels feast on tender mango shoots and sing sweet melodies.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mānattu mazha-mēgham vannu niṙayunnu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mayilukaḷ arikilitā āḍi timirkkunnu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Rain-laden clouds gather in the sky, and near me, peacocks dance in delight.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mānasam eṅkilum śōkārdram āṇallō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māmaka mātāvin darśanam illāykayāl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Yet my heart is heavy with sorrow, for I have not received the darshan of my Mother.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mātāvē nī sarva-vyāpi āṇeṅkilum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māmaka mizhi munnil kāṇunnum illallō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though you pervade the entire universe, I am unable to see you in front of my eyes.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mānattu mazha-mēgham vannu niṙayunnu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mayilukaḷ arikilitā āḍi timirkkunnu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Rain-laden clouds gather in the sky, and near me, peacocks dance in delight.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mēvīḍaṇē sadā mānasatāril nī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māṫṫīḍaṇē ende viraha-duhkhatte nī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May you forever reside in the flower of my heart, and remove this pain of separation from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mēvunnatō ēṙe dūre ennākilum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mē hṛdi sarvadā sānnidhyam ēkaṇē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Even though you are far from me in physical form, reveal your presence always within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mānattu mazha-mēgham vannu niṙayunnu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mayilukaḷ arikilitā āḍi timirkkunnu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Rain-laden clouds gather in the sky, and near me, peacocks dance in delight.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mānattu mazha-mēgham vannu niṙayunnu</vt:lpstr>
      <vt:lpstr>mānattu mazha-mēgham vannu niṙayunnu mayilukaḷ arikilitā āḍi timirkkunnu</vt:lpstr>
      <vt:lpstr>māṅkani mazha peyyum pūṅkāṫṫu vīśunnu māntaḷir-ūṇḍiṭṭu pāḍunnu kuyilukaḷ</vt:lpstr>
      <vt:lpstr>mānattu mazha-mēgham vannu niṙayunnu mayilukaḷ arikilitā āḍi timirkkunnu</vt:lpstr>
      <vt:lpstr>mānasam eṅkilum śōkārdram āṇallō māmaka mātāvin darśanam illāykayāl</vt:lpstr>
      <vt:lpstr>mātāvē nī sarva-vyāpi āṇeṅkilum māmaka mizhi munnil kāṇunnum illallō</vt:lpstr>
      <vt:lpstr>mānattu mazha-mēgham vannu niṙayunnu mayilukaḷ arikilitā āḍi timirkkunnu</vt:lpstr>
      <vt:lpstr>mēvīḍaṇē sadā mānasatāril nī māṫṫīḍaṇē ende viraha-duhkhatte nī</vt:lpstr>
      <vt:lpstr>mēvunnatō ēṙe dūre ennākilum mē hṛdi sarvadā sānnidhyam ēkaṇē</vt:lpstr>
      <vt:lpstr>mānattu mazha-mēgham vannu niṙayunnu mayilukaḷ arikilitā āḍi timirkkunnu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mānattu mazha-mēgham vannu niṙayunnu</dc:title>
  <dc:creator>Amrita</dc:creator>
  <cp:lastModifiedBy>Amrita</cp:lastModifiedBy>
  <cp:revision>1</cp:revision>
  <dcterms:created xsi:type="dcterms:W3CDTF">2025-08-08T06:33:14Z</dcterms:created>
  <dcterms:modified xsi:type="dcterms:W3CDTF">2025-08-08T06:33:48Z</dcterms:modified>
</cp:coreProperties>
</file>