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gn49B7Q2mNQzRQhfL2/n8rwRQS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vṛndāvanattil entāmō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(Malayalam)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vṛndāvanattil entāmō karivaṇḍukaḷ 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kāṇāttat-innu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Why are the black bees not seen today in Vrindavan?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nandātmajan pōya śēṣam latā-kuñjaṅgaḷ pūkkāṙillennō? 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700"/>
              <a:buNone/>
            </a:pPr>
            <a:r>
              <a:rPr lang="en-US" sz="57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Have the flower groves ceased to bloom since Krishna, the son of Nanda, departed?</a:t>
            </a:r>
            <a:endParaRPr sz="57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vṛndāvanattil entāmō karivaṇḍukaḷ 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kāṇāttat-innu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Why are the black bees not seen today in Vrindavan?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madhu pozhiccīḍunnatillē innu maṇam ēṙum malarukaḷ onnum? 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Do the fragrant blossoms no longer hold nectar within them?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malarukaḷ tānē kozhiññō innu mādhavan tan virahattāl? 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Have the buds withered before flowering, mourning their separation from Madhava?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innu mādhavan tan virahattāl? 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Have the buds withered before flowering, mourning their separation from Madhava?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vṛndāvanattil entāmō karivaṇḍukaḷ 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kāṇāttat-innu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Why are the black bees not seen today in Vrindavan?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illa vazhiyilla tellum, pūkkaḷ kaṇṇanāy pūttīḍum ennum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No, that cannot be—the flowers will always bloom for Krishna.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dhanyamām janmaṅgaḷallō avar arccanā-sūnaṅgaḷallō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Their lives find fulfillment in being born as offerings to him.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avar arccanā-sūnaṅgaḷallō…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Their lives find fulfillment in being born as offerings to him.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vṛndāvanattil entāmō karivaṇḍukaḷ 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kāṇāttat-innu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Why are the black bees not seen today in Vrindavan?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teṫṫi illoṭṭum enikku pūkkaḷ teṫṫāte pūttu nilkkunnu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 am not mistaken—the flowers are indeed blooming.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pinnentē pūkkaḷkku cuṫṫum karivaṇḍukaḷ pāṙāttat-innu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Then why are the black bees not hovering around them today?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karivaṇḍukaḷ 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pāṙāttat-innu…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Then why are the black bees not hovering around them today?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vṛndāvanattil entāmō karivaṇḍukaḷ 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kāṇāttat-innu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Why are the black bees not seen today in Vrindavan?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illava mūḷunnuṇḍallō cārē uḷḷatām vaḷḷikkuḍilil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400"/>
              <a:buNone/>
            </a:pPr>
            <a:r>
              <a:rPr lang="en-US" sz="6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 hear them humming from within the </a:t>
            </a:r>
            <a:r>
              <a:rPr lang="en-US" sz="6400">
                <a:solidFill>
                  <a:srgbClr val="FFFF00"/>
                </a:solidFill>
              </a:rPr>
              <a:t>hut</a:t>
            </a:r>
            <a:r>
              <a:rPr lang="en-US" sz="6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of entwined creepers nearby.</a:t>
            </a:r>
            <a:endParaRPr sz="64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tiṅgum virahattāl kēzhum tanvaṅgiyām rādha uṇḍaṅgu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Graceful Radha is inside, weeping tears of deep yearning for Krishna.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tanvaṅgiyām rādha uṇḍaṅgu…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Graceful Radha is inside, weeping tears of deep yearning for Krishna.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vṛndāvanattil entāmō karivaṇḍukaḷ 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kāṇāttat-innu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Why are the black bees not seen today in Vrindavan?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prēma-madhu ozhukumbōḷ veṙum pūmadhu tēḍumō vaṇḍu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000"/>
              <a:buNone/>
            </a:pPr>
            <a:r>
              <a:rPr lang="en-US" sz="60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When the nectar of love is flowing, why would the bees seek the honey of flowers?</a:t>
            </a:r>
            <a:endParaRPr sz="60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ā madhuvuṇḍu niṙayān ava rādhā-kapōlattil allō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800"/>
              <a:buNone/>
            </a:pPr>
            <a:r>
              <a:rPr lang="en-US" sz="5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They have gathered upon Radha’s cheeks, drinking their fill of that divine sweetness.</a:t>
            </a:r>
            <a:endParaRPr sz="58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 rādhā-kapōlattilallō…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They have gathered upon Radha’s cheeks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2025-07-16T16:51:41Z</dcterms:created>
  <dc:creator>Amrita</dc:creator>
</cp:coreProperties>
</file>