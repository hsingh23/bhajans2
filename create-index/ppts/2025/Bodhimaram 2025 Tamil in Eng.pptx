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CC6C5-6B24-4959-A3C6-E30CE3F21E6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C3314-02EB-4C5D-B6D8-CEFD34F70DB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bōdhimaram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bōdhimaram nī ammā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buddhanāga māṙuvōm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jāti mata bhēdam inḍri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samattuvam kuṙuvōm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are the Bodhi tree, O Mother; through you we transform into Buddhas. With your grace there are no distinctions of caste or creed, and equality naturally arises.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pāti īnta śivanuḍan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pakkamuḷḷa pārvati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Parvati, ever by the side of Shiva, and the mother of both Murugan and Ganesha;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bālamurukan aiṅkaranum un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pārvaiyil aḍakkamē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all of them are contained within the radiance of your glance.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ādinārāyaṇanuḍan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aiśvarya-lakṣmi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Together with Adi Narayana and with Lakshmi who bestows prosperity,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aṇḍa-carācaram ellām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untan uḷḷil aḍakkamē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entire universe is contained within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aṇḍacarācaram ellām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untan uḷḷil aḍakkamē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the entire universe is contained within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vēdi koṇḍa brahmanum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vīṇai mīṭṭum vāṇiyum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Brahma who spoke the Vedas, Saraswati who plays the veena,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vēdam kūṙum tatvamum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untan vākkil aḍakkamē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the truths declared by the Vedas themselves are all encompassed and contained within your words.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anbumikka karaṅkaḷai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karuṇai poṅkum kaṇkaḷai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ammā un tiruvaḍiyai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akhilam ellām vaṇaṅkumē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O Mother, the entire universe worships your hands that are filled with love, your eyes that overflow with compassion, and your holy feet.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ammā un tiruvaḍiyai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akhilam ellām vaṇaṅkumē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the entire universe worships your holy 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bōdhimaram </vt:lpstr>
      <vt:lpstr>bōdhimaram nī ammā  buddhanāga māṙuvōm jāti mata bhēdam inḍri  samattuvam kuṙuvōm</vt:lpstr>
      <vt:lpstr>pāti īnta śivanuḍan  pakkamuḷḷa pārvati</vt:lpstr>
      <vt:lpstr>bālamurukan aiṅkaranum un  pārvaiyil aḍakkamē</vt:lpstr>
      <vt:lpstr>ādinārāyaṇanuḍan  aiśvarya-lakṣmi</vt:lpstr>
      <vt:lpstr>aṇḍa-carācaram ellām  untan uḷḷil aḍakkamē</vt:lpstr>
      <vt:lpstr>ammā… aṇḍacarācaram ellām untan uḷḷil aḍakkamē</vt:lpstr>
      <vt:lpstr>vēdi koṇḍa brahmanum  vīṇai mīṭṭum vāṇiyum</vt:lpstr>
      <vt:lpstr>vēdam kūṙum tatvamum  untan vākkil aḍakkamē</vt:lpstr>
      <vt:lpstr>anbumikka karaṅkaḷai  karuṇai poṅkum kaṇkaḷai ammā un tiruvaḍiyai  akhilam ellām vaṇaṅkumē</vt:lpstr>
      <vt:lpstr>ammā… ammā un tiruvaḍiyai akhilam ellām vaṇaṅkumē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bōdhimaram</dc:title>
  <dc:creator>Amrita</dc:creator>
  <cp:lastModifiedBy>Amrita</cp:lastModifiedBy>
  <cp:revision>1</cp:revision>
  <dcterms:created xsi:type="dcterms:W3CDTF">2025-08-28T08:48:15Z</dcterms:created>
  <dcterms:modified xsi:type="dcterms:W3CDTF">2025-08-28T08:49:13Z</dcterms:modified>
</cp:coreProperties>
</file>