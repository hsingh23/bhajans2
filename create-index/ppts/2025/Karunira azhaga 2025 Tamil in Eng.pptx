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74" r:id="rId9"/>
    <p:sldId id="271" r:id="rId10"/>
    <p:sldId id="262" r:id="rId11"/>
    <p:sldId id="263" r:id="rId12"/>
    <p:sldId id="264" r:id="rId13"/>
    <p:sldId id="265" r:id="rId14"/>
    <p:sldId id="272" r:id="rId15"/>
    <p:sldId id="273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01295F-1C97-4A59-9A65-7C8712E68EA0}" type="datetimeFigureOut">
              <a:rPr lang="en-US" smtClean="0"/>
              <a:pPr/>
              <a:t>7-Sep-2025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DF3D7-6EE3-4A20-8E41-0EE2A00E33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karuniṙa azhakā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karuniṙa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azhakā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– un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karuvizhi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rādhai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kāttu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nirkkinḍrāḷ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dark-hued, beautiful Kanna —Your dark-eyed Radha waits and yearns for you. O dark-hued, beautiful Kanna…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karuniṙa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azhakā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dark-hued, beautiful </a:t>
            </a:r>
            <a:r>
              <a:rPr lang="en-US" sz="6600" dirty="0" err="1" smtClean="0">
                <a:solidFill>
                  <a:srgbClr val="FFFF00"/>
                </a:solidFill>
                <a:latin typeface="Calibri"/>
              </a:rPr>
              <a:t>Kanna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…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tirumukham kāṇum varamum – ini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kanavinil tānō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The boon of seeing your divine face — will it be only in dreams now, Kanna?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tēnāy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iruvarin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naḍanam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–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ini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kathaiyinil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tānō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The sweet dance of Radha and Krishna—will it only be retold as stories now, Kanna?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kaṇṇā… kaṇṇā… ini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kanavinil tānō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Kanna, will I receive your vision only in my dreams?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kaṇṇā… kaṇṇā… ini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kathaiyinil tānō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the sweet dance be only in stories now, Kanna?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karuniṙa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azhakā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– un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karuvizhi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rādhai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kāttu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nirkkinḍrāḷ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dark-hued, beautiful Kanna —Your dark-eyed Radha waits and yearns for you. O dark-hued, beautiful Kanna…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karuniṙa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azhakā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dark-hued, beautiful </a:t>
            </a:r>
            <a:r>
              <a:rPr lang="en-US" sz="6600" dirty="0" err="1" smtClean="0">
                <a:solidFill>
                  <a:srgbClr val="FFFF00"/>
                </a:solidFill>
                <a:latin typeface="Calibri"/>
              </a:rPr>
              <a:t>Kanna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…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vazhi-pātaiyil tānō 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avaḷ nēsattin payanam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her journey be a path that she travels alone, Kanna—will you not return her love?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unaiyē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enḍrum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nāḍum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–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uyir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sērumō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padamalar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this life that always seeks you ever reach your lotus feet, Kanna?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kaṇṇā… kaṇṇā… avaḷ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nēsattin payanam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Kanna… the journey of her love, Kanna…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kaṇṇā… kaṇṇā… uyir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sērumō padamalar kaṇṇā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will this life ever reach your lotus feet, Kanna?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karuniṙa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azhakā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– un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karuvizhi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rādhai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kāttu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nirkkinḍrāḷ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dark-hued, beautiful Kanna —Your dark-eyed Radha waits and yearns for you. O dark-hued, beautiful Kanna…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karuniṙa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azhakā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dark-hued, beautiful </a:t>
            </a:r>
            <a:r>
              <a:rPr lang="en-US" sz="6600" dirty="0" err="1" smtClean="0">
                <a:solidFill>
                  <a:srgbClr val="FFFF00"/>
                </a:solidFill>
                <a:latin typeface="Calibri"/>
              </a:rPr>
              <a:t>Kanna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…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6858001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 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 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259</Words>
  <Application>Microsoft Office PowerPoint</Application>
  <PresentationFormat>On-screen Show (4:3)</PresentationFormat>
  <Paragraphs>32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karuniṙa azhakā kaṇṇā</vt:lpstr>
      <vt:lpstr>karuniṙa azhakā kaṇṇā – un karuvizhi rādhai kāttu nirkkinḍrāḷ</vt:lpstr>
      <vt:lpstr>karuniṙa azhakā  kaṇṇā… kaṇṇā… </vt:lpstr>
      <vt:lpstr>tirumukham kāṇum varamum – ini kanavinil tānō kaṇṇā</vt:lpstr>
      <vt:lpstr>tēnāy iruvarin  naḍanam – ini kathaiyinil tānō kaṇṇā</vt:lpstr>
      <vt:lpstr>kaṇṇā… kaṇṇā… ini kanavinil tānō kaṇṇā</vt:lpstr>
      <vt:lpstr>kaṇṇā… kaṇṇā… ini kathaiyinil tānō kaṇṇā</vt:lpstr>
      <vt:lpstr>karuniṙa azhakā kaṇṇā – un karuvizhi rādhai kāttu nirkkinḍrāḷ</vt:lpstr>
      <vt:lpstr>karuniṙa azhakā  kaṇṇā… kaṇṇā… </vt:lpstr>
      <vt:lpstr>oru vazhi-pātaiyil tānō – avaḷ nēsattin payanam kaṇṇā</vt:lpstr>
      <vt:lpstr>unaiyē enḍrum  nāḍum – uyir sērumō padamalar kaṇṇā</vt:lpstr>
      <vt:lpstr>kaṇṇā… kaṇṇā… avaḷ nēsattin payanam kaṇṇā</vt:lpstr>
      <vt:lpstr>kaṇṇā… kaṇṇā… uyir sērumō padamalar kaṇṇā</vt:lpstr>
      <vt:lpstr>karuniṙa azhakā kaṇṇā – un karuvizhi rādhai kāttu nirkkinḍrāḷ</vt:lpstr>
      <vt:lpstr>karuniṙa azhakā  kaṇṇā… kaṇṇā… </vt:lpstr>
      <vt:lpstr>kaṇṇā… kaṇṇā…  kaṇṇā… kaṇṇā…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karuniṙa azhakā kaṇṇā</dc:title>
  <dc:creator>Amrita</dc:creator>
  <cp:lastModifiedBy>AMMA</cp:lastModifiedBy>
  <cp:revision>5</cp:revision>
  <dcterms:created xsi:type="dcterms:W3CDTF">2025-06-18T14:38:34Z</dcterms:created>
  <dcterms:modified xsi:type="dcterms:W3CDTF">2025-09-07T14:46:00Z</dcterms:modified>
</cp:coreProperties>
</file>