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86" r:id="rId2"/>
    <p:sldId id="290" r:id="rId3"/>
    <p:sldId id="291" r:id="rId4"/>
    <p:sldId id="287" r:id="rId5"/>
    <p:sldId id="292" r:id="rId6"/>
    <p:sldId id="288" r:id="rId7"/>
    <p:sldId id="293" r:id="rId8"/>
    <p:sldId id="289" r:id="rId9"/>
    <p:sldId id="29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7" autoAdjust="0"/>
    <p:restoredTop sz="86441" autoAdjust="0"/>
  </p:normalViewPr>
  <p:slideViewPr>
    <p:cSldViewPr>
      <p:cViewPr varScale="1">
        <p:scale>
          <a:sx n="99" d="100"/>
          <a:sy n="99" d="100"/>
        </p:scale>
        <p:origin x="-197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2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/>
              <a:t>ammē</a:t>
            </a:r>
            <a:r>
              <a:rPr lang="en-US" sz="6600" dirty="0"/>
              <a:t> </a:t>
            </a:r>
            <a:r>
              <a:rPr lang="en-US" sz="6600" dirty="0" err="1"/>
              <a:t>nin</a:t>
            </a:r>
            <a:r>
              <a:rPr lang="en-US" sz="6600" dirty="0"/>
              <a:t> </a:t>
            </a:r>
            <a:r>
              <a:rPr lang="en-US" sz="6600" dirty="0" err="1"/>
              <a:t>pālināyi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7200" dirty="0">
                <a:solidFill>
                  <a:srgbClr val="FFFF00"/>
                </a:solidFill>
              </a:rPr>
              <a:t>2025</a:t>
            </a:r>
          </a:p>
          <a:p>
            <a:pPr algn="ctr"/>
            <a:r>
              <a:rPr lang="en-IN" sz="7200" dirty="0">
                <a:solidFill>
                  <a:srgbClr val="FFFF00"/>
                </a:solidFill>
              </a:rPr>
              <a:t>(Malayalam)</a:t>
            </a:r>
            <a:endParaRPr lang="en-US" sz="72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/>
              <a:t>ammē</a:t>
            </a:r>
            <a:r>
              <a:rPr lang="en-US" sz="6600" dirty="0"/>
              <a:t> </a:t>
            </a:r>
            <a:r>
              <a:rPr lang="en-US" sz="6600" dirty="0" err="1"/>
              <a:t>nin</a:t>
            </a:r>
            <a:r>
              <a:rPr lang="en-US" sz="6600" dirty="0"/>
              <a:t> </a:t>
            </a:r>
            <a:r>
              <a:rPr lang="en-US" sz="6600" dirty="0" err="1"/>
              <a:t>pālināyi</a:t>
            </a:r>
            <a:r>
              <a:rPr lang="en-US" sz="6600" dirty="0"/>
              <a:t/>
            </a:r>
            <a:br>
              <a:rPr lang="en-US" sz="6600" dirty="0"/>
            </a:br>
            <a:r>
              <a:rPr lang="en-US" sz="6600" dirty="0" err="1"/>
              <a:t>etra</a:t>
            </a:r>
            <a:r>
              <a:rPr lang="en-US" sz="6600" dirty="0"/>
              <a:t> </a:t>
            </a:r>
            <a:r>
              <a:rPr lang="en-US" sz="6600" dirty="0" err="1"/>
              <a:t>nāḷāy</a:t>
            </a:r>
            <a:r>
              <a:rPr lang="en-US" sz="6600" dirty="0"/>
              <a:t> </a:t>
            </a:r>
            <a:r>
              <a:rPr lang="en-US" sz="6600" dirty="0" err="1"/>
              <a:t>kotikkunnu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>
                <a:solidFill>
                  <a:srgbClr val="FFFF00"/>
                </a:solidFill>
              </a:rPr>
              <a:t>O Mother how many days have I longed for your milk?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/>
              <a:t>prēmappāl</a:t>
            </a:r>
            <a:r>
              <a:rPr lang="en-US" sz="5400" dirty="0"/>
              <a:t> </a:t>
            </a:r>
            <a:r>
              <a:rPr lang="en-US" sz="5400" dirty="0" err="1"/>
              <a:t>nukarnnīḍān</a:t>
            </a:r>
            <a:r>
              <a:rPr lang="en-US" sz="5400" dirty="0"/>
              <a:t> </a:t>
            </a:r>
            <a:r>
              <a:rPr lang="en-US" sz="5400" dirty="0" err="1"/>
              <a:t>koti</a:t>
            </a:r>
            <a:r>
              <a:rPr lang="en-US" sz="5400" dirty="0"/>
              <a:t> </a:t>
            </a:r>
            <a:r>
              <a:rPr lang="en-US" sz="5400" dirty="0" err="1"/>
              <a:t>ēṙunnu</a:t>
            </a:r>
            <a:r>
              <a:rPr lang="en-US" sz="5400" dirty="0"/>
              <a:t/>
            </a:r>
            <a:br>
              <a:rPr lang="en-US" sz="5400" dirty="0"/>
            </a:br>
            <a:r>
              <a:rPr lang="en-US" sz="5400" dirty="0" err="1"/>
              <a:t>ammē</a:t>
            </a:r>
            <a:r>
              <a:rPr lang="en-US" sz="5400" dirty="0"/>
              <a:t> </a:t>
            </a:r>
            <a:r>
              <a:rPr lang="en-US" sz="5400" dirty="0" err="1"/>
              <a:t>koti</a:t>
            </a:r>
            <a:r>
              <a:rPr lang="en-US" sz="5400" dirty="0"/>
              <a:t> </a:t>
            </a:r>
            <a:r>
              <a:rPr lang="en-US" sz="5400" dirty="0" err="1"/>
              <a:t>ēṙunnu</a:t>
            </a:r>
            <a:r>
              <a:rPr lang="en-US" sz="5400" dirty="0"/>
              <a:t> </a:t>
            </a:r>
            <a:br>
              <a:rPr lang="en-US" sz="5400" dirty="0"/>
            </a:br>
            <a:r>
              <a:rPr lang="en-US" sz="5400" dirty="0" err="1"/>
              <a:t>ammē</a:t>
            </a:r>
            <a:r>
              <a:rPr lang="en-US" sz="5400" dirty="0"/>
              <a:t> </a:t>
            </a:r>
            <a:r>
              <a:rPr lang="en-US" sz="5400" dirty="0" err="1"/>
              <a:t>koti</a:t>
            </a:r>
            <a:r>
              <a:rPr lang="en-US" sz="5400" dirty="0"/>
              <a:t> </a:t>
            </a:r>
            <a:r>
              <a:rPr lang="en-US" sz="5400" dirty="0" err="1"/>
              <a:t>ēṙunnu</a:t>
            </a:r>
            <a:r>
              <a:rPr lang="en-US" sz="5400" dirty="0"/>
              <a:t> </a:t>
            </a: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>
                <a:solidFill>
                  <a:srgbClr val="FFFF00"/>
                </a:solidFill>
              </a:rPr>
              <a:t>The yearning to drink the milk of divine love is grows ever stronger, O Mother. 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/>
              <a:t>prēmam</a:t>
            </a:r>
            <a:r>
              <a:rPr lang="en-US" sz="6600" dirty="0"/>
              <a:t> </a:t>
            </a:r>
            <a:r>
              <a:rPr lang="en-US" sz="6600" dirty="0" err="1"/>
              <a:t>ennāl</a:t>
            </a:r>
            <a:r>
              <a:rPr lang="en-US" sz="6600" dirty="0"/>
              <a:t> </a:t>
            </a:r>
            <a:r>
              <a:rPr lang="en-US" sz="6600" dirty="0" err="1"/>
              <a:t>bhaktiyallē</a:t>
            </a:r>
            <a:r>
              <a:rPr lang="en-US" sz="6600" dirty="0"/>
              <a:t/>
            </a:r>
            <a:br>
              <a:rPr lang="en-US" sz="6600" dirty="0"/>
            </a:br>
            <a:r>
              <a:rPr lang="en-US" sz="6600" dirty="0" err="1"/>
              <a:t>bhaktiyō</a:t>
            </a:r>
            <a:r>
              <a:rPr lang="en-US" sz="6600" dirty="0"/>
              <a:t> </a:t>
            </a:r>
            <a:r>
              <a:rPr lang="en-US" sz="6600" dirty="0" err="1"/>
              <a:t>nal</a:t>
            </a:r>
            <a:r>
              <a:rPr lang="en-US" sz="6600" dirty="0"/>
              <a:t> </a:t>
            </a:r>
            <a:r>
              <a:rPr lang="en-US" sz="6600" dirty="0" err="1"/>
              <a:t>prēmavum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>
                <a:solidFill>
                  <a:srgbClr val="FFFF00"/>
                </a:solidFill>
              </a:rPr>
              <a:t>Is divine love not devotion, and is devotion not pure love? 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/>
              <a:t>onnāy</a:t>
            </a:r>
            <a:r>
              <a:rPr lang="en-US" sz="5400" dirty="0"/>
              <a:t> </a:t>
            </a:r>
            <a:r>
              <a:rPr lang="en-US" sz="5400" dirty="0" err="1"/>
              <a:t>chērnnīḍumbōḷ</a:t>
            </a:r>
            <a:r>
              <a:rPr lang="en-US" sz="5400" dirty="0"/>
              <a:t/>
            </a:r>
            <a:br>
              <a:rPr lang="en-US" sz="5400" dirty="0"/>
            </a:br>
            <a:r>
              <a:rPr lang="en-US" sz="5400" dirty="0" err="1"/>
              <a:t>jñāna</a:t>
            </a:r>
            <a:r>
              <a:rPr lang="en-US" sz="5400" dirty="0"/>
              <a:t> </a:t>
            </a:r>
            <a:r>
              <a:rPr lang="en-US" sz="5400" dirty="0" err="1"/>
              <a:t>gaṅga</a:t>
            </a:r>
            <a:r>
              <a:rPr lang="en-US" sz="5400" dirty="0"/>
              <a:t> </a:t>
            </a:r>
            <a:r>
              <a:rPr lang="en-US" sz="5400" dirty="0" err="1"/>
              <a:t>ozhukīḍum</a:t>
            </a:r>
            <a:r>
              <a:rPr lang="en-US" sz="5400" dirty="0"/>
              <a:t/>
            </a:r>
            <a:br>
              <a:rPr lang="en-US" sz="5400" dirty="0"/>
            </a:br>
            <a:r>
              <a:rPr lang="en-US" sz="5400" dirty="0" err="1"/>
              <a:t>ammē</a:t>
            </a:r>
            <a:r>
              <a:rPr lang="en-US" sz="5400" dirty="0"/>
              <a:t>… </a:t>
            </a:r>
            <a:r>
              <a:rPr lang="en-US" sz="5400" dirty="0" err="1"/>
              <a:t>jñāna</a:t>
            </a:r>
            <a:r>
              <a:rPr lang="en-US" sz="5400" dirty="0"/>
              <a:t> </a:t>
            </a:r>
            <a:r>
              <a:rPr lang="en-US" sz="5400" dirty="0" err="1"/>
              <a:t>gaṅga</a:t>
            </a:r>
            <a:r>
              <a:rPr lang="en-US" sz="5400" dirty="0"/>
              <a:t> </a:t>
            </a:r>
            <a:r>
              <a:rPr lang="en-US" sz="5400" dirty="0" err="1"/>
              <a:t>ozhukīḍum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>
                <a:solidFill>
                  <a:srgbClr val="FFFF00"/>
                </a:solidFill>
              </a:rPr>
              <a:t>When the two unite as one, </a:t>
            </a:r>
          </a:p>
          <a:p>
            <a:pPr algn="ctr"/>
            <a:r>
              <a:rPr lang="en-US" sz="5400" dirty="0">
                <a:solidFill>
                  <a:srgbClr val="FFFF00"/>
                </a:solidFill>
              </a:rPr>
              <a:t>the Ganga of knowledge will flow, O Mother, the Ganga of knowledge will flow. 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/>
              <a:t>pāl</a:t>
            </a:r>
            <a:r>
              <a:rPr lang="en-US" sz="6600" dirty="0"/>
              <a:t> </a:t>
            </a:r>
            <a:r>
              <a:rPr lang="en-US" sz="6600" dirty="0" err="1"/>
              <a:t>aṅgane</a:t>
            </a:r>
            <a:r>
              <a:rPr lang="en-US" sz="6600" dirty="0"/>
              <a:t> </a:t>
            </a:r>
            <a:r>
              <a:rPr lang="en-US" sz="6600" dirty="0" err="1"/>
              <a:t>palat-uṇḍu</a:t>
            </a:r>
            <a:r>
              <a:rPr lang="en-US" sz="6600" dirty="0"/>
              <a:t/>
            </a:r>
            <a:br>
              <a:rPr lang="en-US" sz="6600" dirty="0"/>
            </a:br>
            <a:r>
              <a:rPr lang="en-US" sz="6600" dirty="0" err="1"/>
              <a:t>jñāna-pālum</a:t>
            </a:r>
            <a:r>
              <a:rPr lang="en-US" sz="6600" dirty="0"/>
              <a:t> </a:t>
            </a:r>
            <a:r>
              <a:rPr lang="en-US" sz="6600" dirty="0" err="1" smtClean="0"/>
              <a:t>sēva-pālum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smtClean="0"/>
              <a:t> </a:t>
            </a:r>
            <a:r>
              <a:rPr lang="en-US" sz="6600" dirty="0" err="1" smtClean="0"/>
              <a:t>pinn-ammiñña-pālum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>
                <a:solidFill>
                  <a:srgbClr val="FFFF00"/>
                </a:solidFill>
              </a:rPr>
              <a:t>There are many kinds of milk—the milk of knowledge, the milk of </a:t>
            </a:r>
            <a:r>
              <a:rPr lang="en-US" sz="5400" dirty="0" err="1">
                <a:solidFill>
                  <a:srgbClr val="FFFF00"/>
                </a:solidFill>
              </a:rPr>
              <a:t>seva</a:t>
            </a:r>
            <a:r>
              <a:rPr lang="en-US" sz="5400" dirty="0" smtClean="0">
                <a:solidFill>
                  <a:srgbClr val="FFFF00"/>
                </a:solidFill>
              </a:rPr>
              <a:t>, and then a mothers own breast milk. 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/>
              <a:t/>
            </a:r>
            <a:br>
              <a:rPr lang="en-US" sz="6600" dirty="0"/>
            </a:br>
            <a:r>
              <a:rPr lang="en-US" sz="6600" dirty="0" err="1"/>
              <a:t>ellām</a:t>
            </a:r>
            <a:r>
              <a:rPr lang="en-US" sz="6600" dirty="0"/>
              <a:t> </a:t>
            </a:r>
            <a:r>
              <a:rPr lang="en-US" sz="6600" dirty="0" err="1"/>
              <a:t>onnāy</a:t>
            </a:r>
            <a:r>
              <a:rPr lang="en-US" sz="6600" dirty="0"/>
              <a:t> </a:t>
            </a:r>
            <a:r>
              <a:rPr lang="en-US" sz="6600" dirty="0" err="1"/>
              <a:t>chērnnāl</a:t>
            </a:r>
            <a:r>
              <a:rPr lang="en-US" sz="6600" dirty="0"/>
              <a:t/>
            </a:r>
            <a:br>
              <a:rPr lang="en-US" sz="6600" dirty="0"/>
            </a:br>
            <a:r>
              <a:rPr lang="en-US" sz="6600" dirty="0"/>
              <a:t>amma tan </a:t>
            </a:r>
            <a:r>
              <a:rPr lang="en-US" sz="6600" dirty="0" err="1"/>
              <a:t>prēma-pālallō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When </a:t>
            </a:r>
            <a:r>
              <a:rPr lang="en-US" sz="5400" dirty="0">
                <a:solidFill>
                  <a:srgbClr val="FFFF00"/>
                </a:solidFill>
              </a:rPr>
              <a:t>all of these come together, they become Mother’s milk of divine love.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/>
              <a:t>vinayavum</a:t>
            </a:r>
            <a:r>
              <a:rPr lang="en-US" sz="6000" dirty="0"/>
              <a:t> </a:t>
            </a:r>
            <a:r>
              <a:rPr lang="en-US" sz="6000" dirty="0" err="1"/>
              <a:t>eḷima</a:t>
            </a:r>
            <a:r>
              <a:rPr lang="en-US" sz="6000" dirty="0"/>
              <a:t> tan </a:t>
            </a:r>
            <a:r>
              <a:rPr lang="en-US" sz="6000" dirty="0" err="1"/>
              <a:t>viḷanilamāyāl</a:t>
            </a:r>
            <a:r>
              <a:rPr lang="en-US" sz="6000" dirty="0"/>
              <a:t/>
            </a:r>
            <a:br>
              <a:rPr lang="en-US" sz="6000" dirty="0"/>
            </a:br>
            <a:r>
              <a:rPr lang="en-US" sz="6000" dirty="0" err="1"/>
              <a:t>sarvatum</a:t>
            </a:r>
            <a:r>
              <a:rPr lang="en-US" sz="6000" dirty="0"/>
              <a:t> </a:t>
            </a:r>
            <a:r>
              <a:rPr lang="en-US" sz="6000" dirty="0" err="1"/>
              <a:t>ammayāy</a:t>
            </a:r>
            <a:r>
              <a:rPr lang="en-US" sz="6000" dirty="0"/>
              <a:t> </a:t>
            </a:r>
            <a:r>
              <a:rPr lang="en-US" sz="6000" dirty="0" err="1"/>
              <a:t>viḷaṅgum</a:t>
            </a:r>
            <a:r>
              <a:rPr lang="en-US" sz="6000" dirty="0"/>
              <a:t> </a:t>
            </a:r>
            <a:r>
              <a:rPr lang="en-US" sz="6000" dirty="0" err="1"/>
              <a:t>allō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>
                <a:solidFill>
                  <a:srgbClr val="FFFF00"/>
                </a:solidFill>
              </a:rPr>
              <a:t>If we become the field where humility is the harvest, then everything will shine forth as Mother. 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000" dirty="0"/>
              <a:t>ā </a:t>
            </a:r>
            <a:r>
              <a:rPr lang="en-US" sz="5000" dirty="0" err="1"/>
              <a:t>maḍittaṭṭilāy</a:t>
            </a:r>
            <a:r>
              <a:rPr lang="en-US" sz="5000" dirty="0"/>
              <a:t> </a:t>
            </a:r>
            <a:r>
              <a:rPr lang="en-US" sz="5000" dirty="0" err="1"/>
              <a:t>kēzhum</a:t>
            </a:r>
            <a:r>
              <a:rPr lang="en-US" sz="5000" dirty="0"/>
              <a:t> ī </a:t>
            </a:r>
            <a:r>
              <a:rPr lang="en-US" sz="5000" dirty="0" err="1"/>
              <a:t>kuññine</a:t>
            </a:r>
            <a:r>
              <a:rPr lang="en-US" sz="5000" dirty="0"/>
              <a:t/>
            </a:r>
            <a:br>
              <a:rPr lang="en-US" sz="5000" dirty="0"/>
            </a:br>
            <a:r>
              <a:rPr lang="en-US" sz="5000" dirty="0" err="1"/>
              <a:t>prēmappāl</a:t>
            </a:r>
            <a:r>
              <a:rPr lang="en-US" sz="5000" dirty="0"/>
              <a:t> </a:t>
            </a:r>
            <a:r>
              <a:rPr lang="en-US" sz="5000" dirty="0" err="1"/>
              <a:t>ūṭṭi</a:t>
            </a:r>
            <a:r>
              <a:rPr lang="en-US" sz="5000" dirty="0"/>
              <a:t> </a:t>
            </a:r>
            <a:r>
              <a:rPr lang="en-US" sz="5000" dirty="0" err="1"/>
              <a:t>uṙakkukillē</a:t>
            </a:r>
            <a:r>
              <a:rPr lang="en-US" sz="5000" dirty="0"/>
              <a:t/>
            </a:r>
            <a:br>
              <a:rPr lang="en-US" sz="5000" dirty="0"/>
            </a:br>
            <a:r>
              <a:rPr lang="en-US" sz="5000" dirty="0" err="1"/>
              <a:t>ammē</a:t>
            </a:r>
            <a:r>
              <a:rPr lang="en-US" sz="5000" dirty="0"/>
              <a:t> </a:t>
            </a:r>
            <a:r>
              <a:rPr lang="en-US" sz="5000" dirty="0" err="1"/>
              <a:t>prēmappāl</a:t>
            </a:r>
            <a:r>
              <a:rPr lang="en-US" sz="5000" dirty="0"/>
              <a:t> </a:t>
            </a:r>
            <a:r>
              <a:rPr lang="en-US" sz="5000" dirty="0" err="1"/>
              <a:t>ūṭṭi</a:t>
            </a:r>
            <a:r>
              <a:rPr lang="en-US" sz="5000" dirty="0"/>
              <a:t> </a:t>
            </a:r>
            <a:r>
              <a:rPr lang="en-US" sz="5000" dirty="0" err="1"/>
              <a:t>uṙakkukillē</a:t>
            </a:r>
            <a:endParaRPr lang="en-US" sz="5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>
                <a:solidFill>
                  <a:srgbClr val="FFFF00"/>
                </a:solidFill>
              </a:rPr>
              <a:t>Won’t you gather this crying child into your lap, and lull me to sleep with the milk of your love?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2853</TotalTime>
  <Words>181</Words>
  <Application>Microsoft Office PowerPoint</Application>
  <PresentationFormat>On-screen Show (4:3)</PresentationFormat>
  <Paragraphs>29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ammē nin pālināyi</vt:lpstr>
      <vt:lpstr>ammē nin pālināyi etra nāḷāy kotikkunnu</vt:lpstr>
      <vt:lpstr>prēmappāl nukarnnīḍān koti ēṙunnu ammē koti ēṙunnu  ammē koti ēṙunnu </vt:lpstr>
      <vt:lpstr>prēmam ennāl bhaktiyallē bhaktiyō nal prēmavum</vt:lpstr>
      <vt:lpstr>onnāy chērnnīḍumbōḷ jñāna gaṅga ozhukīḍum ammē… jñāna gaṅga ozhukīḍum</vt:lpstr>
      <vt:lpstr>pāl aṅgane palat-uṇḍu jñāna-pālum sēva-pālum  pinn-ammiñña-pālum</vt:lpstr>
      <vt:lpstr> ellām onnāy chērnnāl amma tan prēma-pālallō</vt:lpstr>
      <vt:lpstr>vinayavum eḷima tan viḷanilamāyāl sarvatum ammayāy viḷaṅgum allō</vt:lpstr>
      <vt:lpstr>ā maḍittaṭṭilāy kēzhum ī kuññine prēmappāl ūṭṭi uṙakkukillē ammē prēmappāl ūṭṭi uṙakkukillē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320</cp:revision>
  <dcterms:created xsi:type="dcterms:W3CDTF">2006-08-16T00:00:00Z</dcterms:created>
  <dcterms:modified xsi:type="dcterms:W3CDTF">2025-11-12T13:44:52Z</dcterms:modified>
</cp:coreProperties>
</file>