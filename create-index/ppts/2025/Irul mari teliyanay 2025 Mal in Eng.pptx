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1" r:id="rId7"/>
    <p:sldId id="262" r:id="rId8"/>
    <p:sldId id="264" r:id="rId9"/>
    <p:sldId id="260"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FD679A-4F02-488C-8B75-AF692635CAC1}" type="datetimeFigureOut">
              <a:rPr lang="en-US" smtClean="0"/>
              <a:pPr/>
              <a:t>29-Aug-2025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0AD6-3EFC-47CE-9D32-AD4D26EC6B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FD679A-4F02-488C-8B75-AF692635CAC1}" type="datetimeFigureOut">
              <a:rPr lang="en-US" smtClean="0"/>
              <a:pPr/>
              <a:t>29-Aug-2025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D90AD6-3EFC-47CE-9D32-AD4D26EC6B6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iruḷ māṙi teḷiyānāy</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100" smtClean="0">
                <a:solidFill>
                  <a:srgbClr val="FFFFFF"/>
                </a:solidFill>
                <a:latin typeface="Calibri"/>
              </a:rPr>
              <a:t>iruḷ māṙi teḷiyānāy</a:t>
            </a:r>
            <a:br>
              <a:rPr lang="en-US" sz="5100" smtClean="0">
                <a:solidFill>
                  <a:srgbClr val="FFFFFF"/>
                </a:solidFill>
                <a:latin typeface="Calibri"/>
              </a:rPr>
            </a:br>
            <a:r>
              <a:rPr lang="en-US" sz="5100" smtClean="0">
                <a:solidFill>
                  <a:srgbClr val="FFFFFF"/>
                </a:solidFill>
                <a:latin typeface="Calibri"/>
              </a:rPr>
              <a:t>itaḷ uḷḷam viriyānāy</a:t>
            </a:r>
            <a:br>
              <a:rPr lang="en-US" sz="5100" smtClean="0">
                <a:solidFill>
                  <a:srgbClr val="FFFFFF"/>
                </a:solidFill>
                <a:latin typeface="Calibri"/>
              </a:rPr>
            </a:br>
            <a:r>
              <a:rPr lang="en-US" sz="5100" smtClean="0">
                <a:solidFill>
                  <a:srgbClr val="FFFFFF"/>
                </a:solidFill>
                <a:latin typeface="Calibri"/>
              </a:rPr>
              <a:t>ini entenn-aruḷīḍān kaniyēṇamē… </a:t>
            </a:r>
            <a:br>
              <a:rPr lang="en-US" sz="5100" smtClean="0">
                <a:solidFill>
                  <a:srgbClr val="FFFFFF"/>
                </a:solidFill>
                <a:latin typeface="Calibri"/>
              </a:rPr>
            </a:br>
            <a:r>
              <a:rPr lang="en-US" sz="5100" smtClean="0">
                <a:solidFill>
                  <a:srgbClr val="FFFFFF"/>
                </a:solidFill>
                <a:latin typeface="Calibri"/>
              </a:rPr>
              <a:t>ammē… tuṇa ēkaṇē…</a:t>
            </a:r>
            <a:endParaRPr lang="en-US" sz="51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100" smtClean="0">
                <a:solidFill>
                  <a:srgbClr val="FFFF00"/>
                </a:solidFill>
                <a:latin typeface="Calibri"/>
              </a:rPr>
              <a:t>For the darkness to dispel and the light to shine within my mind, for the flower of my heart to blossom — Mother, shower me with your grace and tell me what I must do… Mother, be with me always.</a:t>
            </a:r>
            <a:endParaRPr lang="en-US" sz="4100">
              <a:solidFill>
                <a:srgbClr val="FFFF00"/>
              </a:solidFill>
              <a:latin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vazhi ēṙe alaññu pōy…</a:t>
            </a:r>
            <a:br>
              <a:rPr lang="en-US" sz="5600" smtClean="0">
                <a:solidFill>
                  <a:srgbClr val="FFFFFF"/>
                </a:solidFill>
                <a:latin typeface="Calibri"/>
              </a:rPr>
            </a:br>
            <a:r>
              <a:rPr lang="en-US" sz="5600" smtClean="0">
                <a:solidFill>
                  <a:srgbClr val="FFFFFF"/>
                </a:solidFill>
                <a:latin typeface="Calibri"/>
              </a:rPr>
              <a:t>karakāṇāt-ulaññu pōy…</a:t>
            </a:r>
            <a:br>
              <a:rPr lang="en-US" sz="5600" smtClean="0">
                <a:solidFill>
                  <a:srgbClr val="FFFFFF"/>
                </a:solidFill>
                <a:latin typeface="Calibri"/>
              </a:rPr>
            </a:br>
            <a:r>
              <a:rPr lang="en-US" sz="5600" smtClean="0">
                <a:solidFill>
                  <a:srgbClr val="FFFFFF"/>
                </a:solidFill>
                <a:latin typeface="Calibri"/>
              </a:rPr>
              <a:t>mizhi tūki karakēṙān iḍayākkaṇē…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I have wandered long in the ocean of samsara, unable to see the shore, battered by the waves. Won’t you glance at me with compassion, so that I may reach the shore?</a:t>
            </a:r>
            <a:endParaRPr lang="en-US" sz="4500">
              <a:solidFill>
                <a:srgbClr val="FFFF00"/>
              </a:solidFill>
              <a:latin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dirty="0" err="1" smtClean="0">
                <a:solidFill>
                  <a:srgbClr val="FFFFFF"/>
                </a:solidFill>
                <a:latin typeface="Calibri"/>
              </a:rPr>
              <a:t>matimōham</a:t>
            </a:r>
            <a:r>
              <a:rPr lang="en-US" sz="5600" dirty="0" smtClean="0">
                <a:solidFill>
                  <a:srgbClr val="FFFFFF"/>
                </a:solidFill>
                <a:latin typeface="Calibri"/>
              </a:rPr>
              <a:t> </a:t>
            </a:r>
            <a:r>
              <a:rPr lang="en-US" sz="5600" dirty="0" err="1" smtClean="0">
                <a:solidFill>
                  <a:srgbClr val="FFFFFF"/>
                </a:solidFill>
                <a:latin typeface="Calibri"/>
              </a:rPr>
              <a:t>vaḷarunnu</a:t>
            </a:r>
            <a:r>
              <a:rPr lang="en-US" sz="5600" dirty="0" smtClean="0">
                <a:solidFill>
                  <a:srgbClr val="FFFFFF"/>
                </a:solidFill>
                <a:latin typeface="Calibri"/>
              </a:rPr>
              <a:t> </a:t>
            </a:r>
            <a:r>
              <a:rPr lang="en-US" sz="5600" dirty="0" err="1" smtClean="0">
                <a:solidFill>
                  <a:srgbClr val="FFFFFF"/>
                </a:solidFill>
                <a:latin typeface="Calibri"/>
              </a:rPr>
              <a:t>gativēgam</a:t>
            </a:r>
            <a:r>
              <a:rPr lang="en-US" sz="5600" dirty="0" smtClean="0">
                <a:solidFill>
                  <a:srgbClr val="FFFFFF"/>
                </a:solidFill>
                <a:latin typeface="Calibri"/>
              </a:rPr>
              <a:t> </a:t>
            </a:r>
            <a:r>
              <a:rPr lang="en-US" sz="5600" dirty="0" err="1" smtClean="0">
                <a:solidFill>
                  <a:srgbClr val="FFFFFF"/>
                </a:solidFill>
                <a:latin typeface="Calibri"/>
              </a:rPr>
              <a:t>kuṙayunnu</a:t>
            </a:r>
            <a:r>
              <a:rPr lang="en-US" sz="5600" dirty="0" smtClean="0">
                <a:solidFill>
                  <a:srgbClr val="FFFFFF"/>
                </a:solidFill>
                <a:latin typeface="Calibri"/>
              </a:rPr>
              <a:t/>
            </a:r>
            <a:br>
              <a:rPr lang="en-US" sz="5600" dirty="0" smtClean="0">
                <a:solidFill>
                  <a:srgbClr val="FFFFFF"/>
                </a:solidFill>
                <a:latin typeface="Calibri"/>
              </a:rPr>
            </a:br>
            <a:r>
              <a:rPr lang="en-US" sz="5600" dirty="0" err="1" smtClean="0">
                <a:solidFill>
                  <a:srgbClr val="FFFFFF"/>
                </a:solidFill>
                <a:latin typeface="Calibri"/>
              </a:rPr>
              <a:t>narajanma-guṇam</a:t>
            </a:r>
            <a:r>
              <a:rPr lang="en-US" sz="5600" dirty="0" smtClean="0">
                <a:solidFill>
                  <a:srgbClr val="FFFFFF"/>
                </a:solidFill>
                <a:latin typeface="Calibri"/>
              </a:rPr>
              <a:t> </a:t>
            </a:r>
            <a:r>
              <a:rPr lang="en-US" sz="5600" dirty="0" err="1" smtClean="0">
                <a:solidFill>
                  <a:srgbClr val="FFFFFF"/>
                </a:solidFill>
                <a:latin typeface="Calibri"/>
              </a:rPr>
              <a:t>ēki</a:t>
            </a:r>
            <a:r>
              <a:rPr lang="en-US" sz="5600" dirty="0" smtClean="0">
                <a:solidFill>
                  <a:srgbClr val="FFFFFF"/>
                </a:solidFill>
                <a:latin typeface="Calibri"/>
              </a:rPr>
              <a:t> </a:t>
            </a:r>
            <a:r>
              <a:rPr lang="en-US" sz="5600" dirty="0" smtClean="0">
                <a:solidFill>
                  <a:srgbClr val="FFFFFF"/>
                </a:solidFill>
                <a:latin typeface="Calibri"/>
              </a:rPr>
              <a:t/>
            </a:r>
            <a:br>
              <a:rPr lang="en-US" sz="5600" dirty="0" smtClean="0">
                <a:solidFill>
                  <a:srgbClr val="FFFFFF"/>
                </a:solidFill>
                <a:latin typeface="Calibri"/>
              </a:rPr>
            </a:br>
            <a:r>
              <a:rPr lang="en-US" sz="5600" dirty="0" err="1" smtClean="0">
                <a:solidFill>
                  <a:srgbClr val="FFFFFF"/>
                </a:solidFill>
                <a:latin typeface="Calibri"/>
              </a:rPr>
              <a:t>gati</a:t>
            </a:r>
            <a:r>
              <a:rPr lang="en-US" sz="5600" dirty="0" smtClean="0">
                <a:solidFill>
                  <a:srgbClr val="FFFFFF"/>
                </a:solidFill>
                <a:latin typeface="Calibri"/>
              </a:rPr>
              <a:t> </a:t>
            </a:r>
            <a:r>
              <a:rPr lang="en-US" sz="5600" dirty="0" err="1" smtClean="0">
                <a:solidFill>
                  <a:srgbClr val="FFFFFF"/>
                </a:solidFill>
                <a:latin typeface="Calibri"/>
              </a:rPr>
              <a:t>ēkaṇē</a:t>
            </a:r>
            <a:endParaRPr lang="en-US" sz="5600" dirty="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000" smtClean="0">
                <a:solidFill>
                  <a:srgbClr val="FFFF00"/>
                </a:solidFill>
                <a:latin typeface="Calibri"/>
              </a:rPr>
              <a:t>I am sinking deeper into delusion, and my journey is slowing down. Make this human birth worthwhile by leading me towards you.</a:t>
            </a:r>
            <a:endParaRPr lang="en-US" sz="5000">
              <a:solidFill>
                <a:srgbClr val="FFFF00"/>
              </a:solidFill>
              <a:latin typeface="Calibr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100" smtClean="0">
                <a:solidFill>
                  <a:srgbClr val="FFFFFF"/>
                </a:solidFill>
                <a:latin typeface="Calibri"/>
              </a:rPr>
              <a:t>iruḷ māṙi teḷiyānāy</a:t>
            </a:r>
            <a:br>
              <a:rPr lang="en-US" sz="5100" smtClean="0">
                <a:solidFill>
                  <a:srgbClr val="FFFFFF"/>
                </a:solidFill>
                <a:latin typeface="Calibri"/>
              </a:rPr>
            </a:br>
            <a:r>
              <a:rPr lang="en-US" sz="5100" smtClean="0">
                <a:solidFill>
                  <a:srgbClr val="FFFFFF"/>
                </a:solidFill>
                <a:latin typeface="Calibri"/>
              </a:rPr>
              <a:t>itaḷ uḷḷam viriyānāy</a:t>
            </a:r>
            <a:br>
              <a:rPr lang="en-US" sz="5100" smtClean="0">
                <a:solidFill>
                  <a:srgbClr val="FFFFFF"/>
                </a:solidFill>
                <a:latin typeface="Calibri"/>
              </a:rPr>
            </a:br>
            <a:r>
              <a:rPr lang="en-US" sz="5100" smtClean="0">
                <a:solidFill>
                  <a:srgbClr val="FFFFFF"/>
                </a:solidFill>
                <a:latin typeface="Calibri"/>
              </a:rPr>
              <a:t>ini entenn-aruḷīḍān kaniyēṇamē… </a:t>
            </a:r>
            <a:br>
              <a:rPr lang="en-US" sz="5100" smtClean="0">
                <a:solidFill>
                  <a:srgbClr val="FFFFFF"/>
                </a:solidFill>
                <a:latin typeface="Calibri"/>
              </a:rPr>
            </a:br>
            <a:r>
              <a:rPr lang="en-US" sz="5100" smtClean="0">
                <a:solidFill>
                  <a:srgbClr val="FFFFFF"/>
                </a:solidFill>
                <a:latin typeface="Calibri"/>
              </a:rPr>
              <a:t>ammē… tuṇa ēkaṇē…</a:t>
            </a:r>
            <a:endParaRPr lang="en-US" sz="51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100" smtClean="0">
                <a:solidFill>
                  <a:srgbClr val="FFFF00"/>
                </a:solidFill>
                <a:latin typeface="Calibri"/>
              </a:rPr>
              <a:t>For the darkness to dispel and the light to shine within my mind, for the flower of my heart to blossom — Mother, shower me with your grace and tell me what I must do… Mother, be with me always.</a:t>
            </a:r>
            <a:endParaRPr lang="en-US" sz="4100">
              <a:solidFill>
                <a:srgbClr val="FFFF00"/>
              </a:solidFill>
              <a:latin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hṛdivīṇa śruti cērān parabhakti-layam ākān</a:t>
            </a:r>
            <a:br>
              <a:rPr lang="en-US" sz="5600" smtClean="0">
                <a:solidFill>
                  <a:srgbClr val="FFFFFF"/>
                </a:solidFill>
                <a:latin typeface="Calibri"/>
              </a:rPr>
            </a:br>
            <a:r>
              <a:rPr lang="en-US" sz="5600" smtClean="0">
                <a:solidFill>
                  <a:srgbClr val="FFFFFF"/>
                </a:solidFill>
                <a:latin typeface="Calibri"/>
              </a:rPr>
              <a:t>niṙayēṇam mama manassil padam ēkaṇē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Fill my heart with your presence, so that the vīṇā of my heart may attune itself to supreme devotion and dissolve in it. Grant me the refuge of your lotus feet.</a:t>
            </a:r>
            <a:endParaRPr lang="en-US" sz="4500">
              <a:solidFill>
                <a:srgbClr val="FFFF00"/>
              </a:solidFill>
              <a:latin typeface="Calibri"/>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dirty="0" err="1" smtClean="0">
                <a:solidFill>
                  <a:srgbClr val="FFFFFF"/>
                </a:solidFill>
                <a:latin typeface="Calibri"/>
              </a:rPr>
              <a:t>taṇal</a:t>
            </a:r>
            <a:r>
              <a:rPr lang="en-US" sz="5600" dirty="0" smtClean="0">
                <a:solidFill>
                  <a:srgbClr val="FFFFFF"/>
                </a:solidFill>
                <a:latin typeface="Calibri"/>
              </a:rPr>
              <a:t> </a:t>
            </a:r>
            <a:r>
              <a:rPr lang="en-US" sz="5600" dirty="0" err="1" smtClean="0">
                <a:solidFill>
                  <a:srgbClr val="FFFFFF"/>
                </a:solidFill>
                <a:latin typeface="Calibri"/>
              </a:rPr>
              <a:t>tēḍi</a:t>
            </a:r>
            <a:r>
              <a:rPr lang="en-US" sz="5600" dirty="0" smtClean="0">
                <a:solidFill>
                  <a:srgbClr val="FFFFFF"/>
                </a:solidFill>
                <a:latin typeface="Calibri"/>
              </a:rPr>
              <a:t> </a:t>
            </a:r>
            <a:r>
              <a:rPr lang="en-US" sz="5600" dirty="0" err="1" smtClean="0">
                <a:solidFill>
                  <a:srgbClr val="FFFFFF"/>
                </a:solidFill>
                <a:latin typeface="Calibri"/>
              </a:rPr>
              <a:t>alayunnu</a:t>
            </a:r>
            <a:r>
              <a:rPr lang="en-US" sz="5600" dirty="0" smtClean="0">
                <a:solidFill>
                  <a:srgbClr val="FFFFFF"/>
                </a:solidFill>
                <a:latin typeface="Calibri"/>
              </a:rPr>
              <a:t>, </a:t>
            </a:r>
            <a:r>
              <a:rPr lang="en-US" sz="5600" dirty="0" smtClean="0">
                <a:solidFill>
                  <a:srgbClr val="FFFFFF"/>
                </a:solidFill>
                <a:latin typeface="Calibri"/>
              </a:rPr>
              <a:t/>
            </a:r>
            <a:br>
              <a:rPr lang="en-US" sz="5600" dirty="0" smtClean="0">
                <a:solidFill>
                  <a:srgbClr val="FFFFFF"/>
                </a:solidFill>
                <a:latin typeface="Calibri"/>
              </a:rPr>
            </a:br>
            <a:r>
              <a:rPr lang="en-US" sz="5600" dirty="0" err="1" smtClean="0">
                <a:solidFill>
                  <a:srgbClr val="FFFFFF"/>
                </a:solidFill>
                <a:latin typeface="Calibri"/>
              </a:rPr>
              <a:t>poruḷ</a:t>
            </a:r>
            <a:r>
              <a:rPr lang="en-US" sz="5600" dirty="0" smtClean="0">
                <a:solidFill>
                  <a:srgbClr val="FFFFFF"/>
                </a:solidFill>
                <a:latin typeface="Calibri"/>
              </a:rPr>
              <a:t> </a:t>
            </a:r>
            <a:r>
              <a:rPr lang="en-US" sz="5600" dirty="0" err="1" smtClean="0">
                <a:solidFill>
                  <a:srgbClr val="FFFFFF"/>
                </a:solidFill>
                <a:latin typeface="Calibri"/>
              </a:rPr>
              <a:t>tēḍi</a:t>
            </a:r>
            <a:r>
              <a:rPr lang="en-US" sz="5600" dirty="0" smtClean="0">
                <a:solidFill>
                  <a:srgbClr val="FFFFFF"/>
                </a:solidFill>
                <a:latin typeface="Calibri"/>
              </a:rPr>
              <a:t> </a:t>
            </a:r>
            <a:r>
              <a:rPr lang="en-US" sz="5600" dirty="0" err="1" smtClean="0">
                <a:solidFill>
                  <a:srgbClr val="FFFFFF"/>
                </a:solidFill>
                <a:latin typeface="Calibri"/>
              </a:rPr>
              <a:t>ettunnu</a:t>
            </a:r>
            <a:r>
              <a:rPr lang="en-US" sz="5600" dirty="0" smtClean="0">
                <a:solidFill>
                  <a:srgbClr val="FFFFFF"/>
                </a:solidFill>
                <a:latin typeface="Calibri"/>
              </a:rPr>
              <a:t/>
            </a:r>
            <a:br>
              <a:rPr lang="en-US" sz="5600" dirty="0" smtClean="0">
                <a:solidFill>
                  <a:srgbClr val="FFFFFF"/>
                </a:solidFill>
                <a:latin typeface="Calibri"/>
              </a:rPr>
            </a:br>
            <a:r>
              <a:rPr lang="en-US" sz="5600" dirty="0" err="1" smtClean="0">
                <a:solidFill>
                  <a:srgbClr val="FFFFFF"/>
                </a:solidFill>
                <a:latin typeface="Calibri"/>
              </a:rPr>
              <a:t>varam</a:t>
            </a:r>
            <a:r>
              <a:rPr lang="en-US" sz="5600" dirty="0" smtClean="0">
                <a:solidFill>
                  <a:srgbClr val="FFFFFF"/>
                </a:solidFill>
                <a:latin typeface="Calibri"/>
              </a:rPr>
              <a:t> </a:t>
            </a:r>
            <a:r>
              <a:rPr lang="en-US" sz="5600" dirty="0" err="1" smtClean="0">
                <a:solidFill>
                  <a:srgbClr val="FFFFFF"/>
                </a:solidFill>
                <a:latin typeface="Calibri"/>
              </a:rPr>
              <a:t>aruḷi</a:t>
            </a:r>
            <a:r>
              <a:rPr lang="en-US" sz="5600" dirty="0" smtClean="0">
                <a:solidFill>
                  <a:srgbClr val="FFFFFF"/>
                </a:solidFill>
                <a:latin typeface="Calibri"/>
              </a:rPr>
              <a:t> mama </a:t>
            </a:r>
            <a:r>
              <a:rPr lang="en-US" sz="5600" dirty="0" err="1" smtClean="0">
                <a:solidFill>
                  <a:srgbClr val="FFFFFF"/>
                </a:solidFill>
                <a:latin typeface="Calibri"/>
              </a:rPr>
              <a:t>hṛttil</a:t>
            </a:r>
            <a:r>
              <a:rPr lang="en-US" sz="5600" dirty="0" smtClean="0">
                <a:solidFill>
                  <a:srgbClr val="FFFFFF"/>
                </a:solidFill>
                <a:latin typeface="Calibri"/>
              </a:rPr>
              <a:t> </a:t>
            </a:r>
            <a:r>
              <a:rPr lang="en-US" sz="5600" dirty="0" err="1" smtClean="0">
                <a:solidFill>
                  <a:srgbClr val="FFFFFF"/>
                </a:solidFill>
                <a:latin typeface="Calibri"/>
              </a:rPr>
              <a:t>viḷaṅgīḍaṇē</a:t>
            </a:r>
            <a:r>
              <a:rPr lang="en-US" sz="5600" dirty="0" smtClean="0">
                <a:solidFill>
                  <a:srgbClr val="FFFFFF"/>
                </a:solidFill>
                <a:latin typeface="Calibri"/>
              </a:rPr>
              <a:t>…</a:t>
            </a:r>
            <a:endParaRPr lang="en-US" sz="5600" dirty="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300" smtClean="0">
                <a:solidFill>
                  <a:srgbClr val="FFFF00"/>
                </a:solidFill>
                <a:latin typeface="Calibri"/>
              </a:rPr>
              <a:t>I wander in search of your life-giving shade; I come seeking the highest truth. Bless me, Mother, and make my heart your home.</a:t>
            </a:r>
            <a:endParaRPr lang="en-US" sz="5300">
              <a:solidFill>
                <a:srgbClr val="FFFF00"/>
              </a:solidFill>
              <a:latin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100" smtClean="0">
                <a:solidFill>
                  <a:srgbClr val="FFFFFF"/>
                </a:solidFill>
                <a:latin typeface="Calibri"/>
              </a:rPr>
              <a:t>iruḷ māṙi teḷiyānāy</a:t>
            </a:r>
            <a:br>
              <a:rPr lang="en-US" sz="5100" smtClean="0">
                <a:solidFill>
                  <a:srgbClr val="FFFFFF"/>
                </a:solidFill>
                <a:latin typeface="Calibri"/>
              </a:rPr>
            </a:br>
            <a:r>
              <a:rPr lang="en-US" sz="5100" smtClean="0">
                <a:solidFill>
                  <a:srgbClr val="FFFFFF"/>
                </a:solidFill>
                <a:latin typeface="Calibri"/>
              </a:rPr>
              <a:t>itaḷ uḷḷam viriyānāy</a:t>
            </a:r>
            <a:br>
              <a:rPr lang="en-US" sz="5100" smtClean="0">
                <a:solidFill>
                  <a:srgbClr val="FFFFFF"/>
                </a:solidFill>
                <a:latin typeface="Calibri"/>
              </a:rPr>
            </a:br>
            <a:r>
              <a:rPr lang="en-US" sz="5100" smtClean="0">
                <a:solidFill>
                  <a:srgbClr val="FFFFFF"/>
                </a:solidFill>
                <a:latin typeface="Calibri"/>
              </a:rPr>
              <a:t>ini entenn-aruḷīḍān kaniyēṇamē… </a:t>
            </a:r>
            <a:br>
              <a:rPr lang="en-US" sz="5100" smtClean="0">
                <a:solidFill>
                  <a:srgbClr val="FFFFFF"/>
                </a:solidFill>
                <a:latin typeface="Calibri"/>
              </a:rPr>
            </a:br>
            <a:r>
              <a:rPr lang="en-US" sz="5100" smtClean="0">
                <a:solidFill>
                  <a:srgbClr val="FFFFFF"/>
                </a:solidFill>
                <a:latin typeface="Calibri"/>
              </a:rPr>
              <a:t>ammē… tuṇa ēkaṇē…</a:t>
            </a:r>
            <a:endParaRPr lang="en-US" sz="51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100" smtClean="0">
                <a:solidFill>
                  <a:srgbClr val="FFFF00"/>
                </a:solidFill>
                <a:latin typeface="Calibri"/>
              </a:rPr>
              <a:t>For the darkness to dispel and the light to shine within my mind, for the flower of my heart to blossom — Mother, shower me with your grace and tell me what I must do… Mother, be with me always.</a:t>
            </a:r>
            <a:endParaRPr lang="en-US" sz="4100">
              <a:solidFill>
                <a:srgbClr val="FFFF00"/>
              </a:solidFill>
              <a:latin typeface="Calibr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ammē… tuṇa ēkaṇē</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Mother, be with me always.</a:t>
            </a:r>
            <a:endParaRPr lang="en-US" sz="6600">
              <a:solidFill>
                <a:srgbClr val="FFFF00"/>
              </a:solidFill>
              <a:latin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301</Words>
  <Application>Microsoft Office PowerPoint</Application>
  <PresentationFormat>On-screen Show (4:3)</PresentationFormat>
  <Paragraphs>19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iruḷ māṙi teḷiyānāy</vt:lpstr>
      <vt:lpstr>iruḷ māṙi teḷiyānāy itaḷ uḷḷam viriyānāy ini entenn-aruḷīḍān kaniyēṇamē…  ammē… tuṇa ēkaṇē…</vt:lpstr>
      <vt:lpstr>vazhi ēṙe alaññu pōy… karakāṇāt-ulaññu pōy… mizhi tūki karakēṙān iḍayākkaṇē…</vt:lpstr>
      <vt:lpstr>matimōham vaḷarunnu gativēgam kuṙayunnu narajanma-guṇam ēki  gati ēkaṇē</vt:lpstr>
      <vt:lpstr>iruḷ māṙi teḷiyānāy itaḷ uḷḷam viriyānāy ini entenn-aruḷīḍān kaniyēṇamē…  ammē… tuṇa ēkaṇē…</vt:lpstr>
      <vt:lpstr>hṛdivīṇa śruti cērān parabhakti-layam ākān niṙayēṇam mama manassil padam ēkaṇē</vt:lpstr>
      <vt:lpstr>taṇal tēḍi alayunnu,  poruḷ tēḍi ettunnu varam aruḷi mama hṛttil viḷaṅgīḍaṇē…</vt:lpstr>
      <vt:lpstr>iruḷ māṙi teḷiyānāy itaḷ uḷḷam viriyānāy ini entenn-aruḷīḍān kaniyēṇamē…  ammē… tuṇa ēkaṇē…</vt:lpstr>
      <vt:lpstr>ammē… tuṇa ēkaṇē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iruḷ māṙi teḷiyānāy</dc:title>
  <dc:creator>Amrita</dc:creator>
  <cp:lastModifiedBy>AMMA</cp:lastModifiedBy>
  <cp:revision>3</cp:revision>
  <dcterms:created xsi:type="dcterms:W3CDTF">2025-07-27T13:50:34Z</dcterms:created>
  <dcterms:modified xsi:type="dcterms:W3CDTF">2025-08-29T15:07:06Z</dcterms:modified>
</cp:coreProperties>
</file>