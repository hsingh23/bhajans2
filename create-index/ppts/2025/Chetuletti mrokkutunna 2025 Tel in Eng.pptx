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7" r:id="rId2"/>
    <p:sldId id="292" r:id="rId3"/>
    <p:sldId id="288" r:id="rId4"/>
    <p:sldId id="293" r:id="rId5"/>
    <p:sldId id="289" r:id="rId6"/>
    <p:sldId id="294" r:id="rId7"/>
    <p:sldId id="290" r:id="rId8"/>
    <p:sldId id="295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/>
              <a:t>chētuletti</a:t>
            </a:r>
            <a:r>
              <a:rPr lang="en-US" sz="5400" dirty="0"/>
              <a:t> </a:t>
            </a:r>
            <a:r>
              <a:rPr lang="en-US" sz="5400" dirty="0" err="1"/>
              <a:t>mrokkutunnā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>
                <a:solidFill>
                  <a:srgbClr val="FFFF00"/>
                </a:solidFill>
              </a:rPr>
              <a:t>(Telugu)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cētuletti</a:t>
            </a:r>
            <a:r>
              <a:rPr lang="en-US" sz="5400" dirty="0" smtClean="0"/>
              <a:t> </a:t>
            </a:r>
            <a:r>
              <a:rPr lang="en-US" sz="5400" dirty="0" err="1" smtClean="0"/>
              <a:t>mrokkutunnā</a:t>
            </a:r>
            <a:r>
              <a:rPr lang="en-US" sz="5400" dirty="0" smtClean="0"/>
              <a:t> </a:t>
            </a:r>
            <a:r>
              <a:rPr lang="en-US" sz="5400" dirty="0" err="1" smtClean="0"/>
              <a:t>karuṇāmayi</a:t>
            </a:r>
            <a:r>
              <a:rPr lang="en-US" sz="5400" dirty="0" smtClean="0"/>
              <a:t> </a:t>
            </a:r>
            <a:r>
              <a:rPr lang="en-US" sz="5400" dirty="0" err="1" smtClean="0"/>
              <a:t>śarvāṇī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padamula</a:t>
            </a:r>
            <a:r>
              <a:rPr lang="en-US" sz="5400" dirty="0" smtClean="0"/>
              <a:t> </a:t>
            </a:r>
            <a:r>
              <a:rPr lang="en-US" sz="5400" dirty="0" err="1" smtClean="0"/>
              <a:t>viḍuvanammā</a:t>
            </a:r>
            <a:r>
              <a:rPr lang="en-US" sz="5400" dirty="0" smtClean="0"/>
              <a:t> </a:t>
            </a:r>
            <a:r>
              <a:rPr lang="en-US" sz="5400" dirty="0" err="1" smtClean="0"/>
              <a:t>śrī</a:t>
            </a:r>
            <a:r>
              <a:rPr lang="en-US" sz="5400" dirty="0" smtClean="0"/>
              <a:t> </a:t>
            </a:r>
            <a:r>
              <a:rPr lang="en-US" sz="5400" dirty="0" err="1" smtClean="0"/>
              <a:t>mātā</a:t>
            </a:r>
            <a:r>
              <a:rPr lang="en-US" sz="5400" dirty="0" smtClean="0"/>
              <a:t> </a:t>
            </a:r>
            <a:r>
              <a:rPr lang="en-US" sz="5400" dirty="0" err="1" smtClean="0"/>
              <a:t>jagajjanani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With folded hands, I bow to You, O compassionate Goddess </a:t>
            </a:r>
            <a:r>
              <a:rPr lang="en-US" sz="4800" dirty="0" err="1" smtClean="0">
                <a:solidFill>
                  <a:srgbClr val="FFFF00"/>
                </a:solidFill>
              </a:rPr>
              <a:t>Parvati</a:t>
            </a:r>
            <a:r>
              <a:rPr lang="en-US" sz="4800" dirty="0" smtClean="0">
                <a:solidFill>
                  <a:srgbClr val="FFFF00"/>
                </a:solidFill>
              </a:rPr>
              <a:t>. I shall never leave Your feet, O </a:t>
            </a:r>
            <a:r>
              <a:rPr lang="en-US" sz="4800" dirty="0" err="1" smtClean="0">
                <a:solidFill>
                  <a:srgbClr val="FFFF00"/>
                </a:solidFill>
              </a:rPr>
              <a:t>Śrī</a:t>
            </a:r>
            <a:r>
              <a:rPr lang="en-US" sz="4800" dirty="0" smtClean="0">
                <a:solidFill>
                  <a:srgbClr val="FFFF00"/>
                </a:solidFill>
              </a:rPr>
              <a:t> </a:t>
            </a:r>
            <a:r>
              <a:rPr lang="en-US" sz="4800" dirty="0" err="1" smtClean="0">
                <a:solidFill>
                  <a:srgbClr val="FFFF00"/>
                </a:solidFill>
              </a:rPr>
              <a:t>Mātā</a:t>
            </a:r>
            <a:r>
              <a:rPr lang="en-US" sz="4800" dirty="0" smtClean="0">
                <a:solidFill>
                  <a:srgbClr val="FFFF00"/>
                </a:solidFill>
              </a:rPr>
              <a:t>, Mother of the Universe.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hṛdaya</a:t>
            </a:r>
            <a:r>
              <a:rPr lang="en-US" sz="5400" dirty="0" smtClean="0"/>
              <a:t> </a:t>
            </a:r>
            <a:r>
              <a:rPr lang="en-US" sz="5400" dirty="0" err="1" smtClean="0"/>
              <a:t>mandirāna</a:t>
            </a:r>
            <a:r>
              <a:rPr lang="en-US" sz="5400" dirty="0" smtClean="0"/>
              <a:t> </a:t>
            </a:r>
            <a:r>
              <a:rPr lang="en-US" sz="5400" dirty="0" err="1" smtClean="0"/>
              <a:t>ninu</a:t>
            </a:r>
            <a:r>
              <a:rPr lang="en-US" sz="5400" dirty="0" smtClean="0"/>
              <a:t> </a:t>
            </a:r>
            <a:r>
              <a:rPr lang="en-US" sz="5400" dirty="0" err="1" smtClean="0"/>
              <a:t>darśimpa</a:t>
            </a:r>
            <a:r>
              <a:rPr lang="en-US" sz="5400" dirty="0" smtClean="0"/>
              <a:t> </a:t>
            </a:r>
            <a:r>
              <a:rPr lang="en-US" sz="5400" smtClean="0"/>
              <a:t>kōrutunnā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antaraṅga</a:t>
            </a:r>
            <a:r>
              <a:rPr lang="en-US" sz="5400" dirty="0" smtClean="0"/>
              <a:t> </a:t>
            </a:r>
            <a:r>
              <a:rPr lang="en-US" sz="5400" dirty="0" err="1" smtClean="0"/>
              <a:t>kavāṭamū</a:t>
            </a:r>
            <a:r>
              <a:rPr lang="en-US" sz="5400" dirty="0" smtClean="0"/>
              <a:t> </a:t>
            </a:r>
            <a:r>
              <a:rPr lang="en-US" sz="5400" dirty="0" err="1" smtClean="0"/>
              <a:t>terucukonuṭa</a:t>
            </a:r>
            <a:r>
              <a:rPr lang="en-US" sz="5400" dirty="0" smtClean="0"/>
              <a:t> </a:t>
            </a:r>
            <a:r>
              <a:rPr lang="en-US" sz="5400" dirty="0" err="1" smtClean="0"/>
              <a:t>lēdamma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In the temple of my heart, I long to behold You, but the inner door will not open, O Mother.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viṣayādula</a:t>
            </a:r>
            <a:r>
              <a:rPr lang="en-US" sz="5400" dirty="0" smtClean="0"/>
              <a:t> </a:t>
            </a:r>
            <a:r>
              <a:rPr lang="en-US" sz="5400" dirty="0" err="1" smtClean="0"/>
              <a:t>murikicēri</a:t>
            </a:r>
            <a:r>
              <a:rPr lang="en-US" sz="5400" dirty="0" smtClean="0"/>
              <a:t> </a:t>
            </a:r>
            <a:r>
              <a:rPr lang="en-US" sz="5400" dirty="0" err="1" smtClean="0"/>
              <a:t>bigisina</a:t>
            </a:r>
            <a:r>
              <a:rPr lang="en-US" sz="5400" dirty="0" smtClean="0"/>
              <a:t> </a:t>
            </a:r>
            <a:r>
              <a:rPr lang="en-US" sz="5400" dirty="0" err="1" smtClean="0"/>
              <a:t>cittappu</a:t>
            </a:r>
            <a:r>
              <a:rPr lang="en-US" sz="5400" dirty="0" smtClean="0"/>
              <a:t> </a:t>
            </a:r>
            <a:r>
              <a:rPr lang="en-US" sz="5400" dirty="0" err="1" smtClean="0"/>
              <a:t>bīgamu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śuddha</a:t>
            </a:r>
            <a:r>
              <a:rPr lang="en-US" sz="5400" dirty="0" smtClean="0"/>
              <a:t> </a:t>
            </a:r>
            <a:r>
              <a:rPr lang="en-US" sz="5400" dirty="0" err="1" smtClean="0"/>
              <a:t>parici</a:t>
            </a:r>
            <a:r>
              <a:rPr lang="en-US" sz="5400" dirty="0" smtClean="0"/>
              <a:t> </a:t>
            </a:r>
            <a:r>
              <a:rPr lang="en-US" sz="5400" dirty="0" err="1" smtClean="0"/>
              <a:t>teracu</a:t>
            </a:r>
            <a:r>
              <a:rPr lang="en-US" sz="5400" dirty="0" smtClean="0"/>
              <a:t> </a:t>
            </a:r>
            <a:r>
              <a:rPr lang="en-US" sz="5400" dirty="0" err="1" smtClean="0"/>
              <a:t>teruvu</a:t>
            </a:r>
            <a:r>
              <a:rPr lang="en-US" sz="5400" dirty="0" smtClean="0"/>
              <a:t>, </a:t>
            </a: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kṛpakē</a:t>
            </a:r>
            <a:r>
              <a:rPr lang="en-US" sz="5400" dirty="0" smtClean="0"/>
              <a:t> </a:t>
            </a:r>
            <a:r>
              <a:rPr lang="en-US" sz="5400" dirty="0" err="1" smtClean="0"/>
              <a:t>sādhyam</a:t>
            </a:r>
            <a:r>
              <a:rPr lang="en-US" sz="5400" dirty="0" smtClean="0"/>
              <a:t> </a:t>
            </a:r>
            <a:r>
              <a:rPr lang="en-US" sz="5400" dirty="0" err="1" smtClean="0"/>
              <a:t>ammā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ts val="4800"/>
              </a:lnSpc>
            </a:pPr>
            <a:r>
              <a:rPr lang="en-US" sz="4800" dirty="0" smtClean="0">
                <a:solidFill>
                  <a:srgbClr val="FFFF00"/>
                </a:solidFill>
              </a:rPr>
              <a:t>My mind, stained and swollen with worldly desires, is unable to unlock that sacred gate. Only Your grace can cleanse and open it, O compassionate one.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sadbhāvana</a:t>
            </a:r>
            <a:r>
              <a:rPr lang="en-US" sz="6000" dirty="0" smtClean="0"/>
              <a:t> </a:t>
            </a:r>
            <a:r>
              <a:rPr lang="en-US" sz="6000" dirty="0" err="1" smtClean="0"/>
              <a:t>kusumālanu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pūjaku</a:t>
            </a:r>
            <a:r>
              <a:rPr lang="en-US" sz="6000" dirty="0" smtClean="0"/>
              <a:t> </a:t>
            </a:r>
            <a:r>
              <a:rPr lang="en-US" sz="6000" dirty="0" err="1" smtClean="0"/>
              <a:t>kōyabōtē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vyatirēka</a:t>
            </a:r>
            <a:r>
              <a:rPr lang="en-US" sz="6000" dirty="0" smtClean="0"/>
              <a:t> </a:t>
            </a:r>
            <a:r>
              <a:rPr lang="en-US" sz="6000" dirty="0" err="1" smtClean="0"/>
              <a:t>śaktūlanē</a:t>
            </a:r>
            <a:r>
              <a:rPr lang="en-US" sz="6000" dirty="0" smtClean="0"/>
              <a:t> </a:t>
            </a:r>
            <a:r>
              <a:rPr lang="en-US" sz="6000" dirty="0" err="1" smtClean="0"/>
              <a:t>kanṭakālu</a:t>
            </a:r>
            <a:r>
              <a:rPr lang="en-US" sz="6000" dirty="0" smtClean="0"/>
              <a:t> </a:t>
            </a:r>
            <a:r>
              <a:rPr lang="en-US" sz="6000" dirty="0" err="1" smtClean="0"/>
              <a:t>guccēnammā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 tried to pluck the flowers of goodness to offer in your worship, O Mother, but the dark shades of ego pricked me like thorns. 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āturapaḍi</a:t>
            </a:r>
            <a:r>
              <a:rPr lang="en-US" sz="5400" dirty="0" smtClean="0"/>
              <a:t> </a:t>
            </a:r>
            <a:r>
              <a:rPr lang="en-US" sz="5400" dirty="0" err="1" smtClean="0"/>
              <a:t>naḍuvabōtē</a:t>
            </a:r>
            <a:r>
              <a:rPr lang="en-US" sz="5400" dirty="0" smtClean="0"/>
              <a:t> </a:t>
            </a:r>
            <a:r>
              <a:rPr lang="en-US" sz="5400" dirty="0" err="1" smtClean="0"/>
              <a:t>trōva</a:t>
            </a:r>
            <a:r>
              <a:rPr lang="en-US" sz="5400" dirty="0" smtClean="0"/>
              <a:t> </a:t>
            </a:r>
            <a:r>
              <a:rPr lang="en-US" sz="5400" dirty="0" err="1" smtClean="0"/>
              <a:t>tappi</a:t>
            </a:r>
            <a:r>
              <a:rPr lang="en-US" sz="5400" dirty="0" smtClean="0"/>
              <a:t> </a:t>
            </a:r>
            <a:r>
              <a:rPr lang="en-US" sz="5400" dirty="0" err="1" smtClean="0"/>
              <a:t>cīkaṭilō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māyaterala</a:t>
            </a:r>
            <a:r>
              <a:rPr lang="en-US" sz="5400" dirty="0" smtClean="0"/>
              <a:t> </a:t>
            </a:r>
            <a:r>
              <a:rPr lang="en-US" sz="5400" dirty="0" err="1" smtClean="0"/>
              <a:t>musugulōna</a:t>
            </a:r>
            <a:r>
              <a:rPr lang="en-US" sz="5400" dirty="0" smtClean="0"/>
              <a:t> </a:t>
            </a:r>
            <a:r>
              <a:rPr lang="en-US" sz="5400" dirty="0" err="1" smtClean="0"/>
              <a:t>bandinai</a:t>
            </a:r>
            <a:r>
              <a:rPr lang="en-US" sz="5400" dirty="0" smtClean="0"/>
              <a:t> </a:t>
            </a:r>
            <a:r>
              <a:rPr lang="en-US" sz="5400" dirty="0" err="1" smtClean="0"/>
              <a:t>pōtinammā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When I walked forward in anxious haste, I stumble and fell in the darkness, bound by the illusions of this world.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ajñānapu</a:t>
            </a:r>
            <a:r>
              <a:rPr lang="en-US" sz="5400" dirty="0" smtClean="0"/>
              <a:t> </a:t>
            </a:r>
            <a:r>
              <a:rPr lang="en-US" sz="5400" dirty="0" err="1" smtClean="0"/>
              <a:t>penu</a:t>
            </a:r>
            <a:r>
              <a:rPr lang="en-US" sz="5400" dirty="0" smtClean="0"/>
              <a:t> </a:t>
            </a:r>
            <a:r>
              <a:rPr lang="en-US" sz="5400" dirty="0" err="1" smtClean="0"/>
              <a:t>cīkaṭi</a:t>
            </a:r>
            <a:r>
              <a:rPr lang="en-US" sz="5400" dirty="0" smtClean="0"/>
              <a:t> </a:t>
            </a:r>
            <a:r>
              <a:rPr lang="en-US" sz="5400" dirty="0" err="1" smtClean="0"/>
              <a:t>samsārapu</a:t>
            </a:r>
            <a:r>
              <a:rPr lang="en-US" sz="5400" dirty="0" smtClean="0"/>
              <a:t> </a:t>
            </a:r>
            <a:r>
              <a:rPr lang="en-US" sz="5400" dirty="0" err="1" smtClean="0"/>
              <a:t>kāraḍavi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ariṣaḍvargapu</a:t>
            </a:r>
            <a:r>
              <a:rPr lang="en-US" sz="5400" dirty="0" smtClean="0"/>
              <a:t> </a:t>
            </a:r>
            <a:r>
              <a:rPr lang="en-US" sz="5400" dirty="0" err="1" smtClean="0"/>
              <a:t>mṛgamula</a:t>
            </a:r>
            <a:r>
              <a:rPr lang="en-US" sz="5400" dirty="0" smtClean="0"/>
              <a:t> </a:t>
            </a:r>
            <a:r>
              <a:rPr lang="en-US" sz="5400" dirty="0" err="1" smtClean="0"/>
              <a:t>ākasmika</a:t>
            </a:r>
            <a:r>
              <a:rPr lang="en-US" sz="5400" dirty="0" smtClean="0"/>
              <a:t> </a:t>
            </a:r>
            <a:r>
              <a:rPr lang="en-US" sz="5400" dirty="0" err="1" smtClean="0"/>
              <a:t>penudāḍi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In the pitch darkness of ignorance, as I wander through the dense forest of worldly life, I am ambushed by the six wild beasts—the inner enemies.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viṣayādula</a:t>
            </a:r>
            <a:r>
              <a:rPr lang="en-US" sz="6000" dirty="0" smtClean="0"/>
              <a:t> </a:t>
            </a:r>
            <a:r>
              <a:rPr lang="en-US" sz="6000" dirty="0" err="1" smtClean="0"/>
              <a:t>eḍārilō</a:t>
            </a:r>
            <a:r>
              <a:rPr lang="en-US" sz="6000" dirty="0" smtClean="0"/>
              <a:t> </a:t>
            </a:r>
            <a:r>
              <a:rPr lang="en-US" sz="6000" dirty="0" err="1" smtClean="0"/>
              <a:t>santōṣapu</a:t>
            </a:r>
            <a:r>
              <a:rPr lang="en-US" sz="6000" dirty="0" smtClean="0"/>
              <a:t> </a:t>
            </a:r>
            <a:r>
              <a:rPr lang="en-US" sz="6000" dirty="0" err="1" smtClean="0"/>
              <a:t>eṇḍamāvi</a:t>
            </a:r>
            <a:r>
              <a:rPr lang="en-US" sz="6000" dirty="0" smtClean="0"/>
              <a:t> - </a:t>
            </a:r>
            <a:r>
              <a:rPr lang="en-US" sz="6000" dirty="0" err="1" smtClean="0"/>
              <a:t>kāla-bhramaṇa</a:t>
            </a:r>
            <a:r>
              <a:rPr lang="en-US" sz="6000" dirty="0" smtClean="0"/>
              <a:t> </a:t>
            </a:r>
            <a:r>
              <a:rPr lang="en-US" sz="6000" dirty="0" err="1" smtClean="0"/>
              <a:t>paridhilōna</a:t>
            </a:r>
            <a:r>
              <a:rPr lang="en-US" sz="6000" dirty="0" smtClean="0"/>
              <a:t> </a:t>
            </a:r>
            <a:r>
              <a:rPr lang="en-US" sz="6000" dirty="0" err="1" smtClean="0"/>
              <a:t>janimṛta</a:t>
            </a:r>
            <a:r>
              <a:rPr lang="en-US" sz="6000" dirty="0" smtClean="0"/>
              <a:t> </a:t>
            </a:r>
            <a:r>
              <a:rPr lang="en-US" sz="6000" dirty="0" err="1" smtClean="0"/>
              <a:t>valayāvṛti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ts val="5100"/>
              </a:lnSpc>
            </a:pPr>
            <a:r>
              <a:rPr lang="en-US" sz="4400" dirty="0" smtClean="0">
                <a:solidFill>
                  <a:srgbClr val="FFFF00"/>
                </a:solidFill>
              </a:rPr>
              <a:t>Lost in the desert of desires, where true happiness always shimmers like a distance mirage, I find myself trapped within the vicious cycle of birth and death, bound by the illusion of time.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dāṭalēka</a:t>
            </a:r>
            <a:r>
              <a:rPr lang="en-US" sz="5400" dirty="0" smtClean="0"/>
              <a:t> </a:t>
            </a:r>
            <a:r>
              <a:rPr lang="en-US" sz="5400" dirty="0" err="1" smtClean="0"/>
              <a:t>vēḍutunnā</a:t>
            </a:r>
            <a:r>
              <a:rPr lang="en-US" sz="5400" dirty="0" smtClean="0"/>
              <a:t> </a:t>
            </a:r>
            <a:r>
              <a:rPr lang="en-US" sz="5400" dirty="0" err="1" smtClean="0"/>
              <a:t>nī</a:t>
            </a:r>
            <a:r>
              <a:rPr lang="en-US" sz="5400" dirty="0" smtClean="0"/>
              <a:t> </a:t>
            </a:r>
            <a:r>
              <a:rPr lang="en-US" sz="5400" dirty="0" err="1" smtClean="0"/>
              <a:t>caraṇame</a:t>
            </a:r>
            <a:r>
              <a:rPr lang="en-US" sz="5400" dirty="0" smtClean="0"/>
              <a:t> </a:t>
            </a:r>
            <a:r>
              <a:rPr lang="en-US" sz="5400" dirty="0" err="1" smtClean="0"/>
              <a:t>śaraṇamani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dāricūpi</a:t>
            </a:r>
            <a:r>
              <a:rPr lang="en-US" sz="5400" dirty="0" smtClean="0"/>
              <a:t> </a:t>
            </a:r>
            <a:r>
              <a:rPr lang="en-US" sz="5400" dirty="0" err="1" smtClean="0"/>
              <a:t>dariki</a:t>
            </a:r>
            <a:r>
              <a:rPr lang="en-US" sz="5400" dirty="0" smtClean="0"/>
              <a:t> </a:t>
            </a:r>
            <a:r>
              <a:rPr lang="en-US" sz="5400" dirty="0" err="1" smtClean="0"/>
              <a:t>cērcu</a:t>
            </a:r>
            <a:r>
              <a:rPr lang="en-US" sz="5400" dirty="0" smtClean="0"/>
              <a:t> </a:t>
            </a:r>
            <a:r>
              <a:rPr lang="en-US" sz="5400" dirty="0" err="1" smtClean="0"/>
              <a:t>dayāmayī</a:t>
            </a:r>
            <a:r>
              <a:rPr lang="en-US" sz="5400" dirty="0" smtClean="0"/>
              <a:t> </a:t>
            </a:r>
            <a:r>
              <a:rPr lang="en-US" sz="5400" dirty="0" err="1" smtClean="0"/>
              <a:t>viśvajanani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ts val="5200"/>
              </a:lnSpc>
            </a:pPr>
            <a:r>
              <a:rPr lang="en-US" sz="4400" dirty="0" smtClean="0">
                <a:solidFill>
                  <a:srgbClr val="FFFF00"/>
                </a:solidFill>
              </a:rPr>
              <a:t>Unable to find a way out, I seek refuge in Your feet, O compassionate Mother, embodiment of compassion! By your grace, show me the right path and lead me to liberation.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2944</TotalTime>
  <Words>295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chētuletti mrokkutunnā</vt:lpstr>
      <vt:lpstr>cētuletti mrokkutunnā karuṇāmayi śarvāṇī nī padamula viḍuvanammā śrī mātā jagajjanani</vt:lpstr>
      <vt:lpstr>hṛdaya mandirāna ninu darśimpa kōrutunnā antaraṅga kavāṭamū terucukonuṭa lēdamma</vt:lpstr>
      <vt:lpstr>viṣayādula murikicēri bigisina cittappu bīgamu śuddha parici teracu teruvu, nī kṛpakē sādhyam ammā</vt:lpstr>
      <vt:lpstr>sadbhāvana kusumālanu nī pūjaku kōyabōtē vyatirēka śaktūlanē kanṭakālu guccēnammā</vt:lpstr>
      <vt:lpstr>āturapaḍi naḍuvabōtē trōva tappi cīkaṭilō māyaterala musugulōna bandinai pōtinammā</vt:lpstr>
      <vt:lpstr>ajñānapu penu cīkaṭi samsārapu kāraḍavi ariṣaḍvargapu mṛgamula ākasmika penudāḍi</vt:lpstr>
      <vt:lpstr>viṣayādula eḍārilō santōṣapu eṇḍamāvi - kāla-bhramaṇa paridhilōna janimṛta valayāvṛti</vt:lpstr>
      <vt:lpstr>dāṭalēka vēḍutunnā nī caraṇame śaraṇamani dāricūpi dariki cērcu dayāmayī viśvajanani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2025-05-21T05:15:46Z</dcterms:modified>
</cp:coreProperties>
</file>