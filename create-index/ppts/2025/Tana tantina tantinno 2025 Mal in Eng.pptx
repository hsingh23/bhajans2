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402C0-17DE-413F-AB3F-4D3A50F66191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87084-95DD-41C0-9D96-58B2D198E34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tāna tantina tantinnō taka tāna tantinnō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tāna tantina tantinnō taka tāna tantinnō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tān it-entinu vann-ennaṙiyān kāḷi tuṇakkēṇam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Kali, help me know the purpose of my life.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ennennum kāḷi tuṇakkēṇam 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ennennum kāḷi tuṇakkēṇam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Kali—be with me, always and forevermore.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amba sundari-kāḷi ennuḷḷil nṛttam āḍiḍaṇē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anbu mōnti rasiccu madiccivan āḍum tintakatōm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beautiful Kali, dance within my heart, so I may drink of your love and exult in joy.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śaṅkarannu priyaṅkari nī en śaṅka nīkkiḍaṇē – ninn-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aṅkam ēṙiyenn-āṙu ripukkaḷōḍ-aṅkam venniḍaṇē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You, beloved of Lord Shiva, dispel all my doubts. Seated in your lap, may I conquer the six enemies (lust, anger, greed, pride, attachment, jealousy, and laziness.)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ennammē aṅkam venniḍaṇē 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ennammē aṅkam venniḍaṇē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Seated in your lap, may I conquer the six enemies (lust, anger, greed, pride, attachment, jealousy, and laziness.)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pāriḍam śōkam ēkilum nī kaniññāriḍam vāzhil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māṙiḍunnu matibhramam oṭṭavan-āṙum tāpavumē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Though the world may give us grief, the one who has you beside him is free from delusion and sorrow.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vāriḷam veṇ tiṅkaḷ kotiykkum ninnānanam kaṇḍāl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āru collum ninde vapussinu kār niṙam āṇennu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Whoever beholds your radiant face, outshining even the beauty of the full moon—how can they say you are the hue of rainclouds?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ennammē kār niṙam āṇennu 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ennammē kār niṙam āṇennu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—how can they say you are the hue of rainclouds?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duṣṭar eṅgum ñeṭṭi viṙacciḍum aṭṭahāsam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śiṣṭar ennum kēṭṭu kuḷirkkum śānti tan saṅgītam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Your thunderous peals of laughter, which terrify the cruel and arrogant, resound like sweet, soothing music to the ears of your worthy children.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tanta tannuḍe neñcinu mēl nī tāṇḍavam āḍīlē?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 tanayan keñcunn-ēnuḍe neñcakam nṛttam-iḍān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Mother! You danced the Tandava upon the chest of my father, Lord Shiva. If I plead with you, will you not also dance within the heart of your child?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ennammē neñcakam nṛttam-iḍān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ennammē neñcakam nṛttam-iḍān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I plead with you, will you not also dance within the heart of your child?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ennu vanniḍum onnennakam nī saṅkaṭam māṫṫīḍān 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annu toṭṭ-ivanuḷḷam nukarnniḍum uṇma tan pīyūṣam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On the day you enter my heart and lift my sorrow, from that moment my soul shall drink the nectar of truth and inner joy.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pāḍiḍām tava gāthakaḷ āyiram mōdamōḍ-ennum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pūkiḍān tava tṛppādattil ennum nin kṛpa ēkēṇam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Then, in delight, I will sing thousands of your glorious stories. O Mother, grant me the grace to reach your sacred lotus feet.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ennammē nin kṛpa ēkēṇam 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ennammē nin kṛpa ēkēṇam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grant me the grace to reach your sacred lotus 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390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tāna tantina tantinnō taka tāna tantinnō</vt:lpstr>
      <vt:lpstr>tāna tantina tantinnō taka tāna tantinnō tān it-entinu vann-ennaṙiyān kāḷi tuṇakkēṇam </vt:lpstr>
      <vt:lpstr>ennennum kāḷi tuṇakkēṇam  ennennum kāḷi tuṇakkēṇam</vt:lpstr>
      <vt:lpstr>amba sundari-kāḷi ennuḷḷil nṛttam āḍiḍaṇē anbu mōnti rasiccu madiccivan āḍum tintakatōm</vt:lpstr>
      <vt:lpstr>śaṅkarannu priyaṅkari nī en śaṅka nīkkiḍaṇē – ninn- aṅkam ēṙiyenn-āṙu ripukkaḷōḍ-aṅkam venniḍaṇē</vt:lpstr>
      <vt:lpstr>ennammē aṅkam venniḍaṇē  ennammē aṅkam venniḍaṇē</vt:lpstr>
      <vt:lpstr>pāriḍam śōkam ēkilum nī kaniññāriḍam vāzhil māṙiḍunnu matibhramam oṭṭavan-āṙum tāpavumē</vt:lpstr>
      <vt:lpstr>vāriḷam veṇ tiṅkaḷ kotiykkum ninnānanam kaṇḍāl āru collum ninde vapussinu kār niṙam āṇennu</vt:lpstr>
      <vt:lpstr>ennammē kār niṙam āṇennu  ennammē kār niṙam āṇennu</vt:lpstr>
      <vt:lpstr>duṣṭar eṅgum ñeṭṭi viṙacciḍum aṭṭahāsam nin śiṣṭar ennum kēṭṭu kuḷirkkum śānti tan saṅgītam</vt:lpstr>
      <vt:lpstr>tanta tannuḍe neñcinu mēl nī tāṇḍavam āḍīlē? tan tanayan keñcunn-ēnuḍe neñcakam nṛttam-iḍān</vt:lpstr>
      <vt:lpstr>ennammē neñcakam nṛttam-iḍān  ennammē neñcakam nṛttam-iḍān</vt:lpstr>
      <vt:lpstr>ennu vanniḍum onnennakam nī saṅkaṭam māṫṫīḍān  annu toṭṭ-ivanuḷḷam nukarnniḍum uṇma tan pīyūṣam</vt:lpstr>
      <vt:lpstr>pāḍiḍām tava gāthakaḷ āyiram mōdamōḍ-ennum pūkiḍān tava tṛppādattil ennum nin kṛpa ēkēṇam</vt:lpstr>
      <vt:lpstr>ennammē nin kṛpa ēkēṇam  ennammē nin kṛpa ēkēṇam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tāna tantina tantinnō taka tāna tantinnō</dc:title>
  <dc:creator>Amrita</dc:creator>
  <cp:lastModifiedBy>Amrita</cp:lastModifiedBy>
  <cp:revision>1</cp:revision>
  <dcterms:created xsi:type="dcterms:W3CDTF">2025-07-06T17:47:06Z</dcterms:created>
  <dcterms:modified xsi:type="dcterms:W3CDTF">2025-07-06T17:48:55Z</dcterms:modified>
</cp:coreProperties>
</file>