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7" r:id="rId2"/>
    <p:sldId id="291" r:id="rId3"/>
    <p:sldId id="292" r:id="rId4"/>
    <p:sldId id="288" r:id="rId5"/>
    <p:sldId id="293" r:id="rId6"/>
    <p:sldId id="289" r:id="rId7"/>
    <p:sldId id="290" r:id="rId8"/>
    <p:sldId id="29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varavēṇḍum</a:t>
            </a:r>
            <a:r>
              <a:rPr lang="en-US" sz="6600" dirty="0" smtClean="0"/>
              <a:t> </a:t>
            </a:r>
            <a:r>
              <a:rPr lang="en-US" sz="6600" dirty="0" err="1" smtClean="0"/>
              <a:t>varavēṇḍum</a:t>
            </a:r>
            <a:r>
              <a:rPr lang="en-US" sz="6600" dirty="0" smtClean="0"/>
              <a:t> </a:t>
            </a:r>
            <a:r>
              <a:rPr lang="en-US" sz="6600" dirty="0" err="1" smtClean="0"/>
              <a:t>vāgīsvari</a:t>
            </a:r>
            <a:r>
              <a:rPr lang="en-US" sz="6600" dirty="0" smtClean="0"/>
              <a:t> 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(Tamil)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varavēṇḍum</a:t>
            </a:r>
            <a:r>
              <a:rPr lang="en-US" sz="6000" dirty="0" smtClean="0"/>
              <a:t> </a:t>
            </a:r>
            <a:r>
              <a:rPr lang="en-US" sz="6000" dirty="0" err="1" smtClean="0"/>
              <a:t>varavēṇḍum</a:t>
            </a:r>
            <a:r>
              <a:rPr lang="en-US" sz="6000" dirty="0" smtClean="0"/>
              <a:t> </a:t>
            </a:r>
            <a:r>
              <a:rPr lang="en-US" sz="6000" dirty="0" err="1" smtClean="0"/>
              <a:t>vāgīsvari</a:t>
            </a:r>
            <a:r>
              <a:rPr lang="en-US" sz="6000" dirty="0" smtClean="0"/>
              <a:t> </a:t>
            </a:r>
            <a:r>
              <a:rPr lang="en-US" sz="6000" dirty="0" smtClean="0"/>
              <a:t> - </a:t>
            </a:r>
            <a:r>
              <a:rPr lang="en-US" sz="6000" dirty="0" err="1" smtClean="0"/>
              <a:t>varam</a:t>
            </a:r>
            <a:r>
              <a:rPr lang="en-US" sz="6000" dirty="0" smtClean="0"/>
              <a:t> </a:t>
            </a:r>
            <a:r>
              <a:rPr lang="en-US" sz="6000" dirty="0" err="1" smtClean="0"/>
              <a:t>tara</a:t>
            </a:r>
            <a:r>
              <a:rPr lang="en-US" sz="6000" dirty="0" smtClean="0"/>
              <a:t> </a:t>
            </a:r>
            <a:r>
              <a:rPr lang="en-US" sz="6000" dirty="0" err="1" smtClean="0"/>
              <a:t>vēṇḍum</a:t>
            </a:r>
            <a:r>
              <a:rPr lang="en-US" sz="6000" dirty="0" smtClean="0"/>
              <a:t> </a:t>
            </a:r>
            <a:r>
              <a:rPr lang="en-US" sz="6000" dirty="0" err="1" smtClean="0"/>
              <a:t>tara</a:t>
            </a:r>
            <a:r>
              <a:rPr lang="en-US" sz="6000" dirty="0" smtClean="0"/>
              <a:t> </a:t>
            </a:r>
            <a:r>
              <a:rPr lang="en-US" sz="6000" dirty="0" err="1" smtClean="0"/>
              <a:t>vēṇḍum</a:t>
            </a:r>
            <a:r>
              <a:rPr lang="en-US" sz="6000" dirty="0" smtClean="0"/>
              <a:t> </a:t>
            </a:r>
            <a:r>
              <a:rPr lang="en-US" sz="6000" dirty="0" err="1" smtClean="0"/>
              <a:t>varadāyini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divine Goddess of speech, we warmly welcome you. </a:t>
            </a:r>
            <a:r>
              <a:rPr lang="en-US" sz="5400" dirty="0" err="1" smtClean="0">
                <a:solidFill>
                  <a:srgbClr val="FFFF00"/>
                </a:solidFill>
              </a:rPr>
              <a:t>Bestower</a:t>
            </a:r>
            <a:r>
              <a:rPr lang="en-US" sz="5400" dirty="0" smtClean="0">
                <a:solidFill>
                  <a:srgbClr val="FFFF00"/>
                </a:solidFill>
              </a:rPr>
              <a:t> of boons, we humbly seek your grace.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namaskāram</a:t>
            </a:r>
            <a:r>
              <a:rPr lang="en-US" sz="5400" dirty="0" smtClean="0"/>
              <a:t> </a:t>
            </a:r>
            <a:r>
              <a:rPr lang="en-US" sz="5400" dirty="0" err="1" smtClean="0"/>
              <a:t>namaskāram</a:t>
            </a:r>
            <a:r>
              <a:rPr lang="en-US" sz="5400" dirty="0" smtClean="0"/>
              <a:t> </a:t>
            </a:r>
            <a:r>
              <a:rPr lang="en-US" sz="5400" dirty="0" err="1" smtClean="0"/>
              <a:t>nāvarasi</a:t>
            </a:r>
            <a:r>
              <a:rPr lang="en-US" sz="5400" dirty="0" smtClean="0"/>
              <a:t> </a:t>
            </a:r>
            <a:r>
              <a:rPr lang="en-US" sz="5400" dirty="0" err="1" smtClean="0"/>
              <a:t>namaskāram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vaiyamellām</a:t>
            </a:r>
            <a:r>
              <a:rPr lang="en-US" sz="5400" dirty="0" smtClean="0"/>
              <a:t> </a:t>
            </a:r>
            <a:r>
              <a:rPr lang="en-US" sz="5400" dirty="0" err="1" smtClean="0"/>
              <a:t>pugazh</a:t>
            </a:r>
            <a:r>
              <a:rPr lang="en-US" sz="5400" dirty="0" smtClean="0"/>
              <a:t> </a:t>
            </a:r>
            <a:r>
              <a:rPr lang="en-US" sz="5400" dirty="0" err="1" smtClean="0"/>
              <a:t>pāḍum</a:t>
            </a:r>
            <a:r>
              <a:rPr lang="en-US" sz="5400" dirty="0" smtClean="0"/>
              <a:t> </a:t>
            </a:r>
            <a:r>
              <a:rPr lang="en-US" sz="5400" dirty="0" err="1" smtClean="0"/>
              <a:t>kalaivāṇi</a:t>
            </a:r>
            <a:r>
              <a:rPr lang="en-US" sz="5400" dirty="0" smtClean="0"/>
              <a:t> </a:t>
            </a:r>
            <a:r>
              <a:rPr lang="en-US" sz="5400" dirty="0" err="1" smtClean="0"/>
              <a:t>namaskāram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Eloquent </a:t>
            </a:r>
            <a:r>
              <a:rPr lang="en-US" sz="5400" dirty="0" smtClean="0">
                <a:solidFill>
                  <a:srgbClr val="FFFF00"/>
                </a:solidFill>
              </a:rPr>
              <a:t>Goddess, we offer our deepest reverence. Queen of Arts revered throughout the world, we bow in adoration.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veḷḷai</a:t>
            </a:r>
            <a:r>
              <a:rPr lang="en-US" sz="6000" dirty="0" smtClean="0"/>
              <a:t> </a:t>
            </a:r>
            <a:r>
              <a:rPr lang="en-US" sz="6000" dirty="0" err="1" smtClean="0"/>
              <a:t>tāmaraiyil</a:t>
            </a:r>
            <a:r>
              <a:rPr lang="en-US" sz="6000" dirty="0" smtClean="0"/>
              <a:t> </a:t>
            </a:r>
            <a:r>
              <a:rPr lang="en-US" sz="6000" dirty="0" err="1" smtClean="0"/>
              <a:t>vasippavaḷē</a:t>
            </a:r>
            <a:r>
              <a:rPr lang="en-US" sz="6000" dirty="0" smtClean="0"/>
              <a:t> </a:t>
            </a:r>
            <a:r>
              <a:rPr lang="en-US" sz="6000" dirty="0" err="1" smtClean="0"/>
              <a:t>namaskāram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vīṇai</a:t>
            </a:r>
            <a:r>
              <a:rPr lang="en-US" sz="6000" dirty="0" smtClean="0"/>
              <a:t> </a:t>
            </a:r>
            <a:r>
              <a:rPr lang="en-US" sz="6000" dirty="0" err="1" smtClean="0"/>
              <a:t>tannai</a:t>
            </a:r>
            <a:r>
              <a:rPr lang="en-US" sz="6000" dirty="0" smtClean="0"/>
              <a:t> </a:t>
            </a:r>
            <a:r>
              <a:rPr lang="en-US" sz="6000" dirty="0" err="1" smtClean="0"/>
              <a:t>kaiyilēntum</a:t>
            </a:r>
            <a:r>
              <a:rPr lang="en-US" sz="6000" dirty="0" smtClean="0"/>
              <a:t> </a:t>
            </a:r>
            <a:r>
              <a:rPr lang="en-US" sz="6000" dirty="0" err="1" smtClean="0"/>
              <a:t>vēdarasi</a:t>
            </a:r>
            <a:r>
              <a:rPr lang="en-US" sz="6000" dirty="0" smtClean="0"/>
              <a:t> </a:t>
            </a:r>
            <a:r>
              <a:rPr lang="en-US" sz="6000" dirty="0" err="1" smtClean="0"/>
              <a:t>namaskāram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Salutations to the one who dwells in the white lotus. Salutations to Goddess </a:t>
            </a:r>
            <a:r>
              <a:rPr lang="en-US" sz="4800" dirty="0" err="1" smtClean="0">
                <a:solidFill>
                  <a:srgbClr val="FFFF00"/>
                </a:solidFill>
              </a:rPr>
              <a:t>Vedarasi</a:t>
            </a:r>
            <a:r>
              <a:rPr lang="en-US" sz="4800" dirty="0" smtClean="0">
                <a:solidFill>
                  <a:srgbClr val="FFFF00"/>
                </a:solidFill>
              </a:rPr>
              <a:t>, who gracefully holds the </a:t>
            </a:r>
            <a:r>
              <a:rPr lang="en-US" sz="4800" dirty="0" err="1" smtClean="0">
                <a:solidFill>
                  <a:srgbClr val="FFFF00"/>
                </a:solidFill>
              </a:rPr>
              <a:t>veena</a:t>
            </a:r>
            <a:r>
              <a:rPr lang="en-US" sz="4800" dirty="0" smtClean="0">
                <a:solidFill>
                  <a:srgbClr val="FFFF00"/>
                </a:solidFill>
              </a:rPr>
              <a:t> in her </a:t>
            </a:r>
            <a:r>
              <a:rPr lang="en-US" sz="4800" dirty="0" smtClean="0">
                <a:solidFill>
                  <a:srgbClr val="FFFF00"/>
                </a:solidFill>
              </a:rPr>
              <a:t>hand.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paḷiṅku</a:t>
            </a:r>
            <a:r>
              <a:rPr lang="en-US" sz="6000" dirty="0" smtClean="0"/>
              <a:t> </a:t>
            </a:r>
            <a:r>
              <a:rPr lang="en-US" sz="6000" dirty="0" err="1" smtClean="0"/>
              <a:t>pōl</a:t>
            </a:r>
            <a:r>
              <a:rPr lang="en-US" sz="6000" dirty="0" smtClean="0"/>
              <a:t> </a:t>
            </a:r>
            <a:r>
              <a:rPr lang="en-US" sz="6000" dirty="0" err="1" smtClean="0"/>
              <a:t>mēni</a:t>
            </a:r>
            <a:r>
              <a:rPr lang="en-US" sz="6000" dirty="0" smtClean="0"/>
              <a:t> </a:t>
            </a:r>
            <a:r>
              <a:rPr lang="en-US" sz="6000" dirty="0" err="1" smtClean="0"/>
              <a:t>azhaguḍaiyāḷ</a:t>
            </a:r>
            <a:r>
              <a:rPr lang="en-US" sz="6000" dirty="0" smtClean="0"/>
              <a:t> </a:t>
            </a:r>
            <a:r>
              <a:rPr lang="en-US" sz="6000" dirty="0" err="1" smtClean="0"/>
              <a:t>namaskāram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ponnarasi</a:t>
            </a:r>
            <a:r>
              <a:rPr lang="en-US" sz="6000" dirty="0" smtClean="0"/>
              <a:t> </a:t>
            </a:r>
            <a:r>
              <a:rPr lang="en-US" sz="6000" dirty="0" err="1" smtClean="0"/>
              <a:t>dēvi</a:t>
            </a:r>
            <a:r>
              <a:rPr lang="en-US" sz="6000" dirty="0" smtClean="0"/>
              <a:t> </a:t>
            </a:r>
            <a:r>
              <a:rPr lang="en-US" sz="6000" dirty="0" err="1" smtClean="0"/>
              <a:t>pugazharasi</a:t>
            </a:r>
            <a:r>
              <a:rPr lang="en-US" sz="6000" dirty="0" smtClean="0"/>
              <a:t> </a:t>
            </a:r>
            <a:r>
              <a:rPr lang="en-US" sz="6000" dirty="0" err="1" smtClean="0"/>
              <a:t>namaskāram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Salutations </a:t>
            </a:r>
            <a:r>
              <a:rPr lang="en-US" sz="4800" dirty="0" smtClean="0">
                <a:solidFill>
                  <a:srgbClr val="FFFF00"/>
                </a:solidFill>
              </a:rPr>
              <a:t>to the one whose complexion is as exquisite as marble. Salutations to the Golden Queen, renowned for her fame.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akhilāṇḍēsvari</a:t>
            </a:r>
            <a:r>
              <a:rPr lang="en-US" sz="6000" dirty="0" smtClean="0"/>
              <a:t> </a:t>
            </a:r>
            <a:r>
              <a:rPr lang="en-US" sz="6000" dirty="0" err="1" smtClean="0"/>
              <a:t>anātha</a:t>
            </a:r>
            <a:r>
              <a:rPr lang="en-US" sz="6000" dirty="0" smtClean="0"/>
              <a:t> </a:t>
            </a:r>
            <a:r>
              <a:rPr lang="en-US" sz="6000" dirty="0" err="1" smtClean="0"/>
              <a:t>rakṣaki</a:t>
            </a:r>
            <a:r>
              <a:rPr lang="en-US" sz="6000" dirty="0" smtClean="0"/>
              <a:t> </a:t>
            </a:r>
            <a:r>
              <a:rPr lang="en-US" sz="6000" dirty="0" err="1" smtClean="0"/>
              <a:t>ādisaktiyē</a:t>
            </a:r>
            <a:r>
              <a:rPr lang="en-US" sz="6000" dirty="0" smtClean="0"/>
              <a:t> </a:t>
            </a:r>
            <a:r>
              <a:rPr lang="en-US" sz="6000" dirty="0" err="1" smtClean="0"/>
              <a:t>saraṇam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paṅkajalōcani</a:t>
            </a:r>
            <a:r>
              <a:rPr lang="en-US" sz="6000" dirty="0" smtClean="0"/>
              <a:t> </a:t>
            </a:r>
            <a:r>
              <a:rPr lang="en-US" sz="6000" dirty="0" err="1" smtClean="0"/>
              <a:t>annavāhini</a:t>
            </a:r>
            <a:r>
              <a:rPr lang="en-US" sz="6000" dirty="0" smtClean="0"/>
              <a:t> </a:t>
            </a:r>
            <a:r>
              <a:rPr lang="en-US" sz="6000" dirty="0" err="1" smtClean="0"/>
              <a:t>mānilam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pōṭriḍum</a:t>
            </a:r>
            <a:r>
              <a:rPr lang="en-US" sz="6000" dirty="0" smtClean="0"/>
              <a:t> </a:t>
            </a:r>
            <a:r>
              <a:rPr lang="en-US" sz="6000" dirty="0" err="1" smtClean="0"/>
              <a:t>tāyē</a:t>
            </a:r>
            <a:r>
              <a:rPr lang="en-US" sz="6000" dirty="0" smtClean="0"/>
              <a:t> 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We surrender to the Goddess of the universe, the protector of orphans, the primordial power, the one with lotus-like eyes, who travels on a swan, and the mother revered by all.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vaiyamellām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</a:t>
            </a:r>
            <a:r>
              <a:rPr lang="en-US" sz="6000" dirty="0" smtClean="0"/>
              <a:t> </a:t>
            </a:r>
            <a:r>
              <a:rPr lang="en-US" sz="6000" dirty="0" err="1" smtClean="0"/>
              <a:t>thozhum</a:t>
            </a:r>
            <a:r>
              <a:rPr lang="en-US" sz="6000" dirty="0" smtClean="0"/>
              <a:t> </a:t>
            </a:r>
            <a:r>
              <a:rPr lang="en-US" sz="6000" dirty="0" err="1" smtClean="0"/>
              <a:t>annaiyē</a:t>
            </a:r>
            <a:r>
              <a:rPr lang="en-US" sz="6000" dirty="0" smtClean="0"/>
              <a:t> </a:t>
            </a:r>
            <a:r>
              <a:rPr lang="en-US" sz="6000" dirty="0" err="1" smtClean="0"/>
              <a:t>śrīdēvi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smtClean="0"/>
              <a:t>un </a:t>
            </a:r>
            <a:r>
              <a:rPr lang="en-US" sz="6000" dirty="0" err="1" smtClean="0"/>
              <a:t>tiru</a:t>
            </a:r>
            <a:r>
              <a:rPr lang="en-US" sz="6000" dirty="0" smtClean="0"/>
              <a:t> </a:t>
            </a:r>
            <a:r>
              <a:rPr lang="en-US" sz="6000" dirty="0" err="1" smtClean="0"/>
              <a:t>kaippaṭri</a:t>
            </a:r>
            <a:r>
              <a:rPr lang="en-US" sz="6000" dirty="0" smtClean="0"/>
              <a:t> </a:t>
            </a:r>
            <a:r>
              <a:rPr lang="en-US" sz="6000" dirty="0" err="1" smtClean="0"/>
              <a:t>vazhi</a:t>
            </a:r>
            <a:r>
              <a:rPr lang="en-US" sz="6000" dirty="0" smtClean="0"/>
              <a:t> </a:t>
            </a:r>
            <a:r>
              <a:rPr lang="en-US" sz="6000" dirty="0" err="1" smtClean="0"/>
              <a:t>naḍaintu</a:t>
            </a:r>
            <a:r>
              <a:rPr lang="en-US" sz="6000" dirty="0" smtClean="0"/>
              <a:t> </a:t>
            </a:r>
            <a:r>
              <a:rPr lang="en-US" sz="6000" dirty="0" err="1" smtClean="0"/>
              <a:t>vāzhvōmē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 </a:t>
            </a:r>
            <a:r>
              <a:rPr lang="en-US" sz="6000" dirty="0" err="1" smtClean="0">
                <a:solidFill>
                  <a:srgbClr val="FFFF00"/>
                </a:solidFill>
              </a:rPr>
              <a:t>Sridevi</a:t>
            </a:r>
            <a:r>
              <a:rPr lang="en-US" sz="6000" dirty="0" smtClean="0">
                <a:solidFill>
                  <a:srgbClr val="FFFF00"/>
                </a:solidFill>
              </a:rPr>
              <a:t>, you are revered by all beings in the universe.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tiruvaḍi</a:t>
            </a:r>
            <a:r>
              <a:rPr lang="en-US" sz="6000" dirty="0" smtClean="0"/>
              <a:t> </a:t>
            </a:r>
            <a:r>
              <a:rPr lang="en-US" sz="6000" dirty="0" err="1" smtClean="0"/>
              <a:t>malarai</a:t>
            </a:r>
            <a:r>
              <a:rPr lang="en-US" sz="6000" dirty="0" smtClean="0"/>
              <a:t> </a:t>
            </a:r>
            <a:r>
              <a:rPr lang="en-US" sz="6000" dirty="0" err="1" smtClean="0"/>
              <a:t>maṙavāmal</a:t>
            </a:r>
            <a:r>
              <a:rPr lang="en-US" sz="6000" dirty="0" smtClean="0"/>
              <a:t> </a:t>
            </a:r>
            <a:r>
              <a:rPr lang="en-US" sz="6000" dirty="0" err="1" smtClean="0"/>
              <a:t>dinamum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paṇipuriya</a:t>
            </a:r>
            <a:r>
              <a:rPr lang="en-US" sz="6000" dirty="0" smtClean="0"/>
              <a:t> </a:t>
            </a:r>
            <a:r>
              <a:rPr lang="en-US" sz="6000" dirty="0" err="1" smtClean="0"/>
              <a:t>emakku</a:t>
            </a:r>
            <a:r>
              <a:rPr lang="en-US" sz="6000" dirty="0" smtClean="0"/>
              <a:t> </a:t>
            </a:r>
            <a:r>
              <a:rPr lang="en-US" sz="6000" dirty="0" err="1" smtClean="0"/>
              <a:t>varam</a:t>
            </a:r>
            <a:r>
              <a:rPr lang="en-US" sz="6000" dirty="0" smtClean="0"/>
              <a:t> </a:t>
            </a:r>
            <a:r>
              <a:rPr lang="en-US" sz="6000" dirty="0" err="1" smtClean="0"/>
              <a:t>taruvāy</a:t>
            </a:r>
            <a:r>
              <a:rPr lang="en-US" sz="6000" dirty="0" smtClean="0"/>
              <a:t> </a:t>
            </a:r>
            <a:r>
              <a:rPr lang="en-US" sz="6000" dirty="0" err="1" smtClean="0"/>
              <a:t>namaskāram</a:t>
            </a:r>
            <a:r>
              <a:rPr lang="en-US" sz="6000" dirty="0" smtClean="0"/>
              <a:t> 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May we strive to follow your sacred path. Grant us the blessing to serve you daily, always remembering your holy feet.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215</Words>
  <Application>Microsoft Office PowerPoint</Application>
  <PresentationFormat>On-screen Show (4:3)</PresentationFormat>
  <Paragraphs>25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varavēṇḍum varavēṇḍum vāgīsvari </vt:lpstr>
      <vt:lpstr>varavēṇḍum varavēṇḍum vāgīsvari  - varam tara vēṇḍum tara vēṇḍum varadāyini</vt:lpstr>
      <vt:lpstr>namaskāram namaskāram nāvarasi namaskāram  vaiyamellām pugazh pāḍum kalaivāṇi namaskāram</vt:lpstr>
      <vt:lpstr>veḷḷai tāmaraiyil vasippavaḷē namaskāram  vīṇai tannai kaiyilēntum vēdarasi namaskāram</vt:lpstr>
      <vt:lpstr>paḷiṅku pōl mēni azhaguḍaiyāḷ namaskāram  ponnarasi dēvi pugazharasi namaskāram</vt:lpstr>
      <vt:lpstr>akhilāṇḍēsvari anātha rakṣaki ādisaktiyē saraṇam  paṅkajalōcani annavāhini mānilam pōṭriḍum tāyē </vt:lpstr>
      <vt:lpstr>vaiyamellām pōṭri thozhum annaiyē śrīdēvi  un tiru kaippaṭri vazhi naḍaintu vāzhvōmē</vt:lpstr>
      <vt:lpstr>nin tiruvaḍi malarai maṙavāmal dinamum  paṇipuriya emakku varam taruvāy namaskāram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2025-05-10T11:56:50Z</dcterms:modified>
</cp:coreProperties>
</file>