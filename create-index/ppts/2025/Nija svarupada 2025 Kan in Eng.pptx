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3CCE-3DFE-4323-AA4C-67F5AB6308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1652-CF4F-47B7-90A9-849FCF6119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3CCE-3DFE-4323-AA4C-67F5AB6308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1652-CF4F-47B7-90A9-849FCF6119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3CCE-3DFE-4323-AA4C-67F5AB6308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1652-CF4F-47B7-90A9-849FCF6119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3CCE-3DFE-4323-AA4C-67F5AB6308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1652-CF4F-47B7-90A9-849FCF6119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3CCE-3DFE-4323-AA4C-67F5AB6308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1652-CF4F-47B7-90A9-849FCF6119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3CCE-3DFE-4323-AA4C-67F5AB6308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1652-CF4F-47B7-90A9-849FCF6119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3CCE-3DFE-4323-AA4C-67F5AB6308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1652-CF4F-47B7-90A9-849FCF6119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3CCE-3DFE-4323-AA4C-67F5AB6308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1652-CF4F-47B7-90A9-849FCF6119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3CCE-3DFE-4323-AA4C-67F5AB6308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1652-CF4F-47B7-90A9-849FCF6119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3CCE-3DFE-4323-AA4C-67F5AB6308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1652-CF4F-47B7-90A9-849FCF6119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3CCE-3DFE-4323-AA4C-67F5AB6308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1652-CF4F-47B7-90A9-849FCF6119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83CCE-3DFE-4323-AA4C-67F5AB6308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11652-CF4F-47B7-90A9-849FCF6119C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nija svarūpada kaḍege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nija svarūpada kaḍege karedoyyamma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badalāgade iruva śāntiyalli irisu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O Mother, pleaser lead me to the true Self. Guide me to the changeless peace within.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nīnē nānemba satyavanu biṭṭu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ī māye lōkadali mōhitanādenu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Forgetting the truth that you and I are one, I wandered about in delusion through this bewitching world.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dēhavē nānendu nambi ajñānadi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nannannē marete-dṛśyagaḷa nāṭakadi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Such was my ignorance that I mistook myself to be the body. Entangled in the play of appearances, I lost sight of my true nature.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nanna munde nī nintu prītiya rūpadi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ātmada niśśabda doḷage karedihe nī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appeared before me in the form of love. You were always calling me from the silence of the Self.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ennammā karuṇe tōrammā x2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please show me compassion!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ninna pādagaḷalli, nā kaḷedu hōgali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nā beḷagi ā śuddha caitanya jyōtiyali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Let me surrender the false self at your holy feet. Let me bask in the pure light of consciousness.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nā kartanalla barī kāṇutihe kēvala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nanna nija sākṣi bhāvavu nenapāgali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I do nothing—I only witness. Help me remember my true nature as the eternal witness.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ennammā karuṇe tōrammā x2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please show me compassion!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nija svarūpada kaḍege karedoyyu nanna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alli nānilla nīnilla onde ella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Lead me to my Self, where there is no 'I' and 'You’—only One.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ninna kāṇuva hādi ā mōkṣa-mārga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maunadi mugiva śuddha prajñeya sāgara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path to liberation, illuminated by Your grace, culminates in the ocean of pure awareness and stillness.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ennammā karuṇe tōrammā x2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please show me compassion!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244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nija svarūpada kaḍege</vt:lpstr>
      <vt:lpstr>nija svarūpada kaḍege karedoyyamma badalāgade iruva śāntiyalli irisu</vt:lpstr>
      <vt:lpstr>nīnē nānemba satyavanu biṭṭu ī māye lōkadali mōhitanādenu</vt:lpstr>
      <vt:lpstr>dēhavē nānendu nambi ajñānadi nannannē marete-dṛśyagaḷa nāṭakadi </vt:lpstr>
      <vt:lpstr>nanna munde nī nintu prītiya rūpadi ātmada niśśabda doḷage karedihe nī</vt:lpstr>
      <vt:lpstr>ennammā karuṇe tōrammā x2</vt:lpstr>
      <vt:lpstr>ninna pādagaḷalli, nā kaḷedu hōgali nā beḷagi ā śuddha caitanya jyōtiyali</vt:lpstr>
      <vt:lpstr>nā kartanalla barī kāṇutihe kēvala nanna nija sākṣi bhāvavu nenapāgali</vt:lpstr>
      <vt:lpstr>ennammā karuṇe tōrammā x2</vt:lpstr>
      <vt:lpstr>nija svarūpada kaḍege karedoyyu nanna alli nānilla nīnilla onde ella</vt:lpstr>
      <vt:lpstr>ninna kāṇuva hādi ā mōkṣa-mārga  maunadi mugiva śuddha prajñeya sāgara</vt:lpstr>
      <vt:lpstr>ennammā karuṇe tōrammā x2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nija svarūpada kaḍege</dc:title>
  <dc:creator>Amrita</dc:creator>
  <cp:lastModifiedBy>Amrita</cp:lastModifiedBy>
  <cp:revision>1</cp:revision>
  <dcterms:created xsi:type="dcterms:W3CDTF">2025-10-06T15:07:05Z</dcterms:created>
  <dcterms:modified xsi:type="dcterms:W3CDTF">2025-10-06T15:08:17Z</dcterms:modified>
</cp:coreProperties>
</file>