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55144-B7BD-4BA9-ADEE-A36C667CD27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6AA1C-2261-4224-BA59-D3E094E4A74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vanamāla tannu maṇivēṇu tannu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200" smtClean="0">
                <a:solidFill>
                  <a:srgbClr val="FFFFFF"/>
                </a:solidFill>
                <a:latin typeface="Calibri"/>
              </a:rPr>
              <a:t>vanamāla tannu maṇivēṇu tannu</a:t>
            </a:r>
            <a:br>
              <a:rPr lang="en-US" sz="5200" smtClean="0">
                <a:solidFill>
                  <a:srgbClr val="FFFFFF"/>
                </a:solidFill>
                <a:latin typeface="Calibri"/>
              </a:rPr>
            </a:br>
            <a:r>
              <a:rPr lang="en-US" sz="5200" smtClean="0">
                <a:solidFill>
                  <a:srgbClr val="FFFFFF"/>
                </a:solidFill>
                <a:latin typeface="Calibri"/>
              </a:rPr>
              <a:t>varumenna vāgdānam tannu kaṇṇan</a:t>
            </a:r>
            <a:br>
              <a:rPr lang="en-US" sz="5200" smtClean="0">
                <a:solidFill>
                  <a:srgbClr val="FFFFFF"/>
                </a:solidFill>
                <a:latin typeface="Calibri"/>
              </a:rPr>
            </a:br>
            <a:r>
              <a:rPr lang="en-US" sz="5200" smtClean="0">
                <a:solidFill>
                  <a:srgbClr val="FFFFFF"/>
                </a:solidFill>
                <a:latin typeface="Calibri"/>
              </a:rPr>
              <a:t>varumennu vāgdānam tannu </a:t>
            </a:r>
            <a:endParaRPr lang="en-US" sz="5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 gave me his garland of forest flowers, he gave me his beloved flute, he gave me his word that he would return.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700" smtClean="0">
                <a:solidFill>
                  <a:srgbClr val="FFFFFF"/>
                </a:solidFill>
                <a:latin typeface="Calibri"/>
              </a:rPr>
              <a:t>maṇivarṇṇan varum enna madhura-kināvine</a:t>
            </a:r>
            <a:br>
              <a:rPr lang="en-US" sz="4700" smtClean="0">
                <a:solidFill>
                  <a:srgbClr val="FFFFFF"/>
                </a:solidFill>
                <a:latin typeface="Calibri"/>
              </a:rPr>
            </a:br>
            <a:r>
              <a:rPr lang="en-US" sz="4700" smtClean="0">
                <a:solidFill>
                  <a:srgbClr val="FFFFFF"/>
                </a:solidFill>
                <a:latin typeface="Calibri"/>
              </a:rPr>
              <a:t>madhuvūṭṭi ñān kāttirunnu… ennum</a:t>
            </a:r>
            <a:br>
              <a:rPr lang="en-US" sz="4700" smtClean="0">
                <a:solidFill>
                  <a:srgbClr val="FFFFFF"/>
                </a:solidFill>
                <a:latin typeface="Calibri"/>
              </a:rPr>
            </a:br>
            <a:r>
              <a:rPr lang="en-US" sz="4700" smtClean="0">
                <a:solidFill>
                  <a:srgbClr val="FFFFFF"/>
                </a:solidFill>
                <a:latin typeface="Calibri"/>
              </a:rPr>
              <a:t>madhuripuve kāttirunnu</a:t>
            </a:r>
            <a:endParaRPr lang="en-US" sz="4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I wait, lost in sweet dreams, for the Lord of sweetness to come back to me.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kṛṣṇā… gōpabālā… kṛṣṇā… vāsudēvā…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cowherd boy! O Krishna, who resides within every heart…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cillayil vaḷarnnoru ñeṭṭilāy taḷirtt-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orumayil pūviṭṭa pūkkaḷ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Like twin blossoms from a single stem, the dark-hued Krishna and I bloomed together on the vine of love,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śyāmanum ñānumā sūnaṅgaḷ pōlavē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prēma-taruvil viḍarnnu…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Like twin blossoms from a single stem, the dark-hued Krishna and I bloomed together on the vine of love,and the fragrance of our love spread everywhere.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prēma-saugandham eṅgum parannu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the fragrance of our love spread everywhere.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kṛṣṇā… gōpabālā… kṛṣṇā… vāsudēvā…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cowherd boy! O Krishna, who resides within every heart…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ambarattumbōḷam poṅgi paṙannoru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kambitam ākum kinākkaḷ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Her dreams flew as high as the sky, longing to reach and hold Krishna.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sundara-pūnilāppāl ozhukkīḍunna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candrane nōkki kutippū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 rose as the full moon within the clear sky of her heart, and from him flowed a stream of silvery light.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śyāma-candrane nēḍān kotippū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 rose as the full moon within the clear sky of her heart, and from him flowed a stream of silvery light.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kṛṣṇā… gōpabālā… kṛṣṇā… vāsudēvā…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cowherd boy! O Krishna, who resides within every heart…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‘rādhēśan varavāyi’ madhuramāy mantriccu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kātil oru kuḷir kāṫṫu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 gentle breeze whispered in her ear, ‘Radha’s Lord is arriving.’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prāṇēśane puṇarnnīḍuvān rādha tan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prāṇan paṙann-aṅguyarnnu 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Radha’s very life force leapt up to embrace her beloved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jīva-nāthanil cērnnu layiccu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—her prana rose and merged with the Lord of her life.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kṛṣṇā… gōpabālā… kṛṣṇā… vāsudēvā…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cowherd boy! O Krishna, who resides within every heart…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342</Words>
  <Application>Microsoft Office PowerPoint</Application>
  <PresentationFormat>On-screen Show (4:3)</PresentationFormat>
  <Paragraphs>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vanamāla tannu maṇivēṇu tannu</vt:lpstr>
      <vt:lpstr>vanamāla tannu maṇivēṇu tannu varumenna vāgdānam tannu kaṇṇan varumennu vāgdānam tannu </vt:lpstr>
      <vt:lpstr>maṇivarṇṇan varum enna madhura-kināvine madhuvūṭṭi ñān kāttirunnu… ennum madhuripuve kāttirunnu</vt:lpstr>
      <vt:lpstr>kṛṣṇā… gōpabālā… kṛṣṇā… vāsudēvā…</vt:lpstr>
      <vt:lpstr>oru cillayil vaḷarnnoru ñeṭṭilāy taḷirtt- orumayil pūviṭṭa pūkkaḷ </vt:lpstr>
      <vt:lpstr>śyāmanum ñānumā sūnaṅgaḷ pōlavē prēma-taruvil viḍarnnu… </vt:lpstr>
      <vt:lpstr>prēma-saugandham eṅgum parannu </vt:lpstr>
      <vt:lpstr>kṛṣṇā… gōpabālā… kṛṣṇā… vāsudēvā…</vt:lpstr>
      <vt:lpstr>ambarattumbōḷam poṅgi paṙannoru kambitam ākum kinākkaḷ </vt:lpstr>
      <vt:lpstr>sundara-pūnilāppāl ozhukkīḍunna candrane nōkki kutippū </vt:lpstr>
      <vt:lpstr>śyāma-candrane nēḍān kotippū </vt:lpstr>
      <vt:lpstr>kṛṣṇā… gōpabālā… kṛṣṇā… vāsudēvā…</vt:lpstr>
      <vt:lpstr>‘rādhēśan varavāyi’ madhuramāy mantriccu kātil oru kuḷir kāṫṫu </vt:lpstr>
      <vt:lpstr>prāṇēśane puṇarnnīḍuvān rādha tan prāṇan paṙann-aṅguyarnnu </vt:lpstr>
      <vt:lpstr>jīva-nāthanil cērnnu layiccu </vt:lpstr>
      <vt:lpstr>kṛṣṇā… gōpabālā… kṛṣṇā… vāsudēvā…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vanamāla tannu maṇivēṇu tannu</dc:title>
  <dc:creator>Amrita</dc:creator>
  <cp:lastModifiedBy>Amrita</cp:lastModifiedBy>
  <cp:revision>1</cp:revision>
  <dcterms:created xsi:type="dcterms:W3CDTF">2025-10-09T12:43:31Z</dcterms:created>
  <dcterms:modified xsi:type="dcterms:W3CDTF">2025-10-09T12:44:58Z</dcterms:modified>
</cp:coreProperties>
</file>