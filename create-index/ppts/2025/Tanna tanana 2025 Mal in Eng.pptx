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DFC81-BACB-40C9-A3D9-CA2F818E3AB8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C08FE-5BA9-4CA3-8CC5-29282280B0C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tanna tānana tannāna tāne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tanna tānana tannāna tāne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tāna tannana tannāna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tāna tannana tannāna tāne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tāna tannana tannāna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Chorus of joy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celāṇu nalla cēlāṇu ende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kaṇṇane kāṇuvān cēlāṇu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gōpāla-bālane gōkula-nāthane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kāṇūvān entoru cēlāṇu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Beautiful, so beautiful! Krishna is a beauty to behold—the cowherd boy, the Lord of Gokula, is wondrously beautiful to behold!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picca naḍappatum cēlāṇu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occa veykkunnatum nalla cēlāṇu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koñci koñci amma cēlattumbil tuṅgi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āḍunnatum kāṇān cēlāṇu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His toddling steps are so adorable; his baby words so sweetly endearing. How wondrous to see him cling to the end of his mother’s saree, frolicking joyfully by her side!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100" smtClean="0">
                <a:solidFill>
                  <a:srgbClr val="FFFFFF"/>
                </a:solidFill>
                <a:latin typeface="Calibri"/>
              </a:rPr>
              <a:t>tāmarakkaṇṇ-entu cēlāṇu – taḷir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mēniyum entoru cēlāṇu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mēnikku nuṙu mēni matikkunnorā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nīla niṙam entu cēlāṇu</a:t>
            </a:r>
            <a:endParaRPr lang="en-US" sz="5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His wide, long eyes like blooming lotuses are so beautiful; his tender baby body so soft and lovely; and his blue hue adds a hundredfold charm. Krishna is beautiful to behold!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ceñcuṇḍin-entoru cēlāṇu – nalla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moñcuḷḷa puñciri cēlāṇu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centāmalarinde kāntiye vellunna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centāraḍikk-entu cēlāṇu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His soft, red lips are beautiful; his lovely smile, so endearing; his feet rival the beauty of lotus blooms. Krishna is beautiful to behold!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kārkuntal entoru cēlāṇu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ā kuntalil pīliyum cēlāṇu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ōmana-paitalin ōmal ceñcuṇḍile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ōḍakuzhal entu cēlāṇu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His dark, curly hair is beautiful; the peacock plume adorning it glows with beauty; the flute resting on this charming boy’s lovely lips is so wondrously beautiful!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smtClean="0">
                <a:solidFill>
                  <a:srgbClr val="FFFFFF"/>
                </a:solidFill>
                <a:latin typeface="Calibri"/>
              </a:rPr>
              <a:t>veṇṇa kavarnnatum cēlāṇu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maṇṇu tinnunnatum kāṇān cēlāṇu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kōlumāy vannamma vāya tuṙannu nī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bhulōkam kāṭṭītum cēlāṇu</a:t>
            </a:r>
            <a:endParaRPr lang="en-US" sz="4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700" smtClean="0">
                <a:solidFill>
                  <a:srgbClr val="FFFF00"/>
                </a:solidFill>
                <a:latin typeface="Calibri"/>
              </a:rPr>
              <a:t>Seeing him steal butter is a delight; watching him eat mud fills us with joy. When his mother approached with a stick to scold him, it was truly wondrous that Krishna opened his mouth and revealed the entire universe within.</a:t>
            </a:r>
            <a:endParaRPr lang="en-US" sz="3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600" smtClean="0">
                <a:solidFill>
                  <a:srgbClr val="FFFFFF"/>
                </a:solidFill>
                <a:latin typeface="Calibri"/>
              </a:rPr>
              <a:t>gōvarddhanōdhāram cēlāṇu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kāḷiya-narttanam cēlāṇu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kōlum kuzhalumāy kāṭṭilum mēṭṭilum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kāli mekkunnatum cēlāṇu</a:t>
            </a:r>
            <a:endParaRPr lang="en-US" sz="4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100" smtClean="0">
                <a:solidFill>
                  <a:srgbClr val="FFFF00"/>
                </a:solidFill>
                <a:latin typeface="Calibri"/>
              </a:rPr>
              <a:t>Wondrous is his divine play in lifting Govardhana Hill; wondrous his dance upon the serpent Kaliya’s hood; wondrous the sight of Krishna grazing the herds, flute and herding-stick in hand!</a:t>
            </a:r>
            <a:endParaRPr lang="en-US" sz="4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600" smtClean="0">
                <a:solidFill>
                  <a:srgbClr val="FFFFFF"/>
                </a:solidFill>
                <a:latin typeface="Calibri"/>
              </a:rPr>
              <a:t>kṛṣṇa-rūpam entu cēlāṇu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kṛṣṇa-nāmam entu cēlāṇu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nanda-kumāranām ambāḍi-kaṇṇande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līlakaḷ entoru cēlāṇu</a:t>
            </a:r>
            <a:endParaRPr lang="en-US" sz="4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Krishna’s form is beautiful; Krishna’s name is beautiful. The divine pastimes of Nanda’s beloved son—the darling of Ambadi—are wondrous to behold!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tanna tānana tannāna tāne</vt:lpstr>
      <vt:lpstr>tanna tānana tannāna tāne tāna tannana tannāna tāna tannana tannāna tāne tāna tannana tannāna</vt:lpstr>
      <vt:lpstr>celāṇu nalla cēlāṇu ende kaṇṇane kāṇuvān cēlāṇu gōpāla-bālane gōkula-nāthane kāṇūvān entoru cēlāṇu</vt:lpstr>
      <vt:lpstr>picca naḍappatum cēlāṇu occa veykkunnatum nalla cēlāṇu koñci koñci amma cēlattumbil tuṅgi āḍunnatum kāṇān cēlāṇu</vt:lpstr>
      <vt:lpstr>tāmarakkaṇṇ-entu cēlāṇu – taḷir mēniyum entoru cēlāṇu mēnikku nuṙu mēni matikkunnorā nīla niṙam entu cēlāṇu</vt:lpstr>
      <vt:lpstr>ceñcuṇḍin-entoru cēlāṇu – nalla moñcuḷḷa puñciri cēlāṇu centāmalarinde kāntiye vellunna centāraḍikk-entu cēlāṇu</vt:lpstr>
      <vt:lpstr>kārkuntal entoru cēlāṇu ā kuntalil pīliyum cēlāṇu ōmana-paitalin ōmal ceñcuṇḍile ōḍakuzhal entu cēlāṇu</vt:lpstr>
      <vt:lpstr>veṇṇa kavarnnatum cēlāṇu maṇṇu tinnunnatum kāṇān cēlāṇu kōlumāy vannamma vāya tuṙannu nī bhulōkam kāṭṭītum cēlāṇu</vt:lpstr>
      <vt:lpstr>gōvarddhanōdhāram cēlāṇu kāḷiya-narttanam cēlāṇu kōlum kuzhalumāy kāṭṭilum mēṭṭilum kāli mekkunnatum cēlāṇu</vt:lpstr>
      <vt:lpstr>kṛṣṇa-rūpam entu cēlāṇu kṛṣṇa-nāmam entu cēlāṇu nanda-kumāranām ambāḍi-kaṇṇande līlakaḷ entoru cēlāṇu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tanna tānana tannāna tāne</dc:title>
  <dc:creator>Amrita</dc:creator>
  <cp:lastModifiedBy>Amrita</cp:lastModifiedBy>
  <cp:revision>1</cp:revision>
  <dcterms:created xsi:type="dcterms:W3CDTF">2025-06-09T12:42:55Z</dcterms:created>
  <dcterms:modified xsi:type="dcterms:W3CDTF">2025-06-09T12:44:08Z</dcterms:modified>
</cp:coreProperties>
</file>