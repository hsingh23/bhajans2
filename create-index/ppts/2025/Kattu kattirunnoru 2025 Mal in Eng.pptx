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00BAF-1567-4A57-B1F8-EBADF10F4917}" type="datetimeFigureOut">
              <a:rPr lang="en-US" smtClean="0"/>
              <a:t>7/26/2025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3EF0-3E3C-4642-A989-0BFDCDB31E8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00BAF-1567-4A57-B1F8-EBADF10F4917}" type="datetimeFigureOut">
              <a:rPr lang="en-US" smtClean="0"/>
              <a:t>7/26/2025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3EF0-3E3C-4642-A989-0BFDCDB31E8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00BAF-1567-4A57-B1F8-EBADF10F4917}" type="datetimeFigureOut">
              <a:rPr lang="en-US" smtClean="0"/>
              <a:t>7/26/2025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3EF0-3E3C-4642-A989-0BFDCDB31E8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00BAF-1567-4A57-B1F8-EBADF10F4917}" type="datetimeFigureOut">
              <a:rPr lang="en-US" smtClean="0"/>
              <a:t>7/26/2025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3EF0-3E3C-4642-A989-0BFDCDB31E8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00BAF-1567-4A57-B1F8-EBADF10F4917}" type="datetimeFigureOut">
              <a:rPr lang="en-US" smtClean="0"/>
              <a:t>7/26/2025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3EF0-3E3C-4642-A989-0BFDCDB31E8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00BAF-1567-4A57-B1F8-EBADF10F4917}" type="datetimeFigureOut">
              <a:rPr lang="en-US" smtClean="0"/>
              <a:t>7/26/2025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3EF0-3E3C-4642-A989-0BFDCDB31E8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00BAF-1567-4A57-B1F8-EBADF10F4917}" type="datetimeFigureOut">
              <a:rPr lang="en-US" smtClean="0"/>
              <a:t>7/26/2025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3EF0-3E3C-4642-A989-0BFDCDB31E8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00BAF-1567-4A57-B1F8-EBADF10F4917}" type="datetimeFigureOut">
              <a:rPr lang="en-US" smtClean="0"/>
              <a:t>7/26/2025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3EF0-3E3C-4642-A989-0BFDCDB31E8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00BAF-1567-4A57-B1F8-EBADF10F4917}" type="datetimeFigureOut">
              <a:rPr lang="en-US" smtClean="0"/>
              <a:t>7/26/2025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3EF0-3E3C-4642-A989-0BFDCDB31E8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00BAF-1567-4A57-B1F8-EBADF10F4917}" type="datetimeFigureOut">
              <a:rPr lang="en-US" smtClean="0"/>
              <a:t>7/26/2025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3EF0-3E3C-4642-A989-0BFDCDB31E8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00BAF-1567-4A57-B1F8-EBADF10F4917}" type="datetimeFigureOut">
              <a:rPr lang="en-US" smtClean="0"/>
              <a:t>7/26/2025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3EF0-3E3C-4642-A989-0BFDCDB31E8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D00BAF-1567-4A57-B1F8-EBADF10F4917}" type="datetimeFigureOut">
              <a:rPr lang="en-US" smtClean="0"/>
              <a:t>7/26/2025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2C3EF0-3E3C-4642-A989-0BFDCDB31E8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kāttu kāttirunnoru kaḍavilāṇu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(Malayalam)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800" smtClean="0">
                <a:solidFill>
                  <a:srgbClr val="FFFFFF"/>
                </a:solidFill>
                <a:latin typeface="Calibri"/>
              </a:rPr>
              <a:t>kāttu kāttirunnoru kaḍavilāṇu</a:t>
            </a:r>
            <a:br>
              <a:rPr lang="en-US" sz="5800" smtClean="0">
                <a:solidFill>
                  <a:srgbClr val="FFFFFF"/>
                </a:solidFill>
                <a:latin typeface="Calibri"/>
              </a:rPr>
            </a:br>
            <a:r>
              <a:rPr lang="en-US" sz="5800" smtClean="0">
                <a:solidFill>
                  <a:srgbClr val="FFFFFF"/>
                </a:solidFill>
                <a:latin typeface="Calibri"/>
              </a:rPr>
              <a:t>amma kaḍalōḷam kanivumāy ettiyatu</a:t>
            </a:r>
            <a:endParaRPr lang="en-US" sz="58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600" smtClean="0">
                <a:solidFill>
                  <a:srgbClr val="FFFF00"/>
                </a:solidFill>
                <a:latin typeface="Calibri"/>
              </a:rPr>
              <a:t>Mother arrived at the riverbank, where I had been waiting and waiting for so long. She came, carrying an ocean of compassion for me.</a:t>
            </a:r>
            <a:endParaRPr lang="en-US" sz="4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kāṫṫil āḍunnoru kotumbu-vaḷḷatte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karuṇārdramām kaikaḷāl kāttatu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With hands tender with grace, she steadied this little wooden rowboat, swaying in the wind of sorrow.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000" smtClean="0">
                <a:solidFill>
                  <a:srgbClr val="FFFFFF"/>
                </a:solidFill>
                <a:latin typeface="Calibri"/>
              </a:rPr>
              <a:t>nukarān koticcoru vātsalyavum</a:t>
            </a:r>
            <a:br>
              <a:rPr lang="en-US" sz="6000" smtClean="0">
                <a:solidFill>
                  <a:srgbClr val="FFFFFF"/>
                </a:solidFill>
                <a:latin typeface="Calibri"/>
              </a:rPr>
            </a:br>
            <a:r>
              <a:rPr lang="en-US" sz="6000" smtClean="0">
                <a:solidFill>
                  <a:srgbClr val="FFFFFF"/>
                </a:solidFill>
                <a:latin typeface="Calibri"/>
              </a:rPr>
              <a:t>kēḷkkān koticcoru tārāṭṭatum</a:t>
            </a:r>
            <a:endParaRPr lang="en-US" sz="60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The tenderness I longed to savour, the lullaby I yearned to hear, the loving kiss I waited for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pāti-mayakkattil kotiyōḍe kāttirunn-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oru muttavum innen svantamallō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—even in half-sleep—all of them have now become mine.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kaikaḷe kūppi karaññōru kuññin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hṛttile nombaram kaṇḍōramma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700" smtClean="0">
                <a:solidFill>
                  <a:srgbClr val="FFFF00"/>
                </a:solidFill>
                <a:latin typeface="Calibri"/>
              </a:rPr>
              <a:t>Mother saw the despair in the heart of this child, who wept with palms joined in worship.</a:t>
            </a:r>
            <a:endParaRPr lang="en-US" sz="57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vāri puṇarnnonnu māṙōḍu cērttamma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kātil ōti ende muttāṇu nī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She gathered me into her arms and held me close to her bosom, whispering gently in my ear, “You are my pearl.”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800" smtClean="0">
                <a:solidFill>
                  <a:srgbClr val="FFFFFF"/>
                </a:solidFill>
                <a:latin typeface="Calibri"/>
              </a:rPr>
              <a:t>kāttu kāttirunnoru kaḍavilāṇu</a:t>
            </a:r>
            <a:br>
              <a:rPr lang="en-US" sz="5800" smtClean="0">
                <a:solidFill>
                  <a:srgbClr val="FFFFFF"/>
                </a:solidFill>
                <a:latin typeface="Calibri"/>
              </a:rPr>
            </a:br>
            <a:r>
              <a:rPr lang="en-US" sz="5800" smtClean="0">
                <a:solidFill>
                  <a:srgbClr val="FFFFFF"/>
                </a:solidFill>
                <a:latin typeface="Calibri"/>
              </a:rPr>
              <a:t>amma kaḍalōḷam kanivumāyi ettiyatu</a:t>
            </a:r>
            <a:endParaRPr lang="en-US" sz="58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600" smtClean="0">
                <a:solidFill>
                  <a:srgbClr val="FFFF00"/>
                </a:solidFill>
                <a:latin typeface="Calibri"/>
              </a:rPr>
              <a:t>Mother arrived at the riverbank, where I had been waiting and waiting for so long. She came, carrying an ocean of compassion for me.</a:t>
            </a:r>
            <a:endParaRPr lang="en-US" sz="4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amma kaḍalōḷam kanivumāyi ettiyatu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She came, carrying an ocean of compassion for me.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191</Words>
  <Application>Microsoft Office PowerPoint</Application>
  <PresentationFormat>On-screen Show (4:3)</PresentationFormat>
  <Paragraphs>19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kāttu kāttirunnoru kaḍavilāṇu</vt:lpstr>
      <vt:lpstr>kāttu kāttirunnoru kaḍavilāṇu amma kaḍalōḷam kanivumāy ettiyatu</vt:lpstr>
      <vt:lpstr>kāṫṫil āḍunnoru kotumbu-vaḷḷatte karuṇārdramām kaikaḷāl kāttatu</vt:lpstr>
      <vt:lpstr>nukarān koticcoru vātsalyavum kēḷkkān koticcoru tārāṭṭatum</vt:lpstr>
      <vt:lpstr>pāti-mayakkattil kotiyōḍe kāttirunn- oru muttavum innen svantamallō</vt:lpstr>
      <vt:lpstr>kaikaḷe kūppi karaññōru kuññin hṛttile nombaram kaṇḍōramma</vt:lpstr>
      <vt:lpstr>vāri puṇarnnonnu māṙōḍu cērttamma kātil ōti ende muttāṇu nī</vt:lpstr>
      <vt:lpstr>kāttu kāttirunnoru kaḍavilāṇu amma kaḍalōḷam kanivumāyi ettiyatu</vt:lpstr>
      <vt:lpstr>amma kaḍalōḷam kanivumāyi ettiyatu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kāttu kāttirunnoru kaḍavilāṇu</dc:title>
  <dc:creator>Amrita</dc:creator>
  <cp:lastModifiedBy>Amrita</cp:lastModifiedBy>
  <cp:revision>1</cp:revision>
  <dcterms:created xsi:type="dcterms:W3CDTF">2025-07-26T13:03:45Z</dcterms:created>
  <dcterms:modified xsi:type="dcterms:W3CDTF">2025-07-26T13:04:13Z</dcterms:modified>
</cp:coreProperties>
</file>