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AD6E7-6F0E-4448-BDFA-2BD843AE7FD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81E8-01D7-45A4-8D24-DE242D587AA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amba tan padatārin dhūḷikaḷ nannāy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amba tan padatārin dhūḷikaḷ nannāy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śirassiṅkal patiyēṇam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Mother! May the dust of your lotus feet, which leads one to the supreme goal, adorn my head each day.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abhaya-pradamā hastaṅgaḷ ennil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anugraha-varṣam coriyēṇam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your divine hands of refuge ever shower their blessings upon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bhakti-gamyē… prēma-rūpē… jagad-vandyē…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are attained only through devotion; your very form is love, and the universe bows in worship before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ātma-viśvāsamāy ā mandahāsam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antaraṅgattil niṙayēṇam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your smile fill my heart with faith in my true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aviratam ennil ā tṛkkaṇ-kaḍākṣam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iruḷ nīkki mārgam tēḷiykkēṇam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May the glance of your eyes dispel all darkness and ever illumine my path.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bhakti-gamyē… prēma-rūpē… jagad-vandyē…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are attained only through devotion; your very form is love, and the universe bows in worship before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aviḍutte mozhimuttu-mālakaḷ ennil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hṛdayattin-alaṅkāram ākaṇam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the garland of your words ever adorn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tan jīvita-sandēśam ende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karmaṅgaḷ ujvalippikkēṇam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Mother, may the message of your life shine forth and make my every action worthy.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bhakti-gamyē… prēma-rūpē… jagad-vandyē…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are attained only through devotion; your very form is love, and the universe bows in worship before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amba tan padatārin dhūḷikaḷ nannāy</vt:lpstr>
      <vt:lpstr>amba tan padatārin dhūḷikaḷ nannāy en śirassiṅkal patiyēṇam ennum</vt:lpstr>
      <vt:lpstr>abhaya-pradamā hastaṅgaḷ ennil anugraha-varṣam coriyēṇam ennum</vt:lpstr>
      <vt:lpstr>ammē… bhakti-gamyē… prēma-rūpē… jagad-vandyē…</vt:lpstr>
      <vt:lpstr>ātma-viśvāsamāy ā mandahāsam antaraṅgattil niṙayēṇam ennum</vt:lpstr>
      <vt:lpstr>aviratam ennil ā tṛkkaṇ-kaḍākṣam iruḷ nīkki mārgam tēḷiykkēṇam ennum</vt:lpstr>
      <vt:lpstr>ammē… bhakti-gamyē… prēma-rūpē… jagad-vandyē…</vt:lpstr>
      <vt:lpstr>aviḍutte mozhimuttu-mālakaḷ ennil hṛdayattin-alaṅkāram ākaṇam ennum</vt:lpstr>
      <vt:lpstr>amma tan jīvita-sandēśam ende karmaṅgaḷ ujvalippikkēṇam ennum</vt:lpstr>
      <vt:lpstr>ammē… bhakti-gamyē… prēma-rūpē… jagad-vandyē…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amba tan padatārin dhūḷikaḷ nannāy</dc:title>
  <dc:creator>Amrita</dc:creator>
  <cp:lastModifiedBy>Amrita</cp:lastModifiedBy>
  <cp:revision>1</cp:revision>
  <dcterms:created xsi:type="dcterms:W3CDTF">2025-08-25T12:55:05Z</dcterms:created>
  <dcterms:modified xsi:type="dcterms:W3CDTF">2025-08-25T12:55:46Z</dcterms:modified>
</cp:coreProperties>
</file>