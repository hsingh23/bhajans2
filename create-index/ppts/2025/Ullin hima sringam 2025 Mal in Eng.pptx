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87" r:id="rId2"/>
    <p:sldId id="291" r:id="rId3"/>
    <p:sldId id="292" r:id="rId4"/>
    <p:sldId id="288" r:id="rId5"/>
    <p:sldId id="293" r:id="rId6"/>
    <p:sldId id="289" r:id="rId7"/>
    <p:sldId id="294" r:id="rId8"/>
    <p:sldId id="290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7" autoAdjust="0"/>
    <p:restoredTop sz="86441" autoAdjust="0"/>
  </p:normalViewPr>
  <p:slideViewPr>
    <p:cSldViewPr>
      <p:cViewPr varScale="1">
        <p:scale>
          <a:sx n="69" d="100"/>
          <a:sy n="69" d="100"/>
        </p:scale>
        <p:origin x="-66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 smtClean="0"/>
              <a:t>uḷḷin</a:t>
            </a:r>
            <a:r>
              <a:rPr lang="en-US" sz="7200" dirty="0" smtClean="0"/>
              <a:t> </a:t>
            </a:r>
            <a:r>
              <a:rPr lang="en-US" sz="7200" dirty="0" err="1" smtClean="0"/>
              <a:t>himaśṛṅgam</a:t>
            </a:r>
            <a:r>
              <a:rPr lang="en-US" sz="7200" dirty="0" smtClean="0"/>
              <a:t> </a:t>
            </a:r>
            <a:r>
              <a:rPr lang="en-US" sz="7200" dirty="0" err="1" smtClean="0"/>
              <a:t>urukunnuvō</a:t>
            </a:r>
            <a:r>
              <a:rPr lang="en-US" sz="7200" dirty="0" smtClean="0"/>
              <a:t> 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2025</a:t>
            </a:r>
          </a:p>
          <a:p>
            <a:pPr algn="ctr"/>
            <a:r>
              <a:rPr lang="en-IN" sz="6600" dirty="0" smtClean="0">
                <a:solidFill>
                  <a:srgbClr val="FFFF00"/>
                </a:solidFill>
              </a:rPr>
              <a:t>(Malayalam)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uḷḷin</a:t>
            </a:r>
            <a:r>
              <a:rPr lang="en-US" sz="5400" dirty="0" smtClean="0"/>
              <a:t> </a:t>
            </a:r>
            <a:r>
              <a:rPr lang="en-US" sz="5400" dirty="0" err="1" smtClean="0"/>
              <a:t>himaśṛṅgam</a:t>
            </a:r>
            <a:r>
              <a:rPr lang="en-US" sz="5400" dirty="0" smtClean="0"/>
              <a:t> </a:t>
            </a:r>
            <a:r>
              <a:rPr lang="en-US" sz="5400" dirty="0" err="1" smtClean="0"/>
              <a:t>urukunnuvō</a:t>
            </a:r>
            <a:r>
              <a:rPr lang="en-US" sz="5400" dirty="0" smtClean="0"/>
              <a:t> </a:t>
            </a:r>
            <a:br>
              <a:rPr lang="en-US" sz="5400" dirty="0" smtClean="0"/>
            </a:br>
            <a:r>
              <a:rPr lang="en-US" sz="5400" dirty="0" err="1" smtClean="0"/>
              <a:t>aśru</a:t>
            </a:r>
            <a:r>
              <a:rPr lang="en-US" sz="5400" dirty="0" smtClean="0"/>
              <a:t> </a:t>
            </a:r>
            <a:r>
              <a:rPr lang="en-US" sz="5400" dirty="0" err="1" smtClean="0"/>
              <a:t>tuḷḷikaḷ</a:t>
            </a:r>
            <a:r>
              <a:rPr lang="en-US" sz="5400" dirty="0" smtClean="0"/>
              <a:t> </a:t>
            </a:r>
            <a:r>
              <a:rPr lang="en-US" sz="5400" dirty="0" err="1" smtClean="0"/>
              <a:t>jāhnaviyāy</a:t>
            </a:r>
            <a:r>
              <a:rPr lang="en-US" sz="5400" dirty="0" smtClean="0"/>
              <a:t> </a:t>
            </a:r>
            <a:r>
              <a:rPr lang="en-US" sz="5400" dirty="0" err="1" smtClean="0"/>
              <a:t>ozhukunnuvō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Within my heart, does an ice mountain melt, and do tears flow like the sacred </a:t>
            </a:r>
            <a:r>
              <a:rPr lang="en-US" sz="6000" dirty="0" err="1" smtClean="0">
                <a:solidFill>
                  <a:srgbClr val="FFFF00"/>
                </a:solidFill>
              </a:rPr>
              <a:t>Ganga</a:t>
            </a:r>
            <a:r>
              <a:rPr lang="en-US" sz="6000" dirty="0" smtClean="0">
                <a:solidFill>
                  <a:srgbClr val="FFFF00"/>
                </a:solidFill>
              </a:rPr>
              <a:t>?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ammayām</a:t>
            </a:r>
            <a:r>
              <a:rPr lang="en-US" sz="6000" dirty="0" smtClean="0"/>
              <a:t> </a:t>
            </a:r>
            <a:r>
              <a:rPr lang="en-US" sz="6000" dirty="0" err="1" smtClean="0"/>
              <a:t>kāruṇya-ratnākaram</a:t>
            </a:r>
            <a:r>
              <a:rPr lang="en-US" sz="6000" dirty="0" smtClean="0"/>
              <a:t> </a:t>
            </a:r>
            <a:r>
              <a:rPr lang="en-US" sz="6000" dirty="0" err="1" smtClean="0"/>
              <a:t>tēḍi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smtClean="0"/>
              <a:t>en </a:t>
            </a:r>
            <a:r>
              <a:rPr lang="en-US" sz="6000" dirty="0" err="1" smtClean="0"/>
              <a:t>cintādhārakaḷ</a:t>
            </a:r>
            <a:r>
              <a:rPr lang="en-US" sz="6000" dirty="0" smtClean="0"/>
              <a:t> </a:t>
            </a:r>
            <a:r>
              <a:rPr lang="en-US" sz="6000" dirty="0" err="1" smtClean="0"/>
              <a:t>alayunnuvō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Do </a:t>
            </a:r>
            <a:r>
              <a:rPr lang="en-US" sz="6600" dirty="0" smtClean="0">
                <a:solidFill>
                  <a:srgbClr val="FFFF00"/>
                </a:solidFill>
              </a:rPr>
              <a:t>my thoughts wander, seeking Mother, the jewel of compassion?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azhal</a:t>
            </a:r>
            <a:r>
              <a:rPr lang="en-US" sz="6000" dirty="0" smtClean="0"/>
              <a:t> </a:t>
            </a:r>
            <a:r>
              <a:rPr lang="en-US" sz="6000" dirty="0" err="1" smtClean="0"/>
              <a:t>vēnal</a:t>
            </a:r>
            <a:r>
              <a:rPr lang="en-US" sz="6000" dirty="0" smtClean="0"/>
              <a:t> </a:t>
            </a:r>
            <a:r>
              <a:rPr lang="en-US" sz="6000" dirty="0" err="1" smtClean="0"/>
              <a:t>tāpattāl</a:t>
            </a:r>
            <a:r>
              <a:rPr lang="en-US" sz="6000" dirty="0" smtClean="0"/>
              <a:t> </a:t>
            </a:r>
            <a:r>
              <a:rPr lang="en-US" sz="6000" dirty="0" err="1" smtClean="0"/>
              <a:t>eriyunnuvō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santaptamāyuḷḷam</a:t>
            </a:r>
            <a:r>
              <a:rPr lang="en-US" sz="6000" dirty="0" smtClean="0"/>
              <a:t> </a:t>
            </a:r>
            <a:r>
              <a:rPr lang="en-US" sz="6000" dirty="0" err="1" smtClean="0"/>
              <a:t>piḍayunnuvō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Do I burn in the summer heat of yearning for You? Does my distressed heart beat with longing for You?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ammayām</a:t>
            </a:r>
            <a:r>
              <a:rPr lang="en-US" sz="6000" dirty="0" smtClean="0"/>
              <a:t> </a:t>
            </a:r>
            <a:r>
              <a:rPr lang="en-US" sz="6000" dirty="0" err="1" smtClean="0"/>
              <a:t>mazha-mēgham</a:t>
            </a:r>
            <a:r>
              <a:rPr lang="en-US" sz="6000" dirty="0" smtClean="0"/>
              <a:t> </a:t>
            </a:r>
            <a:r>
              <a:rPr lang="en-US" sz="6000" dirty="0" err="1" smtClean="0"/>
              <a:t>putumazha</a:t>
            </a:r>
            <a:r>
              <a:rPr lang="en-US" sz="6000" dirty="0" smtClean="0"/>
              <a:t> - </a:t>
            </a:r>
            <a:r>
              <a:rPr lang="en-US" sz="6000" dirty="0" err="1" smtClean="0"/>
              <a:t>pozhiyuvān</a:t>
            </a:r>
            <a:r>
              <a:rPr lang="en-US" sz="6000" dirty="0" smtClean="0"/>
              <a:t> </a:t>
            </a:r>
            <a:r>
              <a:rPr lang="en-US" sz="6000" dirty="0" smtClean="0"/>
              <a:t>en </a:t>
            </a:r>
            <a:r>
              <a:rPr lang="en-US" sz="6000" dirty="0" err="1" smtClean="0"/>
              <a:t>manōcātakam</a:t>
            </a:r>
            <a:r>
              <a:rPr lang="en-US" sz="6000" dirty="0" smtClean="0"/>
              <a:t> </a:t>
            </a:r>
            <a:r>
              <a:rPr lang="en-US" sz="6000" dirty="0" err="1" smtClean="0"/>
              <a:t>kēzhunnuvō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Does </a:t>
            </a:r>
            <a:r>
              <a:rPr lang="en-US" sz="6000" dirty="0" smtClean="0">
                <a:solidFill>
                  <a:srgbClr val="FFFF00"/>
                </a:solidFill>
              </a:rPr>
              <a:t>the </a:t>
            </a:r>
            <a:r>
              <a:rPr lang="en-US" sz="6000" dirty="0" err="1" smtClean="0">
                <a:solidFill>
                  <a:srgbClr val="FFFF00"/>
                </a:solidFill>
              </a:rPr>
              <a:t>Chataka</a:t>
            </a:r>
            <a:r>
              <a:rPr lang="en-US" sz="6000" dirty="0" smtClean="0">
                <a:solidFill>
                  <a:srgbClr val="FFFF00"/>
                </a:solidFill>
              </a:rPr>
              <a:t> bird of my mind cry out, pleading for Mother—the rain cloud—to descend as fresh rain?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niśayuḍe</a:t>
            </a:r>
            <a:r>
              <a:rPr lang="en-US" sz="6000" dirty="0" smtClean="0"/>
              <a:t> </a:t>
            </a:r>
            <a:r>
              <a:rPr lang="en-US" sz="6000" dirty="0" err="1" smtClean="0"/>
              <a:t>yavanika</a:t>
            </a:r>
            <a:r>
              <a:rPr lang="en-US" sz="6000" dirty="0" smtClean="0"/>
              <a:t> </a:t>
            </a:r>
            <a:r>
              <a:rPr lang="en-US" sz="6000" dirty="0" err="1" smtClean="0"/>
              <a:t>mūḍunnuvō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māyā</a:t>
            </a:r>
            <a:r>
              <a:rPr lang="en-US" sz="6000" dirty="0" smtClean="0"/>
              <a:t> </a:t>
            </a:r>
            <a:r>
              <a:rPr lang="en-US" sz="6000" dirty="0" err="1" smtClean="0"/>
              <a:t>nidrayilēkku</a:t>
            </a:r>
            <a:r>
              <a:rPr lang="en-US" sz="6000" dirty="0" smtClean="0"/>
              <a:t> </a:t>
            </a:r>
            <a:r>
              <a:rPr lang="en-US" sz="6000" dirty="0" err="1" smtClean="0"/>
              <a:t>ñān</a:t>
            </a:r>
            <a:r>
              <a:rPr lang="en-US" sz="6000" dirty="0" smtClean="0"/>
              <a:t> </a:t>
            </a:r>
            <a:r>
              <a:rPr lang="en-US" sz="6000" dirty="0" err="1" smtClean="0"/>
              <a:t>āzhunnuvō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Does the veil of night fall over me? Am I slipping into the sleep of delusion?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ammayām</a:t>
            </a:r>
            <a:r>
              <a:rPr lang="en-US" sz="6000" dirty="0" smtClean="0"/>
              <a:t> </a:t>
            </a:r>
            <a:r>
              <a:rPr lang="en-US" sz="6000" dirty="0" err="1" smtClean="0"/>
              <a:t>āditya-bimbōdayattināy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smtClean="0"/>
              <a:t>en </a:t>
            </a:r>
            <a:r>
              <a:rPr lang="en-US" sz="6000" dirty="0" err="1" smtClean="0"/>
              <a:t>hṛdayāmbujam</a:t>
            </a:r>
            <a:r>
              <a:rPr lang="en-US" sz="6000" dirty="0" smtClean="0"/>
              <a:t> </a:t>
            </a:r>
            <a:r>
              <a:rPr lang="en-US" sz="6000" dirty="0" err="1" smtClean="0"/>
              <a:t>vembunnuvō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Does </a:t>
            </a:r>
            <a:r>
              <a:rPr lang="en-US" sz="6000" dirty="0" smtClean="0">
                <a:solidFill>
                  <a:srgbClr val="FFFF00"/>
                </a:solidFill>
              </a:rPr>
              <a:t>the lotus of my heart silently weep, longing for Mother to rise like the Sun?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8000" dirty="0" err="1" smtClean="0"/>
              <a:t>ammē</a:t>
            </a:r>
            <a:r>
              <a:rPr lang="en-US" sz="8000" dirty="0" smtClean="0"/>
              <a:t> </a:t>
            </a:r>
            <a:r>
              <a:rPr lang="en-US" sz="8000" dirty="0" err="1" smtClean="0"/>
              <a:t>vannaṇayū</a:t>
            </a:r>
            <a:r>
              <a:rPr lang="en-US" sz="8000" dirty="0" smtClean="0"/>
              <a:t>… </a:t>
            </a:r>
            <a:r>
              <a:rPr lang="en-US" sz="8000" dirty="0" err="1" smtClean="0"/>
              <a:t>ennil</a:t>
            </a:r>
            <a:r>
              <a:rPr lang="en-US" sz="8000" dirty="0" smtClean="0"/>
              <a:t> </a:t>
            </a:r>
            <a:r>
              <a:rPr lang="en-US" sz="8000" dirty="0" err="1" smtClean="0"/>
              <a:t>kṛpa</a:t>
            </a:r>
            <a:r>
              <a:rPr lang="en-US" sz="8000" dirty="0" smtClean="0"/>
              <a:t> </a:t>
            </a:r>
            <a:r>
              <a:rPr lang="en-US" sz="8000" dirty="0" err="1" smtClean="0"/>
              <a:t>coriyū</a:t>
            </a:r>
            <a:endParaRPr lang="en-US" sz="8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7200" dirty="0" smtClean="0">
                <a:solidFill>
                  <a:srgbClr val="FFFF00"/>
                </a:solidFill>
              </a:rPr>
              <a:t>Mother, come to me—Shower your grace upon me!</a:t>
            </a:r>
            <a:endParaRPr lang="en-US" sz="72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2865</TotalTime>
  <Words>160</Words>
  <Application>Microsoft Office PowerPoint</Application>
  <PresentationFormat>On-screen Show (4:3)</PresentationFormat>
  <Paragraphs>25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uḷḷin himaśṛṅgam urukunnuvō </vt:lpstr>
      <vt:lpstr>uḷḷin himaśṛṅgam urukunnuvō  aśru tuḷḷikaḷ jāhnaviyāy ozhukunnuvō</vt:lpstr>
      <vt:lpstr>ammayām kāruṇya-ratnākaram tēḍi en cintādhārakaḷ alayunnuvō</vt:lpstr>
      <vt:lpstr>azhal vēnal tāpattāl eriyunnuvō santaptamāyuḷḷam piḍayunnuvō</vt:lpstr>
      <vt:lpstr>ammayām mazha-mēgham putumazha - pozhiyuvān en manōcātakam kēzhunnuvō</vt:lpstr>
      <vt:lpstr>niśayuḍe yavanika mūḍunnuvō māyā nidrayilēkku ñān āzhunnuvō</vt:lpstr>
      <vt:lpstr>ammayām āditya-bimbōdayattināy en hṛdayāmbujam vembunnuvō</vt:lpstr>
      <vt:lpstr>ammē vannaṇayū… ennil kṛpa coriyū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323</cp:revision>
  <dcterms:created xsi:type="dcterms:W3CDTF">2006-08-16T00:00:00Z</dcterms:created>
  <dcterms:modified xsi:type="dcterms:W3CDTF">2025-05-16T10:06:08Z</dcterms:modified>
</cp:coreProperties>
</file>