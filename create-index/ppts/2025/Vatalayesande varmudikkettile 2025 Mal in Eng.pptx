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tableStyles.xml" ContentType="application/vnd.openxmlformats-officedocument.presentationml.tableStyles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91" r:id="rId2"/>
    <p:sldId id="294" r:id="rId3"/>
    <p:sldId id="295" r:id="rId4"/>
    <p:sldId id="298" r:id="rId5"/>
    <p:sldId id="292" r:id="rId6"/>
    <p:sldId id="296" r:id="rId7"/>
    <p:sldId id="299" r:id="rId8"/>
    <p:sldId id="293" r:id="rId9"/>
    <p:sldId id="297" r:id="rId10"/>
    <p:sldId id="300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34587" autoAdjust="0"/>
    <p:restoredTop sz="86441" autoAdjust="0"/>
  </p:normalViewPr>
  <p:slideViewPr>
    <p:cSldViewPr>
      <p:cViewPr varScale="1">
        <p:scale>
          <a:sx n="75" d="100"/>
          <a:sy n="75" d="100"/>
        </p:scale>
        <p:origin x="-1522" y="-7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162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741776F-C5E4-4D79-8409-3173ED07A66F}" type="datetimeFigureOut">
              <a:rPr lang="en-US" smtClean="0"/>
              <a:pPr/>
              <a:t>18-Aug-2025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984ED3-0A26-466E-9119-AEC6D927E7CC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B984ED3-0A26-466E-9119-AEC6D927E7CC}" type="slidenum">
              <a:rPr lang="en-US" smtClean="0"/>
              <a:pPr/>
              <a:t>10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6858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4" r:id="rId1"/>
  </p:sldLayoutIdLst>
  <p:transition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vātālayēśande</a:t>
            </a:r>
            <a:r>
              <a:rPr lang="en-US" sz="6000" dirty="0" smtClean="0"/>
              <a:t> </a:t>
            </a:r>
            <a:r>
              <a:rPr lang="en-US" sz="6000" dirty="0" err="1" smtClean="0"/>
              <a:t>vārmuḍikkeṭṭile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600" dirty="0" smtClean="0">
                <a:solidFill>
                  <a:srgbClr val="FFFF00"/>
                </a:solidFill>
              </a:rPr>
              <a:t>2025</a:t>
            </a:r>
          </a:p>
          <a:p>
            <a:pPr algn="ctr"/>
            <a:r>
              <a:rPr lang="en-IN" sz="6600" dirty="0" smtClean="0">
                <a:solidFill>
                  <a:srgbClr val="FFFF00"/>
                </a:solidFill>
              </a:rPr>
              <a:t>(Malayalam)</a:t>
            </a:r>
            <a:endParaRPr lang="en-US" sz="66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vātālayēśande</a:t>
            </a:r>
            <a:r>
              <a:rPr lang="en-US" sz="6000" dirty="0" smtClean="0"/>
              <a:t> </a:t>
            </a:r>
            <a:r>
              <a:rPr lang="en-US" sz="6000" dirty="0" err="1" smtClean="0"/>
              <a:t>vārmuḍikkeṭṭile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pīlikkaṇṇ-āvān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koticcirunn-annu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longed to be a peacock plume, adorning the hair of Krishna, the Lord of </a:t>
            </a:r>
            <a:r>
              <a:rPr lang="en-US" sz="5400" dirty="0" err="1" smtClean="0">
                <a:solidFill>
                  <a:srgbClr val="FFFF00"/>
                </a:solidFill>
              </a:rPr>
              <a:t>Guruvayoor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vāḍiyile</a:t>
            </a:r>
            <a:r>
              <a:rPr lang="en-US" sz="6000" dirty="0" smtClean="0"/>
              <a:t> </a:t>
            </a:r>
            <a:r>
              <a:rPr lang="en-US" sz="6000" dirty="0" err="1" smtClean="0"/>
              <a:t>oru</a:t>
            </a:r>
            <a:r>
              <a:rPr lang="en-US" sz="6000" dirty="0" smtClean="0"/>
              <a:t> </a:t>
            </a:r>
            <a:r>
              <a:rPr lang="en-US" sz="6000" dirty="0" err="1" smtClean="0"/>
              <a:t>tuḷasikkatir-āyāl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pādattil</a:t>
            </a:r>
            <a:r>
              <a:rPr lang="en-US" sz="6000" dirty="0" smtClean="0"/>
              <a:t> </a:t>
            </a:r>
            <a:r>
              <a:rPr lang="en-US" sz="6000" dirty="0" err="1" smtClean="0"/>
              <a:t>eṅkilum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ettām</a:t>
            </a:r>
            <a:r>
              <a:rPr lang="en-US" sz="6000" dirty="0" smtClean="0"/>
              <a:t> </a:t>
            </a:r>
            <a:r>
              <a:rPr lang="en-US" sz="6000" dirty="0" err="1" smtClean="0"/>
              <a:t>ennāśiccu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 longed to be a </a:t>
            </a:r>
            <a:r>
              <a:rPr lang="en-US" sz="6000" dirty="0" err="1" smtClean="0">
                <a:solidFill>
                  <a:srgbClr val="FFFF00"/>
                </a:solidFill>
              </a:rPr>
              <a:t>tulasi</a:t>
            </a:r>
            <a:r>
              <a:rPr lang="en-US" sz="6000" dirty="0" smtClean="0">
                <a:solidFill>
                  <a:srgbClr val="FFFF00"/>
                </a:solidFill>
              </a:rPr>
              <a:t> leaf in the garden, so I could somehow reach his feet.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vātālayēśande</a:t>
            </a:r>
            <a:r>
              <a:rPr lang="en-US" sz="6000" dirty="0" smtClean="0"/>
              <a:t> </a:t>
            </a:r>
            <a:r>
              <a:rPr lang="en-US" sz="6000" dirty="0" err="1" smtClean="0"/>
              <a:t>vārmuḍikkeṭṭile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pīlikkaṇṇ-āvān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koticcirunn-annu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longed to be a peacock plume, adorning the hair of Krishna, the Lord of </a:t>
            </a:r>
            <a:r>
              <a:rPr lang="en-US" sz="5400" dirty="0" err="1" smtClean="0">
                <a:solidFill>
                  <a:srgbClr val="FFFF00"/>
                </a:solidFill>
              </a:rPr>
              <a:t>Guruvayoor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pāzhmuḷam</a:t>
            </a:r>
            <a:r>
              <a:rPr lang="en-US" sz="5400" dirty="0" smtClean="0"/>
              <a:t> </a:t>
            </a:r>
            <a:r>
              <a:rPr lang="en-US" sz="5400" dirty="0" err="1" smtClean="0"/>
              <a:t>taṇḍāy</a:t>
            </a:r>
            <a:r>
              <a:rPr lang="en-US" sz="5400" dirty="0" smtClean="0"/>
              <a:t> </a:t>
            </a:r>
            <a:r>
              <a:rPr lang="en-US" sz="5400" dirty="0" err="1" smtClean="0"/>
              <a:t>piṙannirunneṅkil</a:t>
            </a:r>
            <a:r>
              <a:rPr lang="en-US" sz="5400" dirty="0" smtClean="0"/>
              <a:t> ā</a:t>
            </a:r>
            <a:br>
              <a:rPr lang="en-US" sz="5400" dirty="0" smtClean="0"/>
            </a:br>
            <a:r>
              <a:rPr lang="en-US" sz="5400" dirty="0" err="1" smtClean="0"/>
              <a:t>pāvanādharattil</a:t>
            </a:r>
            <a:r>
              <a:rPr lang="en-US" sz="5400" dirty="0" smtClean="0"/>
              <a:t> </a:t>
            </a:r>
            <a:r>
              <a:rPr lang="en-US" sz="5400" dirty="0" err="1" smtClean="0"/>
              <a:t>cērān</a:t>
            </a:r>
            <a:r>
              <a:rPr lang="en-US" sz="5400" dirty="0" smtClean="0"/>
              <a:t> </a:t>
            </a:r>
            <a:r>
              <a:rPr lang="en-US" sz="5400" dirty="0" err="1" smtClean="0"/>
              <a:t>kazhiññēnē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6000" dirty="0" smtClean="0">
                <a:solidFill>
                  <a:srgbClr val="FFFF00"/>
                </a:solidFill>
              </a:rPr>
              <a:t>If I were born a bamboo reed, He might hold me close to His lips. </a:t>
            </a:r>
            <a:endParaRPr lang="en-US" sz="60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pāril</a:t>
            </a:r>
            <a:r>
              <a:rPr lang="en-US" sz="5400" dirty="0" smtClean="0"/>
              <a:t> en </a:t>
            </a:r>
            <a:r>
              <a:rPr lang="en-US" sz="5400" dirty="0" err="1" smtClean="0"/>
              <a:t>mōhaṅgaḷ</a:t>
            </a:r>
            <a:r>
              <a:rPr lang="en-US" sz="5400" dirty="0" smtClean="0"/>
              <a:t> </a:t>
            </a:r>
            <a:r>
              <a:rPr lang="en-US" sz="5400" dirty="0" err="1" smtClean="0"/>
              <a:t>āraṙiññīḍuvān</a:t>
            </a:r>
            <a:r>
              <a:rPr lang="en-US" sz="5400" dirty="0" smtClean="0"/>
              <a:t/>
            </a:r>
            <a:br>
              <a:rPr lang="en-US" sz="5400" dirty="0" smtClean="0"/>
            </a:br>
            <a:r>
              <a:rPr lang="en-US" sz="5400" dirty="0" err="1" smtClean="0"/>
              <a:t>pāzhil</a:t>
            </a:r>
            <a:r>
              <a:rPr lang="en-US" sz="5400" dirty="0" smtClean="0"/>
              <a:t> en </a:t>
            </a:r>
            <a:r>
              <a:rPr lang="en-US" sz="5400" dirty="0" err="1" smtClean="0"/>
              <a:t>mōhaṅgaḷ</a:t>
            </a:r>
            <a:r>
              <a:rPr lang="en-US" sz="5400" dirty="0" smtClean="0"/>
              <a:t> </a:t>
            </a:r>
            <a:r>
              <a:rPr lang="en-US" sz="5400" dirty="0" err="1" smtClean="0"/>
              <a:t>ennu</a:t>
            </a:r>
            <a:r>
              <a:rPr lang="en-US" sz="5400" dirty="0" smtClean="0"/>
              <a:t> </a:t>
            </a:r>
            <a:r>
              <a:rPr lang="en-US" sz="5400" dirty="0" err="1" smtClean="0"/>
              <a:t>ninaccu</a:t>
            </a:r>
            <a:r>
              <a:rPr lang="en-US" sz="5400" dirty="0" smtClean="0"/>
              <a:t> </a:t>
            </a:r>
            <a:r>
              <a:rPr lang="en-US" sz="5400" dirty="0" err="1" smtClean="0"/>
              <a:t>ñān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thought no one would ever know the quiet longing in my heart, and I feared all my hopes were in vain.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vātālayēśande</a:t>
            </a:r>
            <a:r>
              <a:rPr lang="en-US" sz="6000" dirty="0" smtClean="0"/>
              <a:t> </a:t>
            </a:r>
            <a:r>
              <a:rPr lang="en-US" sz="6000" dirty="0" err="1" smtClean="0"/>
              <a:t>vārmuḍikkeṭṭile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pīlikkaṇṇ-āvān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koticcirunn-annu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longed to be a peacock plume, adorning the hair of Krishna, the Lord of </a:t>
            </a:r>
            <a:r>
              <a:rPr lang="en-US" sz="5400" dirty="0" err="1" smtClean="0">
                <a:solidFill>
                  <a:srgbClr val="FFFF00"/>
                </a:solidFill>
              </a:rPr>
              <a:t>Guruvayoor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5400" dirty="0" err="1" smtClean="0"/>
              <a:t>pāzhilāyīl-ende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mōhaṅgaḷ</a:t>
            </a:r>
            <a:r>
              <a:rPr lang="en-US" sz="5400" dirty="0" smtClean="0"/>
              <a:t> </a:t>
            </a:r>
            <a:r>
              <a:rPr lang="en-US" sz="5400" dirty="0" err="1" smtClean="0"/>
              <a:t>onnumē</a:t>
            </a:r>
            <a:r>
              <a:rPr lang="en-US" sz="5400" dirty="0" smtClean="0"/>
              <a:t> – </a:t>
            </a:r>
            <a:br>
              <a:rPr lang="en-US" sz="5400" dirty="0" smtClean="0"/>
            </a:br>
            <a:r>
              <a:rPr lang="en-US" sz="5400" dirty="0" err="1" smtClean="0"/>
              <a:t>pārinde</a:t>
            </a:r>
            <a:r>
              <a:rPr lang="en-US" sz="5400" dirty="0" smtClean="0"/>
              <a:t> </a:t>
            </a:r>
            <a:r>
              <a:rPr lang="en-US" sz="5400" dirty="0" err="1" smtClean="0"/>
              <a:t>īśanitā</a:t>
            </a:r>
            <a:r>
              <a:rPr lang="en-US" sz="5400" dirty="0" smtClean="0"/>
              <a:t> </a:t>
            </a:r>
            <a:br>
              <a:rPr lang="en-US" sz="5400" dirty="0" smtClean="0"/>
            </a:br>
            <a:r>
              <a:rPr lang="en-US" sz="5400" dirty="0" err="1" smtClean="0"/>
              <a:t>vanninn-ammayāy</a:t>
            </a:r>
            <a:endParaRPr lang="en-US" sz="54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But my hopes were not in vain—the Lord of the Universe came in the form of Mother. 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cērtt-aṇaccen</a:t>
            </a:r>
            <a:r>
              <a:rPr lang="en-US" sz="6000" dirty="0" smtClean="0"/>
              <a:t> </a:t>
            </a:r>
            <a:r>
              <a:rPr lang="en-US" sz="6000" dirty="0" err="1" smtClean="0"/>
              <a:t>duḥkha</a:t>
            </a:r>
            <a:r>
              <a:rPr lang="en-US" sz="6000" dirty="0" smtClean="0"/>
              <a:t> </a:t>
            </a:r>
            <a:r>
              <a:rPr lang="en-US" sz="6000" dirty="0" err="1" smtClean="0"/>
              <a:t>bāṣpam</a:t>
            </a:r>
            <a:r>
              <a:rPr lang="en-US" sz="6000" dirty="0" smtClean="0"/>
              <a:t> </a:t>
            </a:r>
            <a:r>
              <a:rPr lang="en-US" sz="6000" dirty="0" err="1" smtClean="0"/>
              <a:t>tuḍaccinnu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cēṇuṫṫa</a:t>
            </a:r>
            <a:r>
              <a:rPr lang="en-US" sz="6000" dirty="0" smtClean="0"/>
              <a:t> </a:t>
            </a:r>
            <a:r>
              <a:rPr lang="en-US" sz="6000" dirty="0" err="1" smtClean="0"/>
              <a:t>pādattil</a:t>
            </a:r>
            <a:r>
              <a:rPr lang="en-US" sz="6000" dirty="0" smtClean="0"/>
              <a:t> </a:t>
            </a:r>
            <a:r>
              <a:rPr lang="en-US" sz="6000" dirty="0" err="1" smtClean="0"/>
              <a:t>cērtt-ende</a:t>
            </a:r>
            <a:r>
              <a:rPr lang="en-US" sz="6000" dirty="0" smtClean="0"/>
              <a:t> </a:t>
            </a:r>
            <a:r>
              <a:rPr lang="en-US" sz="6000" dirty="0" err="1" smtClean="0"/>
              <a:t>janmavum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She held me close and gently wiped away my tears, and at her lotus feet, my life found its sanctuary.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0" y="0"/>
            <a:ext cx="9144000" cy="3429000"/>
          </a:xfrm>
        </p:spPr>
        <p:txBody>
          <a:bodyPr>
            <a:noAutofit/>
          </a:bodyPr>
          <a:lstStyle/>
          <a:p>
            <a:r>
              <a:rPr lang="en-US" sz="6000" dirty="0" err="1" smtClean="0"/>
              <a:t>vātālayēśande</a:t>
            </a:r>
            <a:r>
              <a:rPr lang="en-US" sz="6000" dirty="0" smtClean="0"/>
              <a:t> </a:t>
            </a:r>
            <a:r>
              <a:rPr lang="en-US" sz="6000" dirty="0" err="1" smtClean="0"/>
              <a:t>vārmuḍikkeṭṭile</a:t>
            </a:r>
            <a:r>
              <a:rPr lang="en-US" sz="6000" dirty="0" smtClean="0"/>
              <a:t/>
            </a:r>
            <a:br>
              <a:rPr lang="en-US" sz="6000" dirty="0" smtClean="0"/>
            </a:br>
            <a:r>
              <a:rPr lang="en-US" sz="6000" dirty="0" err="1" smtClean="0"/>
              <a:t>pīlikkaṇṇ-āvān</a:t>
            </a:r>
            <a:r>
              <a:rPr lang="en-US" sz="6000" dirty="0" smtClean="0"/>
              <a:t> </a:t>
            </a:r>
            <a:br>
              <a:rPr lang="en-US" sz="6000" dirty="0" smtClean="0"/>
            </a:br>
            <a:r>
              <a:rPr lang="en-US" sz="6000" dirty="0" err="1" smtClean="0"/>
              <a:t>koticcirunn-annu</a:t>
            </a:r>
            <a:r>
              <a:rPr lang="en-US" sz="6000" dirty="0" smtClean="0"/>
              <a:t> </a:t>
            </a:r>
            <a:r>
              <a:rPr lang="en-US" sz="6000" dirty="0" err="1" smtClean="0"/>
              <a:t>ñān</a:t>
            </a:r>
            <a:endParaRPr lang="en-US" sz="6000" dirty="0"/>
          </a:p>
        </p:txBody>
      </p:sp>
      <p:sp>
        <p:nvSpPr>
          <p:cNvPr id="3" name="Title 1"/>
          <p:cNvSpPr txBox="1">
            <a:spLocks/>
          </p:cNvSpPr>
          <p:nvPr/>
        </p:nvSpPr>
        <p:spPr>
          <a:xfrm>
            <a:off x="0" y="3429000"/>
            <a:ext cx="9144000" cy="3429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algn="ctr"/>
            <a:r>
              <a:rPr lang="en-US" sz="5400" dirty="0" smtClean="0">
                <a:solidFill>
                  <a:srgbClr val="FFFF00"/>
                </a:solidFill>
              </a:rPr>
              <a:t>I longed to be a peacock plume, adorning the hair of Krishna, the Lord of </a:t>
            </a:r>
            <a:r>
              <a:rPr lang="en-US" sz="5400" dirty="0" err="1" smtClean="0">
                <a:solidFill>
                  <a:srgbClr val="FFFF00"/>
                </a:solidFill>
              </a:rPr>
              <a:t>Guruvayoor</a:t>
            </a:r>
            <a:r>
              <a:rPr lang="en-US" sz="5400" dirty="0" smtClean="0">
                <a:solidFill>
                  <a:srgbClr val="FFFF00"/>
                </a:solidFill>
              </a:rPr>
              <a:t>.</a:t>
            </a:r>
            <a:endParaRPr lang="en-US" sz="5400" dirty="0">
              <a:solidFill>
                <a:srgbClr val="FFFF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2876</TotalTime>
  <Words>214</Words>
  <Application>Microsoft Office PowerPoint</Application>
  <PresentationFormat>On-screen Show (4:3)</PresentationFormat>
  <Paragraphs>31</Paragraphs>
  <Slides>10</Slides>
  <Notes>10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1" baseType="lpstr">
      <vt:lpstr>Office Theme</vt:lpstr>
      <vt:lpstr>vātālayēśande vārmuḍikkeṭṭile</vt:lpstr>
      <vt:lpstr>vātālayēśande vārmuḍikkeṭṭile pīlikkaṇṇ-āvān  koticcirunn-annu ñān</vt:lpstr>
      <vt:lpstr>vāḍiyile oru tuḷasikkatir-āyāl pādattil eṅkilum  ettām ennāśiccu</vt:lpstr>
      <vt:lpstr>vātālayēśande vārmuḍikkeṭṭile pīlikkaṇṇ-āvān  koticcirunn-annu ñān</vt:lpstr>
      <vt:lpstr>pāzhmuḷam taṇḍāy piṙannirunneṅkil ā pāvanādharattil cērān kazhiññēnē</vt:lpstr>
      <vt:lpstr>pāril en mōhaṅgaḷ āraṙiññīḍuvān pāzhil en mōhaṅgaḷ ennu ninaccu ñān</vt:lpstr>
      <vt:lpstr>vātālayēśande vārmuḍikkeṭṭile pīlikkaṇṇ-āvān  koticcirunn-annu ñān</vt:lpstr>
      <vt:lpstr>pāzhilāyīl-ende  mōhaṅgaḷ onnumē –  pārinde īśanitā  vanninn-ammayāy</vt:lpstr>
      <vt:lpstr>cērtt-aṇaccen duḥkha bāṣpam tuḍaccinnu cēṇuṫṫa pādattil cērtt-ende janmavum</vt:lpstr>
      <vt:lpstr>vātālayēśande vārmuḍikkeṭṭile pīlikkaṇṇ-āvān  koticcirunn-annu ñān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Cars Blocking the way</dc:title>
  <dc:creator>amritam</dc:creator>
  <cp:lastModifiedBy>AMMA</cp:lastModifiedBy>
  <cp:revision>327</cp:revision>
  <dcterms:created xsi:type="dcterms:W3CDTF">2006-08-16T00:00:00Z</dcterms:created>
  <dcterms:modified xsi:type="dcterms:W3CDTF">2025-08-18T15:02:43Z</dcterms:modified>
</cp:coreProperties>
</file>