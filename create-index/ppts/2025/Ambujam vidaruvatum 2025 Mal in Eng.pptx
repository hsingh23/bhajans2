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09E17-D425-4CCD-9FDF-37B2EA61F01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EFF3F-2BE0-42B4-880D-9B0252218D5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ambujam viḍaruvatum nōkki ninnoren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ambujam viḍaruvatum nōkki ninnoren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uḷḷu tellonnu piḍaññu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I watched the lotus blossom, and my heart stirred with a deep longing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ennu viḍarum en cinta tan ōjassāl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amba tannāsyāmbujavum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. When will the lotus-face of my Mother bloom in the light and life-energy of my every thought?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bhṛngamatin madhu nukaruvatum nōkki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ninnoren mānasam tēṅgi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watched the honeybee drink its nectar, and my heart sobbed with sorrow.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ennakatāril madhuvennu niṙayum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ambayām bhṛṅgam aṇayum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will sweet nectar fill this heart of mine, and you, Mother, come like the bee to sip its essence?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ambudhiyil nadi vilayippatum nōkki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ninnoren hṛdayam vitumbi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watched the river merge with the sea, and my soul wept with grief.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enn-aṇaññīḍum ī jīvitadhārayum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amṛtāmbudhiyil vilīnam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will the stream of this life flow into the ocean of immortality?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131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ambujam viḍaruvatum nōkki ninnoren</vt:lpstr>
      <vt:lpstr>ambujam viḍaruvatum nōkki ninnoren uḷḷu tellonnu piḍaññu</vt:lpstr>
      <vt:lpstr>ennu viḍarum en cinta tan ōjassāl amba tannāsyāmbujavum</vt:lpstr>
      <vt:lpstr>bhṛngamatin madhu nukaruvatum nōkki ninnoren mānasam tēṅgi</vt:lpstr>
      <vt:lpstr>ennakatāril madhuvennu niṙayum ambayām bhṛṅgam aṇayum</vt:lpstr>
      <vt:lpstr>ambudhiyil nadi vilayippatum nōkki ninnoren hṛdayam vitumbi</vt:lpstr>
      <vt:lpstr>enn-aṇaññīḍum ī jīvitadhārayum  amṛtāmbudhiyil vilīnam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ambujam viḍaruvatum nōkki ninnoren</dc:title>
  <dc:creator>Amrita</dc:creator>
  <cp:lastModifiedBy>Amrita</cp:lastModifiedBy>
  <cp:revision>1</cp:revision>
  <dcterms:created xsi:type="dcterms:W3CDTF">2025-06-10T06:06:10Z</dcterms:created>
  <dcterms:modified xsi:type="dcterms:W3CDTF">2025-06-10T06:08:13Z</dcterms:modified>
</cp:coreProperties>
</file>