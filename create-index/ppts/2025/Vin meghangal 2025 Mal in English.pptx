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6" r:id="rId2"/>
    <p:sldId id="300" r:id="rId3"/>
    <p:sldId id="293" r:id="rId4"/>
    <p:sldId id="287" r:id="rId5"/>
    <p:sldId id="294" r:id="rId6"/>
    <p:sldId id="288" r:id="rId7"/>
    <p:sldId id="295" r:id="rId8"/>
    <p:sldId id="289" r:id="rId9"/>
    <p:sldId id="296" r:id="rId10"/>
    <p:sldId id="290" r:id="rId11"/>
    <p:sldId id="297" r:id="rId12"/>
    <p:sldId id="291" r:id="rId13"/>
    <p:sldId id="298" r:id="rId14"/>
    <p:sldId id="292" r:id="rId15"/>
    <p:sldId id="29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viṇmēghaṅgaḷkk-iḍayil</a:t>
            </a:r>
            <a:r>
              <a:rPr lang="en-US" sz="6600" dirty="0" smtClean="0"/>
              <a:t> </a:t>
            </a:r>
            <a:r>
              <a:rPr lang="en-US" sz="6600" dirty="0" err="1" smtClean="0"/>
              <a:t>teḷiyum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smtClean="0">
                <a:solidFill>
                  <a:srgbClr val="FFFF00"/>
                </a:solidFill>
              </a:rPr>
              <a:t>(Malayalam)</a:t>
            </a:r>
            <a:br>
              <a:rPr lang="en-US" sz="6600" smtClean="0">
                <a:solidFill>
                  <a:srgbClr val="FFFF00"/>
                </a:solidFill>
              </a:rPr>
            </a:br>
            <a:r>
              <a:rPr lang="en-US" sz="6600" smtClean="0">
                <a:solidFill>
                  <a:srgbClr val="FFFF00"/>
                </a:solidFill>
              </a:rPr>
              <a:t>2025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viṇmēghaṅgaḷkk-iḍayil</a:t>
            </a:r>
            <a:r>
              <a:rPr lang="en-US" sz="6600" dirty="0" smtClean="0"/>
              <a:t> </a:t>
            </a:r>
            <a:r>
              <a:rPr lang="en-US" sz="6600" dirty="0" err="1" smtClean="0"/>
              <a:t>teḷiyum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veṇtārakam</a:t>
            </a:r>
            <a:r>
              <a:rPr lang="en-US" sz="6600" dirty="0" smtClean="0"/>
              <a:t> </a:t>
            </a:r>
            <a:r>
              <a:rPr lang="en-US" sz="6600" dirty="0" err="1" smtClean="0"/>
              <a:t>pōle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a silver star shining through the clouds in the sky,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maṇtarikaḷkk-iḍayil</a:t>
            </a:r>
            <a:r>
              <a:rPr lang="en-US" sz="6000" dirty="0" smtClean="0"/>
              <a:t> </a:t>
            </a:r>
            <a:r>
              <a:rPr lang="en-US" sz="6000" dirty="0" err="1" smtClean="0"/>
              <a:t>minni</a:t>
            </a:r>
            <a:r>
              <a:rPr lang="en-US" sz="6000" dirty="0" smtClean="0"/>
              <a:t> </a:t>
            </a:r>
            <a:r>
              <a:rPr lang="en-US" sz="6000" dirty="0" err="1" smtClean="0"/>
              <a:t>tiḷaṅgiḍum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suvarṇa-rēṇukkaḷ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</a:t>
            </a:r>
            <a:r>
              <a:rPr lang="en-US" sz="6600" dirty="0" smtClean="0">
                <a:solidFill>
                  <a:srgbClr val="FFFF00"/>
                </a:solidFill>
              </a:rPr>
              <a:t>a fragment of gold glowing among grains of sand…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kaṇpīlikaḷkk-iḍayil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tiḷaṅgi</a:t>
            </a:r>
            <a:r>
              <a:rPr lang="en-US" sz="6600" dirty="0" smtClean="0"/>
              <a:t> </a:t>
            </a:r>
            <a:r>
              <a:rPr lang="en-US" sz="6600" dirty="0" err="1" smtClean="0"/>
              <a:t>viḷaṅgiḍunna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kṛṣṇamaṇi</a:t>
            </a:r>
            <a:r>
              <a:rPr lang="en-US" sz="6600" dirty="0" smtClean="0"/>
              <a:t> </a:t>
            </a:r>
            <a:r>
              <a:rPr lang="en-US" sz="6600" dirty="0" err="1" smtClean="0"/>
              <a:t>ennapōle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the light of the eye gleaming between its lashes,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peṇkaḷil</a:t>
            </a:r>
            <a:r>
              <a:rPr lang="en-US" sz="6600" dirty="0" smtClean="0"/>
              <a:t> </a:t>
            </a:r>
            <a:r>
              <a:rPr lang="en-US" sz="6600" dirty="0" err="1" smtClean="0"/>
              <a:t>ratnamāy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smtClean="0"/>
              <a:t>ī </a:t>
            </a:r>
            <a:r>
              <a:rPr lang="en-US" sz="6600" dirty="0" err="1" smtClean="0"/>
              <a:t>lōkavēdiyil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bhūjātayāy</a:t>
            </a:r>
            <a:r>
              <a:rPr lang="en-US" sz="6600" dirty="0" smtClean="0"/>
              <a:t> </a:t>
            </a:r>
            <a:r>
              <a:rPr lang="en-US" sz="6600" dirty="0" err="1" smtClean="0"/>
              <a:t>ennamma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like </a:t>
            </a:r>
            <a:r>
              <a:rPr lang="en-US" sz="6000" dirty="0" smtClean="0">
                <a:solidFill>
                  <a:srgbClr val="FFFF00"/>
                </a:solidFill>
              </a:rPr>
              <a:t>a radiant jewel among women, upon the stage of life, Mother has taken birth on the earth.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hṛdaya-nabhassin</a:t>
            </a:r>
            <a:r>
              <a:rPr lang="en-US" sz="6600" dirty="0" smtClean="0"/>
              <a:t> </a:t>
            </a:r>
            <a:r>
              <a:rPr lang="en-US" sz="6600" dirty="0" err="1" smtClean="0"/>
              <a:t>mēghaṅgaḷ</a:t>
            </a:r>
            <a:r>
              <a:rPr lang="en-US" sz="6600" dirty="0" smtClean="0"/>
              <a:t> </a:t>
            </a:r>
            <a:r>
              <a:rPr lang="en-US" sz="6600" dirty="0" err="1" smtClean="0"/>
              <a:t>nīṅgumbōḷ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arkkanāy</a:t>
            </a:r>
            <a:r>
              <a:rPr lang="en-US" sz="6600" dirty="0" smtClean="0"/>
              <a:t> </a:t>
            </a:r>
            <a:r>
              <a:rPr lang="en-US" sz="6600" dirty="0" err="1" smtClean="0"/>
              <a:t>teḷiyum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 shines like the sun when the clouds are dispelled from the sky of the heart.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kāruṇya</a:t>
            </a:r>
            <a:r>
              <a:rPr lang="en-US" sz="6600" dirty="0" smtClean="0"/>
              <a:t> </a:t>
            </a:r>
            <a:r>
              <a:rPr lang="en-US" sz="6600" dirty="0" err="1" smtClean="0"/>
              <a:t>kiraṇaṅgaḷāl</a:t>
            </a:r>
            <a:r>
              <a:rPr lang="en-US" sz="6600" dirty="0" smtClean="0"/>
              <a:t> </a:t>
            </a:r>
            <a:r>
              <a:rPr lang="en-US" sz="6600" dirty="0" err="1" smtClean="0"/>
              <a:t>akattāmara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pūviriyikkum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With </a:t>
            </a:r>
            <a:r>
              <a:rPr lang="en-US" sz="6000" dirty="0" smtClean="0">
                <a:solidFill>
                  <a:srgbClr val="FFFF00"/>
                </a:solidFill>
              </a:rPr>
              <a:t>the rays of her compassion, she makes the lotus of the heart blossom.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indīvaramatin</a:t>
            </a:r>
            <a:r>
              <a:rPr lang="en-US" sz="6000" dirty="0" smtClean="0"/>
              <a:t> </a:t>
            </a:r>
            <a:r>
              <a:rPr lang="en-US" sz="6000" dirty="0" err="1" smtClean="0"/>
              <a:t>itaḷukaḷ</a:t>
            </a:r>
            <a:r>
              <a:rPr lang="en-US" sz="6000" dirty="0" smtClean="0"/>
              <a:t> </a:t>
            </a:r>
            <a:r>
              <a:rPr lang="en-US" sz="6000" dirty="0" err="1" smtClean="0"/>
              <a:t>viḍarumbōḷ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makaranda</a:t>
            </a:r>
            <a:r>
              <a:rPr lang="en-US" sz="6000" dirty="0" smtClean="0"/>
              <a:t> </a:t>
            </a:r>
            <a:r>
              <a:rPr lang="en-US" sz="6000" dirty="0" err="1" smtClean="0"/>
              <a:t>niṙavākum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When the petals of the blue lotus open, Mother shines as sweet nectar.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mānasa-sarasijam</a:t>
            </a:r>
            <a:r>
              <a:rPr lang="en-US" sz="6000" dirty="0" smtClean="0"/>
              <a:t> </a:t>
            </a:r>
            <a:r>
              <a:rPr lang="en-US" sz="6000" dirty="0" err="1" smtClean="0"/>
              <a:t>malarkke</a:t>
            </a:r>
            <a:r>
              <a:rPr lang="en-US" sz="6000" dirty="0" smtClean="0"/>
              <a:t> </a:t>
            </a:r>
            <a:r>
              <a:rPr lang="en-US" sz="6000" dirty="0" err="1" smtClean="0"/>
              <a:t>viḍarumbōḷ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bhṛṅgamāy</a:t>
            </a:r>
            <a:r>
              <a:rPr lang="en-US" sz="6000" dirty="0" smtClean="0"/>
              <a:t> </a:t>
            </a:r>
            <a:r>
              <a:rPr lang="en-US" sz="6000" dirty="0" err="1" smtClean="0"/>
              <a:t>ettunnu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</a:t>
            </a:r>
            <a:r>
              <a:rPr lang="en-US" sz="5400" dirty="0" smtClean="0">
                <a:solidFill>
                  <a:srgbClr val="FFFF00"/>
                </a:solidFill>
              </a:rPr>
              <a:t>the lotus of the mind blooms and unfolds, mother comes like a honey bee drawn to its fragrance.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kalmānasattilum</a:t>
            </a:r>
            <a:r>
              <a:rPr lang="en-US" sz="6000" dirty="0" smtClean="0"/>
              <a:t> </a:t>
            </a:r>
            <a:r>
              <a:rPr lang="en-US" sz="6000" dirty="0" err="1" smtClean="0"/>
              <a:t>kāruṇyalēśa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sphuraṇam</a:t>
            </a:r>
            <a:r>
              <a:rPr lang="en-US" sz="6000" dirty="0" smtClean="0"/>
              <a:t> </a:t>
            </a:r>
            <a:r>
              <a:rPr lang="en-US" sz="6000" dirty="0" err="1" smtClean="0"/>
              <a:t>teḷikkunnu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Even in a hardened heart, Mother shines as a spark of compassion.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varaṇḍ-uṇaṅgiya</a:t>
            </a:r>
            <a:r>
              <a:rPr lang="en-US" sz="6000" dirty="0" smtClean="0"/>
              <a:t> </a:t>
            </a:r>
            <a:r>
              <a:rPr lang="en-US" sz="6000" dirty="0" err="1" smtClean="0"/>
              <a:t>hṛtsarōvaram</a:t>
            </a:r>
            <a:r>
              <a:rPr lang="en-US" sz="6000" dirty="0" smtClean="0"/>
              <a:t> </a:t>
            </a:r>
            <a:r>
              <a:rPr lang="en-US" sz="6000" dirty="0" err="1" smtClean="0"/>
              <a:t>āke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prēmavarṣam</a:t>
            </a:r>
            <a:r>
              <a:rPr lang="en-US" sz="6000" dirty="0" smtClean="0"/>
              <a:t> </a:t>
            </a:r>
            <a:r>
              <a:rPr lang="en-US" sz="6000" dirty="0" err="1" smtClean="0"/>
              <a:t>peyyunn-amma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She </a:t>
            </a:r>
            <a:r>
              <a:rPr lang="en-US" sz="6600" dirty="0" smtClean="0">
                <a:solidFill>
                  <a:srgbClr val="FFFF00"/>
                </a:solidFill>
              </a:rPr>
              <a:t>pours down as a rain of divine love, reviving the parched lake of the heart.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madhu-mozhikaḷ</a:t>
            </a:r>
            <a:r>
              <a:rPr lang="en-US" sz="6000" dirty="0" smtClean="0"/>
              <a:t> </a:t>
            </a:r>
            <a:r>
              <a:rPr lang="en-US" sz="6000" dirty="0" err="1" smtClean="0"/>
              <a:t>tūki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manuja-manassukaḷ</a:t>
            </a:r>
            <a:r>
              <a:rPr lang="en-US" sz="6000" dirty="0" smtClean="0"/>
              <a:t> </a:t>
            </a:r>
            <a:r>
              <a:rPr lang="en-US" sz="6000" dirty="0" err="1" smtClean="0"/>
              <a:t>madhuritam</a:t>
            </a:r>
            <a:r>
              <a:rPr lang="en-US" sz="6000" dirty="0" smtClean="0"/>
              <a:t> </a:t>
            </a:r>
            <a:r>
              <a:rPr lang="en-US" sz="6000" dirty="0" err="1" smtClean="0"/>
              <a:t>ākkunnu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Mother sweetens human minds by gracing them with words full of nectar.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karuṇā-kaḍākṣattāl</a:t>
            </a:r>
            <a:r>
              <a:rPr lang="en-US" sz="6600" dirty="0" smtClean="0"/>
              <a:t> </a:t>
            </a:r>
            <a:r>
              <a:rPr lang="en-US" sz="6600" dirty="0" err="1" smtClean="0"/>
              <a:t>dīnajanaṅgaḷkku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jīvitāśayēkunn-amma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Through </a:t>
            </a:r>
            <a:r>
              <a:rPr lang="en-US" sz="5400" dirty="0" smtClean="0">
                <a:solidFill>
                  <a:srgbClr val="FFFF00"/>
                </a:solidFill>
              </a:rPr>
              <a:t>her sidelong glance exuding compassion, she grants hope to the afflicted and sorrow stricken.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bhavasāgara</a:t>
            </a:r>
            <a:r>
              <a:rPr lang="en-US" sz="6600" dirty="0" smtClean="0"/>
              <a:t>-magna-</a:t>
            </a:r>
            <a:r>
              <a:rPr lang="en-US" sz="6600" dirty="0" err="1" smtClean="0"/>
              <a:t>jīvane</a:t>
            </a:r>
            <a:r>
              <a:rPr lang="en-US" sz="6600" dirty="0" smtClean="0"/>
              <a:t> </a:t>
            </a:r>
            <a:r>
              <a:rPr lang="en-US" sz="6600" dirty="0" err="1" smtClean="0"/>
              <a:t>karacērkkum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kaḍattu-vañciyallō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 is the boat that carries the soul across the ocean of transmigration, guiding it safely to shore.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mānasa-bhṛṅgaṅgaḷ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madhu</a:t>
            </a:r>
            <a:r>
              <a:rPr lang="en-US" sz="6000" dirty="0" smtClean="0"/>
              <a:t> </a:t>
            </a:r>
            <a:r>
              <a:rPr lang="en-US" sz="6000" dirty="0" err="1" smtClean="0"/>
              <a:t>nukarnnīḍunna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bhumi</a:t>
            </a:r>
            <a:r>
              <a:rPr lang="en-US" sz="6000" dirty="0" smtClean="0"/>
              <a:t> tan </a:t>
            </a:r>
            <a:r>
              <a:rPr lang="en-US" sz="6000" dirty="0" err="1" smtClean="0"/>
              <a:t>malarvāḍi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 </a:t>
            </a:r>
            <a:r>
              <a:rPr lang="en-US" sz="6000" dirty="0" smtClean="0">
                <a:solidFill>
                  <a:srgbClr val="FFFF00"/>
                </a:solidFill>
              </a:rPr>
              <a:t>is the garden on earth, and the bees of countless minds flock to sip the nectar of her love.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278</Words>
  <Application>Microsoft Office PowerPoint</Application>
  <PresentationFormat>On-screen Show (4:3)</PresentationFormat>
  <Paragraphs>45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viṇmēghaṅgaḷkk-iḍayil teḷiyum</vt:lpstr>
      <vt:lpstr>viṇmēghaṅgaḷkk-iḍayil teḷiyum veṇtārakam pōle</vt:lpstr>
      <vt:lpstr>maṇtarikaḷkk-iḍayil minni tiḷaṅgiḍum suvarṇa-rēṇukkaḷ pōle</vt:lpstr>
      <vt:lpstr>kaṇpīlikaḷkk-iḍayil tiḷaṅgi viḷaṅgiḍunna kṛṣṇamaṇi ennapōle</vt:lpstr>
      <vt:lpstr>peṇkaḷil ratnamāy ī lōkavēdiyil  bhūjātayāy ennamma</vt:lpstr>
      <vt:lpstr>hṛdaya-nabhassin mēghaṅgaḷ nīṅgumbōḷ arkkanāy teḷiyum amma</vt:lpstr>
      <vt:lpstr>kāruṇya kiraṇaṅgaḷāl akattāmara pūviriyikkum amma</vt:lpstr>
      <vt:lpstr>indīvaramatin itaḷukaḷ viḍarumbōḷ makaranda niṙavākum amma</vt:lpstr>
      <vt:lpstr>mānasa-sarasijam malarkke viḍarumbōḷ bhṛṅgamāy ettunnu amma</vt:lpstr>
      <vt:lpstr>kalmānasattilum kāruṇyalēśa  sphuraṇam teḷikkunnu amma</vt:lpstr>
      <vt:lpstr>varaṇḍ-uṇaṅgiya hṛtsarōvaram āke prēmavarṣam peyyunn-amma</vt:lpstr>
      <vt:lpstr>madhu-mozhikaḷ tūki manuja-manassukaḷ madhuritam ākkunnu amma</vt:lpstr>
      <vt:lpstr>karuṇā-kaḍākṣattāl dīnajanaṅgaḷkku jīvitāśayēkunn-amma</vt:lpstr>
      <vt:lpstr>bhavasāgara-magna-jīvane karacērkkum kaḍattu-vañciyallō amma</vt:lpstr>
      <vt:lpstr>mānasa-bhṛṅgaṅgaḷ madhu nukarnnīḍunna bhumi tan malarvāḍi amma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306</cp:revision>
  <dcterms:created xsi:type="dcterms:W3CDTF">2006-08-16T00:00:00Z</dcterms:created>
  <dcterms:modified xsi:type="dcterms:W3CDTF">2025-04-30T15:53:02Z</dcterms:modified>
</cp:coreProperties>
</file>