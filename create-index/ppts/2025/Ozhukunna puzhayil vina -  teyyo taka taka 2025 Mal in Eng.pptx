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BFF10-6E48-40DB-A4B2-F0AD5BD36452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EFD7-578A-4C84-91A9-620B7039CE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BFF10-6E48-40DB-A4B2-F0AD5BD36452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EFD7-578A-4C84-91A9-620B7039CE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BFF10-6E48-40DB-A4B2-F0AD5BD36452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EFD7-578A-4C84-91A9-620B7039CE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BFF10-6E48-40DB-A4B2-F0AD5BD36452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EFD7-578A-4C84-91A9-620B7039CE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BFF10-6E48-40DB-A4B2-F0AD5BD36452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EFD7-578A-4C84-91A9-620B7039CE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BFF10-6E48-40DB-A4B2-F0AD5BD36452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EFD7-578A-4C84-91A9-620B7039CE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BFF10-6E48-40DB-A4B2-F0AD5BD36452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EFD7-578A-4C84-91A9-620B7039CE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BFF10-6E48-40DB-A4B2-F0AD5BD36452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EFD7-578A-4C84-91A9-620B7039CE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BFF10-6E48-40DB-A4B2-F0AD5BD36452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EFD7-578A-4C84-91A9-620B7039CE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BFF10-6E48-40DB-A4B2-F0AD5BD36452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EFD7-578A-4C84-91A9-620B7039CE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BFF10-6E48-40DB-A4B2-F0AD5BD36452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EFD7-578A-4C84-91A9-620B7039CE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BFF10-6E48-40DB-A4B2-F0AD5BD36452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4EFD7-578A-4C84-91A9-620B7039CE0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ozhukaṇa puzhayil vīṇa - teyyō taka taka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pl-PL" sz="5600" smtClean="0">
                <a:solidFill>
                  <a:srgbClr val="FFFFFF"/>
                </a:solidFill>
                <a:latin typeface="Calibri"/>
              </a:rPr>
              <a:t>teyyō taka taka teyyō taka taka</a:t>
            </a:r>
            <a:br>
              <a:rPr lang="pl-PL" sz="5600" smtClean="0">
                <a:solidFill>
                  <a:srgbClr val="FFFFFF"/>
                </a:solidFill>
                <a:latin typeface="Calibri"/>
              </a:rPr>
            </a:br>
            <a:r>
              <a:rPr lang="pl-PL" sz="5600" smtClean="0">
                <a:solidFill>
                  <a:srgbClr val="FFFFFF"/>
                </a:solidFill>
                <a:latin typeface="Calibri"/>
              </a:rPr>
              <a:t>teyyō taka taka tōm</a:t>
            </a:r>
            <a:br>
              <a:rPr lang="pl-PL" sz="5600" smtClean="0">
                <a:solidFill>
                  <a:srgbClr val="FFFFFF"/>
                </a:solidFill>
                <a:latin typeface="Calibri"/>
              </a:rPr>
            </a:br>
            <a:r>
              <a:rPr lang="pl-PL" sz="5600" smtClean="0">
                <a:solidFill>
                  <a:srgbClr val="FFFFFF"/>
                </a:solidFill>
                <a:latin typeface="Calibri"/>
              </a:rPr>
              <a:t>teyyō taka taka teyyō taka taka</a:t>
            </a:r>
            <a:br>
              <a:rPr lang="pl-PL" sz="5600" smtClean="0">
                <a:solidFill>
                  <a:srgbClr val="FFFFFF"/>
                </a:solidFill>
                <a:latin typeface="Calibri"/>
              </a:rPr>
            </a:br>
            <a:r>
              <a:rPr lang="pl-PL" sz="5600" smtClean="0">
                <a:solidFill>
                  <a:srgbClr val="FFFFFF"/>
                </a:solidFill>
                <a:latin typeface="Calibri"/>
              </a:rPr>
              <a:t>teyyō taka taka tōm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chorus)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ozhukaṇa puzhayil vīṇa puḷiyilayō kālam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ozhukām, ozhuki nīṅgām aṙiyunnillē āzham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700" smtClean="0">
                <a:solidFill>
                  <a:srgbClr val="FFFF00"/>
                </a:solidFill>
                <a:latin typeface="Calibri"/>
              </a:rPr>
              <a:t>Life is like a small tamarind leaf drifting in the ceaseless river of time. We float upon its surface, unaware of its unfathomable depths.</a:t>
            </a:r>
            <a:endParaRPr lang="en-US" sz="4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kaṇṇāle, kaṇḍiḍunna, lōkam ennumpoy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kaṇṇonnaḍacc-ennāl… uḷḷilayyā poruḷē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The world we grasp through our senses is but an illusion. If we can draw back the mind and turn it inward, we will behold the supreme essence dwelling within.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uyir azhiññāluḍal vaḷaccu muṙa tuḍaṅgum nammaḷ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uyir pōyāl muṙayiḍāne maṫṫuḷḷoru vēṇḍē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At birth, we arch our tiny bodies and cry. At death, don’t we need others to weep for us?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periya muṙa pōlākum ī uyirum maṇṇil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maṫṫuḷḷōrkkum vaḷamāyāl onnatinē cēlu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This body will one day blend with the earth—let us, while it still breathes, offer it in service to the world.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tirayinmēl ponti varum nīrkkumiḷa kaṇḍō-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noḍiyonnil takarum nīrkkumiḷayallō uyir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Life is no more than a bubble atop a foaming wave—it is shattered in a moment;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maṇṇōḍu… cērum munpu oru noḍiyē vāzhvu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allāte, tōnnippikkum ellām nin kanavu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there is only a brief pause between birth and death, when our body returns to earth. It is but a dream to think we live forever.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azhak-ozhukum vaḍivārnna uḍalu pōlum nāḷe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tī eriyum vañcitayil viṙakupōl-endeyō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Our body may be beautiful, but one day it will be given to the flames.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ñān ennu conna nēram onnumilla pinne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collānāy, endētāyi onnumilla ponnē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Then our ego and self-praise will become mere ash. Then, what remains to call our own?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nīṫṫil nilkkum tāmara tan, ilayil oru tuḷḷi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sūryayanē uḷḷil ēlkkum, cembavizha-tuḷḷi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700" smtClean="0">
                <a:solidFill>
                  <a:srgbClr val="FFFF00"/>
                </a:solidFill>
                <a:latin typeface="Calibri"/>
              </a:rPr>
              <a:t>When sunlight touches a drop of water resting on a lotus leaf, it shines like a priceless gem. But when it falls to the ground, it vanishes.</a:t>
            </a:r>
            <a:endParaRPr lang="en-US" sz="4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maṇṇōḍu, maṇṇil vīṇāl tuḷḷiyeṅgu pōyi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ayyayyō, maṇṇāyi, māṙiḍallē, ponnē…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So too, before we return to dust, let us awaken to the blazing sun of the supreme self within, and taste the nectar of immortality.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uḷḷil-uḷḷor-īśvarane, aṙiyunnillennāyāl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munniluḷḷor-īśvaranōḍ-entu collum nammal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If we do not find God within, how will we see that all the world is God?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uḷḷoḷḷa… kālamatu īśvarane ōrkkān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eḷḷōḷam kaiviḍallē īśvarane ponnē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As long as we breathe, we must not forget, even for an instant to remember the divine.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onnāyoronnine nām, palatāyi kaṇḍē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palatāy-aronnine nām, kaṇḍatillenn-aṙiyū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one supreme reality wears countless forms and names yet we fail to see the one God in this diverse universe.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kaṇṇāle kāṇuvatull-ulakattin poruḷē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poruḷḷil teḷiyān uḷkaṇṇu vēṇam kaṇṇē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100" smtClean="0">
                <a:solidFill>
                  <a:srgbClr val="FFFF00"/>
                </a:solidFill>
                <a:latin typeface="Calibri"/>
              </a:rPr>
              <a:t>To seek what lies beyond the reach of the senses, mind, and intellect in the outer world is to search in vain. Turn the mind inward; open the eye of wisdom to let the radiance of the supreme self shine forth.</a:t>
            </a:r>
            <a:endParaRPr lang="en-US" sz="4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450</Words>
  <Application>Microsoft Office PowerPoint</Application>
  <PresentationFormat>On-screen Show (4:3)</PresentationFormat>
  <Paragraphs>33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ozhukaṇa puzhayil vīṇa - teyyō taka taka</vt:lpstr>
      <vt:lpstr>teyyō taka taka teyyō taka taka teyyō taka taka tōm teyyō taka taka teyyō taka taka teyyō taka taka tōm</vt:lpstr>
      <vt:lpstr>ozhukaṇa puzhayil vīṇa puḷiyilayō kālam ozhukām, ozhuki nīṅgām aṙiyunnillē āzham</vt:lpstr>
      <vt:lpstr>kaṇṇāle, kaṇḍiḍunna, lōkam ennumpoy kaṇṇonnaḍacc-ennāl… uḷḷilayyā poruḷē</vt:lpstr>
      <vt:lpstr>uyir azhiññāluḍal vaḷaccu muṙa tuḍaṅgum nammaḷ uyir pōyāl muṙayiḍāne maṫṫuḷḷoru vēṇḍē</vt:lpstr>
      <vt:lpstr>periya muṙa pōlākum ī uyirum maṇṇil maṫṫuḷḷōrkkum vaḷamāyāl onnatinē cēlu</vt:lpstr>
      <vt:lpstr>tirayinmēl ponti varum nīrkkumiḷa kaṇḍō- noḍiyonnil takarum nīrkkumiḷayallō uyir</vt:lpstr>
      <vt:lpstr>maṇṇōḍu… cērum munpu oru noḍiyē vāzhvu allāte, tōnnippikkum ellām nin kanavu</vt:lpstr>
      <vt:lpstr>azhak-ozhukum vaḍivārnna uḍalu pōlum nāḷe tī eriyum vañcitayil viṙakupōl-endeyō</vt:lpstr>
      <vt:lpstr>ñān ennu conna nēram onnumilla pinne collānāy, endētāyi onnumilla ponnē</vt:lpstr>
      <vt:lpstr>nīṫṫil nilkkum tāmara tan, ilayil oru tuḷḷi sūryayanē uḷḷil ēlkkum, cembavizha-tuḷḷi</vt:lpstr>
      <vt:lpstr>maṇṇōḍu, maṇṇil vīṇāl tuḷḷiyeṅgu pōyi ayyayyō, maṇṇāyi, māṙiḍallē, ponnē…</vt:lpstr>
      <vt:lpstr>uḷḷil-uḷḷor-īśvarane, aṙiyunnillennāyāl munniluḷḷor-īśvaranōḍ-entu collum nammal</vt:lpstr>
      <vt:lpstr>uḷḷoḷḷa… kālamatu īśvarane ōrkkān eḷḷōḷam kaiviḍallē īśvarane ponnē</vt:lpstr>
      <vt:lpstr>onnāyoronnine nām, palatāyi kaṇḍē palatāy-aronnine nām, kaṇḍatillenn-aṙiyū</vt:lpstr>
      <vt:lpstr>kaṇṇāle kāṇuvatull-ulakattin poruḷē poruḷḷil teḷiyān uḷkaṇṇu vēṇam kaṇṇē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ozhukaṇa puzhayil vīṇa - teyyō taka taka</dc:title>
  <dc:creator>Amrita</dc:creator>
  <cp:lastModifiedBy>Amrita</cp:lastModifiedBy>
  <cp:revision>1</cp:revision>
  <dcterms:created xsi:type="dcterms:W3CDTF">2025-08-13T07:12:23Z</dcterms:created>
  <dcterms:modified xsi:type="dcterms:W3CDTF">2025-08-13T07:13:42Z</dcterms:modified>
</cp:coreProperties>
</file>