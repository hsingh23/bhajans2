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2" r:id="rId2"/>
    <p:sldId id="304" r:id="rId3"/>
    <p:sldId id="299" r:id="rId4"/>
    <p:sldId id="293" r:id="rId5"/>
    <p:sldId id="294" r:id="rId6"/>
    <p:sldId id="303" r:id="rId7"/>
    <p:sldId id="295" r:id="rId8"/>
    <p:sldId id="298" r:id="rId9"/>
    <p:sldId id="302" r:id="rId10"/>
    <p:sldId id="296" r:id="rId11"/>
    <p:sldId id="300" r:id="rId12"/>
    <p:sldId id="305" r:id="rId13"/>
    <p:sldId id="297" r:id="rId14"/>
    <p:sldId id="30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63" autoAdjust="0"/>
    <p:restoredTop sz="86441" autoAdjust="0"/>
  </p:normalViewPr>
  <p:slideViewPr>
    <p:cSldViewPr>
      <p:cViewPr varScale="1">
        <p:scale>
          <a:sx n="101" d="100"/>
          <a:sy n="101" d="100"/>
        </p:scale>
        <p:origin x="-1928" y="-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the misty mountains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Is our </a:t>
            </a:r>
            <a:r>
              <a:rPr lang="en-US" sz="7200" dirty="0" err="1" smtClean="0">
                <a:cs typeface="Rachana" pitchFamily="2" charset="0"/>
              </a:rPr>
              <a:t>Mahadeva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the misty mountains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Is our </a:t>
            </a:r>
            <a:r>
              <a:rPr lang="en-US" sz="7200" dirty="0" err="1" smtClean="0">
                <a:cs typeface="Rachana" pitchFamily="2" charset="0"/>
              </a:rPr>
              <a:t>Mahadeva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Eyes closed and heart open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Silently protecting us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tam taka </a:t>
            </a:r>
            <a:r>
              <a:rPr lang="en-US" sz="7200" dirty="0" err="1" smtClean="0">
                <a:cs typeface="Rachana" pitchFamily="2" charset="0"/>
              </a:rPr>
              <a:t>dhimi</a:t>
            </a:r>
            <a:r>
              <a:rPr lang="en-US" sz="7200" dirty="0" smtClean="0">
                <a:cs typeface="Rachana" pitchFamily="2" charset="0"/>
              </a:rPr>
              <a:t> tam taka </a:t>
            </a:r>
            <a:r>
              <a:rPr lang="en-US" sz="7200" dirty="0" err="1" smtClean="0">
                <a:cs typeface="Rachana" pitchFamily="2" charset="0"/>
              </a:rPr>
              <a:t>dhimi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om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namah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shivaya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Dance in my heart </a:t>
            </a:r>
            <a:r>
              <a:rPr lang="en-US" sz="7200" dirty="0" err="1" smtClean="0">
                <a:cs typeface="Rachana" pitchFamily="2" charset="0"/>
              </a:rPr>
              <a:t>Nataraja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As soon as you wake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Earth begins to </a:t>
            </a:r>
            <a:r>
              <a:rPr lang="en-US" sz="7200" dirty="0" smtClean="0">
                <a:cs typeface="Rachana" pitchFamily="2" charset="0"/>
              </a:rPr>
              <a:t>shake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Will I get a chance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To see your holy dance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dance and you chant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trident in your hand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God of the three worlds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You are beyond words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tam taka </a:t>
            </a:r>
            <a:r>
              <a:rPr lang="en-US" sz="7200" dirty="0" err="1" smtClean="0">
                <a:cs typeface="Rachana" pitchFamily="2" charset="0"/>
              </a:rPr>
              <a:t>dhimi</a:t>
            </a:r>
            <a:r>
              <a:rPr lang="en-US" sz="7200" dirty="0" smtClean="0">
                <a:cs typeface="Rachana" pitchFamily="2" charset="0"/>
              </a:rPr>
              <a:t> tam taka </a:t>
            </a:r>
            <a:r>
              <a:rPr lang="en-US" sz="7200" dirty="0" err="1" smtClean="0">
                <a:cs typeface="Rachana" pitchFamily="2" charset="0"/>
              </a:rPr>
              <a:t>dhimi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om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namah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shivaya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Dance in my heart </a:t>
            </a:r>
            <a:r>
              <a:rPr lang="en-US" sz="7200" dirty="0" err="1" smtClean="0">
                <a:cs typeface="Rachana" pitchFamily="2" charset="0"/>
              </a:rPr>
              <a:t>Nataraja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Cosmic and divine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You rise and you shine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Let me be your Nandi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To carry you with me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tam taka </a:t>
            </a:r>
            <a:r>
              <a:rPr lang="en-US" sz="7200" dirty="0" err="1" smtClean="0">
                <a:cs typeface="Rachana" pitchFamily="2" charset="0"/>
              </a:rPr>
              <a:t>dhimi</a:t>
            </a:r>
            <a:r>
              <a:rPr lang="en-US" sz="7200" dirty="0" smtClean="0">
                <a:cs typeface="Rachana" pitchFamily="2" charset="0"/>
              </a:rPr>
              <a:t> tam taka </a:t>
            </a:r>
            <a:r>
              <a:rPr lang="en-US" sz="7200" dirty="0" err="1" smtClean="0">
                <a:cs typeface="Rachana" pitchFamily="2" charset="0"/>
              </a:rPr>
              <a:t>dhimi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om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namah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shivaya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Dance in my heart </a:t>
            </a:r>
            <a:r>
              <a:rPr lang="en-US" sz="7200" dirty="0" err="1" smtClean="0">
                <a:cs typeface="Rachana" pitchFamily="2" charset="0"/>
              </a:rPr>
              <a:t>Nataraja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 </a:t>
            </a:r>
            <a:r>
              <a:rPr lang="en-US" sz="7200" dirty="0" err="1" smtClean="0">
                <a:cs typeface="Rachana" pitchFamily="2" charset="0"/>
              </a:rPr>
              <a:t>Neelakantha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O </a:t>
            </a:r>
            <a:r>
              <a:rPr lang="en-US" sz="7200" dirty="0" err="1" smtClean="0">
                <a:cs typeface="Rachana" pitchFamily="2" charset="0"/>
              </a:rPr>
              <a:t>Mahadeva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When I hear your drum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My heart beats in your rhythm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2765</TotalTime>
  <Words>70</Words>
  <Application>Microsoft Office PowerPoint</Application>
  <PresentationFormat>On-screen Show (4:3)</PresentationFormat>
  <Paragraphs>16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 the misty mountains  Is our Mahadeva</vt:lpstr>
      <vt:lpstr>In the misty mountains  Is our Mahadeva</vt:lpstr>
      <vt:lpstr>Eyes closed and heart open Silently protecting us</vt:lpstr>
      <vt:lpstr>tam taka dhimi tam taka dhimi om namah shivaya Dance in my heart Nataraja</vt:lpstr>
      <vt:lpstr>As soon as you wake Earth begins to shake</vt:lpstr>
      <vt:lpstr>Will I get a chance To see your holy dance</vt:lpstr>
      <vt:lpstr>You dance and you chant trident in your hand</vt:lpstr>
      <vt:lpstr>God of the three worlds You are beyond words</vt:lpstr>
      <vt:lpstr>tam taka dhimi tam taka dhimi om namah shivaya Dance in my heart Nataraja</vt:lpstr>
      <vt:lpstr>Cosmic and divine You rise and you shine</vt:lpstr>
      <vt:lpstr>Let me be your Nandi To carry you with me</vt:lpstr>
      <vt:lpstr>tam taka dhimi tam taka dhimi om namah shivaya Dance in my heart Nataraja</vt:lpstr>
      <vt:lpstr>O Neelakantha O Mahadeva</vt:lpstr>
      <vt:lpstr>When I hear your drum My heart beats in your rhythm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2025-07-30T09:42:13Z</dcterms:modified>
</cp:coreProperties>
</file>