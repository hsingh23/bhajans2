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06904-1CDF-444D-9A81-A2B88F82F075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F0DFC-4309-4633-891B-2F0F4EB3911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jāgo baṅsi vālē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jāgo baṅsi vālē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lalanā jāgō mōrē pyārē...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jāgō mōrē pyārē...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lalanā jāgō mōrē pyārē...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Wake up, O bearer of the flute—wake up, my beloved. Wake up, my dear one; O beloved, please awaken now.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rajnī bītī bhōr bhayō hai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ghar ghar khulē kivāḍ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gōpī dahī mathat suniyat haiṅ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kaṅganā ke jhanakār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The night has passed and dawn has arrived; the doors of every home are opening. The gopis are busy churning curds, and the sweet sound of their bangles is echoing through the air.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uṭhō lāl jī bhōr bhayō hai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sūr nar ṭhāḍē dvārē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gvāl bāl sab karat kolāhal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jay jay śabd ucārē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Rise, O Beloved, morning has come. Gods and sages are standing at your door, and the cowherd boys are making joyful noise, loudly chanting shouts of victory.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mākhan rōṭī hāth  meiṅ liṅhi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gauvan kē rakhvālē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mīrā kē prabhu giridhar nāgar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saraṇ āyā kō tārē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take butter and flatbread in your hand, protector of the cows. You are Meera’s Lord, Giridhar Nagar—the one who delivers all who come to you for refuge.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jāgo baṅsi vālē </vt:lpstr>
      <vt:lpstr>jāgo baṅsi vālē  lalanā jāgō mōrē pyārē...  jāgō mōrē pyārē... lalanā jāgō mōrē pyārē... </vt:lpstr>
      <vt:lpstr>rajnī bītī bhōr bhayō hai  ghar ghar khulē kivāḍ gōpī dahī mathat suniyat haiṅ kaṅganā ke jhanakār</vt:lpstr>
      <vt:lpstr>uṭhō lāl jī bhōr bhayō hai sūr nar ṭhāḍē dvārē gvāl bāl sab karat kolāhal jay jay śabd ucārē</vt:lpstr>
      <vt:lpstr>mākhan rōṭī hāth  meiṅ liṅhi gauvan kē rakhvālē mīrā kē prabhu giridhar nāgar saraṇ āyā kō tārē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jāgo baṅsi vālē</dc:title>
  <dc:creator>Amrita</dc:creator>
  <cp:lastModifiedBy>Amrita</cp:lastModifiedBy>
  <cp:revision>1</cp:revision>
  <dcterms:created xsi:type="dcterms:W3CDTF">2025-07-11T14:45:23Z</dcterms:created>
  <dcterms:modified xsi:type="dcterms:W3CDTF">2025-07-11T14:46:29Z</dcterms:modified>
</cp:coreProperties>
</file>