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E423B-7A67-49D6-A947-AA5942ECE807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C124A-280D-46EE-BF10-ABCF499013D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E423B-7A67-49D6-A947-AA5942ECE807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C124A-280D-46EE-BF10-ABCF499013D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E423B-7A67-49D6-A947-AA5942ECE807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C124A-280D-46EE-BF10-ABCF499013D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E423B-7A67-49D6-A947-AA5942ECE807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C124A-280D-46EE-BF10-ABCF499013D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E423B-7A67-49D6-A947-AA5942ECE807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C124A-280D-46EE-BF10-ABCF499013D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E423B-7A67-49D6-A947-AA5942ECE807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C124A-280D-46EE-BF10-ABCF499013D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E423B-7A67-49D6-A947-AA5942ECE807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C124A-280D-46EE-BF10-ABCF499013D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E423B-7A67-49D6-A947-AA5942ECE807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C124A-280D-46EE-BF10-ABCF499013D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E423B-7A67-49D6-A947-AA5942ECE807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C124A-280D-46EE-BF10-ABCF499013D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E423B-7A67-49D6-A947-AA5942ECE807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C124A-280D-46EE-BF10-ABCF499013D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E423B-7A67-49D6-A947-AA5942ECE807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C124A-280D-46EE-BF10-ABCF499013D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3E423B-7A67-49D6-A947-AA5942ECE807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8C124A-280D-46EE-BF10-ABCF499013D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jāgō jāgō rē manvā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(Hindi)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jāgō jāgō rē manvā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jāgō jāgō rē manvā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Awaken, awaken, O human.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bhōg kī nidrā sē ab jāgō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māyā kē is chal kō pēhcānō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800" smtClean="0">
                <a:solidFill>
                  <a:srgbClr val="FFFF00"/>
                </a:solidFill>
                <a:latin typeface="Calibri"/>
              </a:rPr>
              <a:t>Rise now from the slumber of worldly pleasures. Recognize the deceit of maya.</a:t>
            </a:r>
            <a:endParaRPr lang="en-US" sz="5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ab dēr nā karnā jāgō jāgō rē manvā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Do not delay any longer — awaken, O human!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jīvan yē ghaṭtā jāyē har ik kṣaṇ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Life is diminishing with every passing moment.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man kī tṛṣṇā kō bujhāye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jag pē tan man dhan luṭāye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The endless thirst of the mind only consumes itself, while body, mind, and wealth are scattered and wasted upon the world.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rē manvā dēkh lē tērā jīvan kitnā sār hīn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O mind, look carefully and see how empty and meaningless your life has become.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dēr huyī ab sambhal jā tērē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ātma-bhāv kō tū jagā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It is already late—gather yourself now and awaken your true inner self.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jāgō rē jāgō jāgō…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jāgō… jāgō… jāgō… jāgō…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Awaken, O human, awaken...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māyā tujhē bhaṭkāyē har ik pal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Maya misleads you at every moment.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sōnē kē piñjrē meiṅ bandh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acēt sā pañchī hai tū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You are like a bird trapped in a golden cage, unconscious of your own freedom.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jān jā jāg jā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yē kaidēṅ tērā ghar nahīṅ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Know this, and wake up. These prisons are not your true home.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jñān bhakti kē paṅkh lagākar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bhar uḍān vivēk saṅg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Fasten to yourself the wings of knowledge and devotion, and with the company of wisdom, take flight.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jāgō rē jāgō jāgō…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jāgō… jāgō… jāgō… jāgō…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Awaken, O human, awaken...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</Words>
  <Application>Microsoft Office PowerPoint</Application>
  <PresentationFormat>On-screen Show (4:3)</PresentationFormat>
  <Paragraphs>29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jāgō jāgō rē manvā</vt:lpstr>
      <vt:lpstr>jāgō jāgō rē manvā jāgō jāgō rē manvā</vt:lpstr>
      <vt:lpstr>bhōg kī nidrā sē ab jāgō māyā kē is chal kō pēhcānō</vt:lpstr>
      <vt:lpstr>ab dēr nā karnā jāgō jāgō rē manvā</vt:lpstr>
      <vt:lpstr>jīvan yē ghaṭtā jāyē har ik kṣaṇ</vt:lpstr>
      <vt:lpstr>man kī tṛṣṇā kō bujhāye jag pē tan man dhan luṭāye</vt:lpstr>
      <vt:lpstr>rē manvā dēkh lē tērā jīvan kitnā sār hīn</vt:lpstr>
      <vt:lpstr>dēr huyī ab sambhal jā tērē ātma-bhāv kō tū jagā</vt:lpstr>
      <vt:lpstr>jāgō rē jāgō jāgō… jāgō… jāgō… jāgō… jāgō…</vt:lpstr>
      <vt:lpstr>māyā tujhē bhaṭkāyē har ik pal</vt:lpstr>
      <vt:lpstr>sōnē kē piñjrē meiṅ bandh acēt sā pañchī hai tū</vt:lpstr>
      <vt:lpstr>jān jā jāg jā yē kaidēṅ tērā ghar nahīṅ</vt:lpstr>
      <vt:lpstr>jñān bhakti kē paṅkh lagākar bhar uḍān vivēk saṅg</vt:lpstr>
      <vt:lpstr>jāgō rē jāgō jāgō… jāgō… jāgō… jāgō… jāgō…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jāgō jāgō rē manvā</dc:title>
  <dc:creator>Amrita</dc:creator>
  <cp:lastModifiedBy>Amrita</cp:lastModifiedBy>
  <cp:revision>1</cp:revision>
  <dcterms:created xsi:type="dcterms:W3CDTF">2025-08-18T10:49:31Z</dcterms:created>
  <dcterms:modified xsi:type="dcterms:W3CDTF">2025-08-18T10:49:59Z</dcterms:modified>
</cp:coreProperties>
</file>