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6" r:id="rId2"/>
    <p:sldId id="293" r:id="rId3"/>
    <p:sldId id="294" r:id="rId4"/>
    <p:sldId id="287" r:id="rId5"/>
    <p:sldId id="288" r:id="rId6"/>
    <p:sldId id="295" r:id="rId7"/>
    <p:sldId id="289" r:id="rId8"/>
    <p:sldId id="290" r:id="rId9"/>
    <p:sldId id="296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smtClean="0"/>
              <a:t>en </a:t>
            </a:r>
            <a:r>
              <a:rPr lang="en-US" sz="7200" dirty="0" err="1" smtClean="0"/>
              <a:t>hṛdayavīṇa</a:t>
            </a:r>
            <a:r>
              <a:rPr lang="en-US" sz="7200" dirty="0" smtClean="0"/>
              <a:t> </a:t>
            </a:r>
            <a:r>
              <a:rPr lang="en-US" sz="7200" dirty="0" err="1" smtClean="0"/>
              <a:t>mīṭṭāttat-entu</a:t>
            </a:r>
            <a:r>
              <a:rPr lang="en-US" sz="7200" dirty="0" smtClean="0"/>
              <a:t> </a:t>
            </a:r>
            <a:r>
              <a:rPr lang="en-US" sz="7200" dirty="0" err="1" smtClean="0"/>
              <a:t>nī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000" dirty="0" smtClean="0">
                <a:solidFill>
                  <a:srgbClr val="FFFF00"/>
                </a:solidFill>
              </a:rPr>
              <a:t>(Malayalam)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smtClean="0"/>
              <a:t>en </a:t>
            </a:r>
            <a:r>
              <a:rPr lang="en-US" sz="6600" dirty="0" err="1" smtClean="0"/>
              <a:t>hṛdayavīṇa</a:t>
            </a:r>
            <a:r>
              <a:rPr lang="en-US" sz="6600" dirty="0" smtClean="0"/>
              <a:t> </a:t>
            </a:r>
            <a:r>
              <a:rPr lang="en-US" sz="6600" dirty="0" err="1" smtClean="0"/>
              <a:t>mīṭṭāttat-entu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r>
              <a:rPr lang="en-US" sz="6600" dirty="0" smtClean="0"/>
              <a:t> - </a:t>
            </a:r>
            <a:r>
              <a:rPr lang="en-US" sz="6600" dirty="0" err="1" smtClean="0"/>
              <a:t>cintakaḷil</a:t>
            </a:r>
            <a:r>
              <a:rPr lang="en-US" sz="6600" dirty="0" smtClean="0"/>
              <a:t> </a:t>
            </a:r>
            <a:r>
              <a:rPr lang="en-US" sz="6600" dirty="0" err="1" smtClean="0"/>
              <a:t>śruti</a:t>
            </a:r>
            <a:r>
              <a:rPr lang="en-US" sz="6600" dirty="0" smtClean="0"/>
              <a:t> </a:t>
            </a:r>
            <a:r>
              <a:rPr lang="en-US" sz="6600" dirty="0" err="1" smtClean="0"/>
              <a:t>cērkkāttat-entu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Mother, why do you not play upon the </a:t>
            </a:r>
            <a:r>
              <a:rPr lang="en-US" sz="5400" dirty="0" err="1" smtClean="0">
                <a:solidFill>
                  <a:srgbClr val="FFFF00"/>
                </a:solidFill>
              </a:rPr>
              <a:t>veena</a:t>
            </a:r>
            <a:r>
              <a:rPr lang="en-US" sz="5400" dirty="0" smtClean="0">
                <a:solidFill>
                  <a:srgbClr val="FFFF00"/>
                </a:solidFill>
              </a:rPr>
              <a:t> of my heart? Why do you not tune the strings of my thoughts</a:t>
            </a:r>
            <a:r>
              <a:rPr lang="en-US" sz="5400" dirty="0" smtClean="0">
                <a:solidFill>
                  <a:srgbClr val="FFFF00"/>
                </a:solidFill>
              </a:rPr>
              <a:t>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tantrikaḷ</a:t>
            </a:r>
            <a:r>
              <a:rPr lang="en-US" sz="6000" dirty="0" smtClean="0"/>
              <a:t> </a:t>
            </a:r>
            <a:r>
              <a:rPr lang="en-US" sz="6000" dirty="0" err="1" smtClean="0"/>
              <a:t>ellām</a:t>
            </a:r>
            <a:r>
              <a:rPr lang="en-US" sz="6000" dirty="0" smtClean="0"/>
              <a:t> </a:t>
            </a:r>
            <a:r>
              <a:rPr lang="en-US" sz="6000" dirty="0" err="1" smtClean="0"/>
              <a:t>turumbiccatinālō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vīṇayitinnoru</a:t>
            </a:r>
            <a:r>
              <a:rPr lang="en-US" sz="6000" dirty="0" smtClean="0"/>
              <a:t> </a:t>
            </a:r>
            <a:r>
              <a:rPr lang="en-US" sz="6000" dirty="0" err="1" smtClean="0"/>
              <a:t>maṇvīṇayatinālō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Is </a:t>
            </a:r>
            <a:r>
              <a:rPr lang="en-US" sz="5400" dirty="0" smtClean="0">
                <a:solidFill>
                  <a:srgbClr val="FFFF00"/>
                </a:solidFill>
              </a:rPr>
              <a:t>it that the chords have rusted with time? Or is it because I’m like a </a:t>
            </a:r>
            <a:r>
              <a:rPr lang="en-US" sz="5400" dirty="0" err="1" smtClean="0">
                <a:solidFill>
                  <a:srgbClr val="FFFF00"/>
                </a:solidFill>
              </a:rPr>
              <a:t>veena</a:t>
            </a:r>
            <a:r>
              <a:rPr lang="en-US" sz="5400" dirty="0" smtClean="0">
                <a:solidFill>
                  <a:srgbClr val="FFFF00"/>
                </a:solidFill>
              </a:rPr>
              <a:t> made of clay?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ammē</a:t>
            </a:r>
            <a:r>
              <a:rPr lang="en-US" sz="7200" dirty="0" smtClean="0"/>
              <a:t> </a:t>
            </a:r>
            <a:r>
              <a:rPr lang="en-US" sz="7200" dirty="0" err="1" smtClean="0"/>
              <a:t>hṛdayāmbikē</a:t>
            </a:r>
            <a:r>
              <a:rPr lang="en-US" sz="7200" dirty="0" smtClean="0"/>
              <a:t>… </a:t>
            </a:r>
            <a:r>
              <a:rPr lang="en-US" sz="7200" dirty="0" err="1" smtClean="0"/>
              <a:t>ennil</a:t>
            </a:r>
            <a:r>
              <a:rPr lang="en-US" sz="7200" dirty="0" smtClean="0"/>
              <a:t> </a:t>
            </a:r>
            <a:r>
              <a:rPr lang="en-US" sz="7200" dirty="0" err="1" smtClean="0"/>
              <a:t>kṛpa</a:t>
            </a:r>
            <a:r>
              <a:rPr lang="en-US" sz="7200" dirty="0" smtClean="0"/>
              <a:t> </a:t>
            </a:r>
            <a:r>
              <a:rPr lang="en-US" sz="7200" dirty="0" err="1" smtClean="0"/>
              <a:t>tūkaṇē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Mother, who dwells within the heart… please shower your grace upon me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smtClean="0"/>
              <a:t>en </a:t>
            </a:r>
            <a:r>
              <a:rPr lang="en-US" sz="6600" dirty="0" err="1" smtClean="0"/>
              <a:t>manōvēdiyil</a:t>
            </a:r>
            <a:r>
              <a:rPr lang="en-US" sz="6600" dirty="0" smtClean="0"/>
              <a:t> </a:t>
            </a:r>
            <a:r>
              <a:rPr lang="en-US" sz="6600" dirty="0" err="1" smtClean="0"/>
              <a:t>āḍāttatentu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r>
              <a:rPr lang="en-US" sz="6600" dirty="0" smtClean="0"/>
              <a:t> - </a:t>
            </a:r>
            <a:r>
              <a:rPr lang="en-US" sz="6600" dirty="0" err="1" smtClean="0"/>
              <a:t>mōhana-nṛttam</a:t>
            </a:r>
            <a:r>
              <a:rPr lang="en-US" sz="6600" dirty="0" smtClean="0"/>
              <a:t> </a:t>
            </a:r>
            <a:r>
              <a:rPr lang="en-US" sz="6600" dirty="0" err="1" smtClean="0"/>
              <a:t>ceytīḍātat-entu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Why do you not dance upon the stage of my mind, O Mother? Why withhold your wondrous, blissful dance</a:t>
            </a:r>
            <a:r>
              <a:rPr lang="en-US" sz="5400" dirty="0" smtClean="0">
                <a:solidFill>
                  <a:srgbClr val="FFFF00"/>
                </a:solidFill>
              </a:rPr>
              <a:t>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vēdika</a:t>
            </a:r>
            <a:r>
              <a:rPr lang="en-US" sz="6000" dirty="0" smtClean="0"/>
              <a:t> </a:t>
            </a:r>
            <a:r>
              <a:rPr lang="en-US" sz="6000" dirty="0" err="1" smtClean="0"/>
              <a:t>svayamāḍi</a:t>
            </a:r>
            <a:r>
              <a:rPr lang="en-US" sz="6000" dirty="0" smtClean="0"/>
              <a:t> </a:t>
            </a:r>
            <a:r>
              <a:rPr lang="en-US" sz="6000" dirty="0" err="1" smtClean="0"/>
              <a:t>ulayunnatinālō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oru</a:t>
            </a:r>
            <a:r>
              <a:rPr lang="en-US" sz="6000" dirty="0" smtClean="0"/>
              <a:t> </a:t>
            </a:r>
            <a:r>
              <a:rPr lang="en-US" sz="6000" dirty="0" err="1" smtClean="0"/>
              <a:t>tari</a:t>
            </a:r>
            <a:r>
              <a:rPr lang="en-US" sz="6000" dirty="0" smtClean="0"/>
              <a:t> </a:t>
            </a:r>
            <a:r>
              <a:rPr lang="en-US" sz="6000" dirty="0" err="1" smtClean="0"/>
              <a:t>iḍamatil</a:t>
            </a:r>
            <a:r>
              <a:rPr lang="en-US" sz="6000" dirty="0" smtClean="0"/>
              <a:t> </a:t>
            </a:r>
            <a:r>
              <a:rPr lang="en-US" sz="6000" dirty="0" err="1" smtClean="0"/>
              <a:t>illāttatinālō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Is </a:t>
            </a:r>
            <a:r>
              <a:rPr lang="en-US" sz="5400" dirty="0" smtClean="0">
                <a:solidFill>
                  <a:srgbClr val="FFFF00"/>
                </a:solidFill>
              </a:rPr>
              <a:t>it because the stage is shaky and unsteady—or is there simply no room left for you within it?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ammē</a:t>
            </a:r>
            <a:r>
              <a:rPr lang="en-US" sz="7200" dirty="0" smtClean="0"/>
              <a:t> </a:t>
            </a:r>
            <a:r>
              <a:rPr lang="en-US" sz="7200" dirty="0" err="1" smtClean="0"/>
              <a:t>hṛdayāmbikē</a:t>
            </a:r>
            <a:r>
              <a:rPr lang="en-US" sz="7200" dirty="0" smtClean="0"/>
              <a:t>… </a:t>
            </a:r>
            <a:r>
              <a:rPr lang="en-US" sz="7200" dirty="0" err="1" smtClean="0"/>
              <a:t>ennil</a:t>
            </a:r>
            <a:r>
              <a:rPr lang="en-US" sz="7200" dirty="0" smtClean="0"/>
              <a:t> </a:t>
            </a:r>
            <a:r>
              <a:rPr lang="en-US" sz="7200" dirty="0" err="1" smtClean="0"/>
              <a:t>kṛpa</a:t>
            </a:r>
            <a:r>
              <a:rPr lang="en-US" sz="7200" dirty="0" smtClean="0"/>
              <a:t> </a:t>
            </a:r>
            <a:r>
              <a:rPr lang="en-US" sz="7200" dirty="0" err="1" smtClean="0"/>
              <a:t>tūkaṇē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Mother, who dwells within the heart… please shower your grace upon me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smtClean="0"/>
              <a:t>en </a:t>
            </a:r>
            <a:r>
              <a:rPr lang="en-US" sz="6000" dirty="0" err="1" smtClean="0"/>
              <a:t>jīvasyandanam</a:t>
            </a:r>
            <a:r>
              <a:rPr lang="en-US" sz="6000" dirty="0" smtClean="0"/>
              <a:t> </a:t>
            </a:r>
            <a:r>
              <a:rPr lang="en-US" sz="6000" dirty="0" err="1" smtClean="0"/>
              <a:t>teḷikkāttatentu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sārathiyāyi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tuṇaykkāttatentu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Why do you not guide the chariot of my life, O Mother? Why do you not offer me support as the charioteer?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indriyāśvaṅgal</a:t>
            </a:r>
            <a:r>
              <a:rPr lang="en-US" sz="6000" dirty="0" smtClean="0"/>
              <a:t> </a:t>
            </a:r>
            <a:r>
              <a:rPr lang="en-US" sz="6000" dirty="0" err="1" smtClean="0"/>
              <a:t>patham</a:t>
            </a:r>
            <a:r>
              <a:rPr lang="en-US" sz="6000" dirty="0" smtClean="0"/>
              <a:t> </a:t>
            </a:r>
            <a:r>
              <a:rPr lang="en-US" sz="6000" dirty="0" err="1" smtClean="0"/>
              <a:t>teṫṫiyatinālō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manassām</a:t>
            </a:r>
            <a:r>
              <a:rPr lang="en-US" sz="6000" dirty="0" smtClean="0"/>
              <a:t> </a:t>
            </a:r>
            <a:r>
              <a:rPr lang="en-US" sz="6000" dirty="0" err="1" smtClean="0"/>
              <a:t>kaḍiññān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> </a:t>
            </a:r>
            <a:r>
              <a:rPr lang="en-US" sz="6000" dirty="0" err="1" smtClean="0"/>
              <a:t>kaiviṭṭatinālō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Is </a:t>
            </a:r>
            <a:r>
              <a:rPr lang="en-US" sz="4800" dirty="0" smtClean="0">
                <a:solidFill>
                  <a:srgbClr val="FFFF00"/>
                </a:solidFill>
              </a:rPr>
              <a:t>it because the horses of my senses have strayed down errant paths? Or because the reins of my mind slipped away from your hands? 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000" dirty="0" err="1" smtClean="0"/>
              <a:t>ammē</a:t>
            </a:r>
            <a:r>
              <a:rPr lang="en-US" sz="8000" dirty="0" smtClean="0"/>
              <a:t> </a:t>
            </a:r>
            <a:r>
              <a:rPr lang="en-US" sz="8000" dirty="0" err="1" smtClean="0"/>
              <a:t>hṛdayāmbikē</a:t>
            </a:r>
            <a:r>
              <a:rPr lang="en-US" sz="8000" dirty="0" smtClean="0"/>
              <a:t>… </a:t>
            </a:r>
            <a:r>
              <a:rPr lang="en-US" sz="8000" dirty="0" err="1" smtClean="0"/>
              <a:t>ennil</a:t>
            </a:r>
            <a:r>
              <a:rPr lang="en-US" sz="8000" dirty="0" smtClean="0"/>
              <a:t> </a:t>
            </a:r>
            <a:r>
              <a:rPr lang="en-US" sz="8000" dirty="0" err="1" smtClean="0"/>
              <a:t>kṛpa</a:t>
            </a:r>
            <a:r>
              <a:rPr lang="en-US" sz="8000" dirty="0" smtClean="0"/>
              <a:t> </a:t>
            </a:r>
            <a:r>
              <a:rPr lang="en-US" sz="8000" dirty="0" err="1" smtClean="0"/>
              <a:t>tūkaṇē</a:t>
            </a:r>
            <a:endParaRPr lang="en-US" sz="8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Mother, who dwells within the heart… please shower your grace upon me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2853</TotalTime>
  <Words>254</Words>
  <Application>Microsoft Office PowerPoint</Application>
  <PresentationFormat>On-screen Show (4:3)</PresentationFormat>
  <Paragraphs>31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en hṛdayavīṇa mīṭṭāttat-entu nī</vt:lpstr>
      <vt:lpstr>en hṛdayavīṇa mīṭṭāttat-entu nī - cintakaḷil śruti cērkkāttat-entu nī</vt:lpstr>
      <vt:lpstr>tantrikaḷ ellām turumbiccatinālō vīṇayitinnoru maṇvīṇayatinālō</vt:lpstr>
      <vt:lpstr>ammē hṛdayāmbikē… ennil kṛpa tūkaṇē</vt:lpstr>
      <vt:lpstr>en manōvēdiyil āḍāttatentu nī - mōhana-nṛttam ceytīḍātat-entu nī</vt:lpstr>
      <vt:lpstr>vēdika svayamāḍi ulayunnatinālō oru tari iḍamatil illāttatinālō</vt:lpstr>
      <vt:lpstr>ammē hṛdayāmbikē… ennil kṛpa tūkaṇē</vt:lpstr>
      <vt:lpstr>en jīvasyandanam teḷikkāttatentu nī sārathiyāyi  tuṇaykkāttatentu nī</vt:lpstr>
      <vt:lpstr>indriyāśvaṅgal patham teṫṫiyatinālō manassām kaḍiññān nin kaiviṭṭatinālō</vt:lpstr>
      <vt:lpstr>ammē hṛdayāmbikē… ennil kṛpa tūkaṇē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319</cp:revision>
  <dcterms:created xsi:type="dcterms:W3CDTF">2006-08-16T00:00:00Z</dcterms:created>
  <dcterms:modified xsi:type="dcterms:W3CDTF">2025-05-04T12:15:37Z</dcterms:modified>
</cp:coreProperties>
</file>