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1A1E3-53B7-44C8-8BBD-FA79D75FAFE9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B4F61-B9C4-4B1E-BA5D-C95AA2B92E7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Toi qui luis en moi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Toi qui luis en moi,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Flamme créatrice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Fais briller le soi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Dans mes noirs abysses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who shine within me, creative flame, make the Self shine forth in my dark abysses.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 Kali, Immortelle,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 l’âme chante, éternelle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Kali, immortal one, Mother, the soul sings, eternal.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dēvī mā… kālī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 Devi, Mother Kali…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Tu inspires cette aède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Et brises sa mort,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L’éphémère cède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Sous l’éclair sonore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inspire this bard, and shatter his death; the fleeting yields beneath the thundering flash.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Ma Kali me révèle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Le soleil de son ciel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Kali reveals to me the sun of her sky.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dēvī mā… kālī 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 Devi, Mother Kali…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Toi qui luis en moi</vt:lpstr>
      <vt:lpstr>Toi qui luis en moi, Flamme créatrice Fais briller le soi Dans mes noirs abysses</vt:lpstr>
      <vt:lpstr>Ma Kali, Immortelle, Ma l’âme chante, éternelle</vt:lpstr>
      <vt:lpstr>dēvī mā… kālī mā</vt:lpstr>
      <vt:lpstr>Tu inspires cette aède Et brises sa mort, L’éphémère cède Sous l’éclair sonore</vt:lpstr>
      <vt:lpstr>Ma Kali me révèle Le soleil de son ciel</vt:lpstr>
      <vt:lpstr>dēvī mā… kālī mā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Toi qui luis en moi</dc:title>
  <dc:creator>Amrita</dc:creator>
  <cp:lastModifiedBy>Amrita</cp:lastModifiedBy>
  <cp:revision>1</cp:revision>
  <dcterms:created xsi:type="dcterms:W3CDTF">2025-09-07T12:55:48Z</dcterms:created>
  <dcterms:modified xsi:type="dcterms:W3CDTF">2025-09-07T12:56:40Z</dcterms:modified>
</cp:coreProperties>
</file>