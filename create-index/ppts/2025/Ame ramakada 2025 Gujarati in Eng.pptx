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qKX2/7qATZi1Mo5Crhaw2GLA/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amē ramakāḍā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(Gujarati)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amē ramakāḍā, māḍi tārā hāthanā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are toys, O mother, in your hands.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ramāḍē tēm ramiyē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kyārēka sāpa nē siḍi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None/>
            </a:pP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However you make us play, so we play. Sometimes it is snakes and ladders,</a:t>
            </a:r>
            <a:endParaRPr sz="6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kyārēka santā kūkuḍi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tō pachi kaṭhappūtḷī tayi rahiyē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sometimes it is blind man’s buff, and </a:t>
            </a:r>
            <a:r>
              <a:rPr lang="en-US" sz="6200">
                <a:solidFill>
                  <a:srgbClr val="FFFF00"/>
                </a:solidFill>
              </a:rPr>
              <a:t>we just</a:t>
            </a: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remain as wooden puppets.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amē ramakāḍā, māḍi tārā hāthanā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are toys, O mother, in your hands.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sāpa nē siḍi mā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tārā nāmnī siḍi par jāyiyē… dūr dūr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 snakes and ladders, </a:t>
            </a:r>
            <a:r>
              <a:rPr lang="en-US" sz="6600">
                <a:solidFill>
                  <a:srgbClr val="FFFF00"/>
                </a:solidFill>
              </a:rPr>
              <a:t>on the ladder</a:t>
            </a: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of your name we reach great h</a:t>
            </a:r>
            <a:r>
              <a:rPr lang="en-US" sz="6600">
                <a:solidFill>
                  <a:srgbClr val="FFFF00"/>
                </a:solidFill>
              </a:rPr>
              <a:t>eights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tyā āvi pahōṅcē aham nō sāp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</a:rPr>
              <a:t>but then</a:t>
            </a: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comes the serpent of ego, 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mārē ḍaṅkh ēvō, amē dhaḍ dhaḍ paḍiyē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</a:rPr>
              <a:t>striking us so hard that we fall down with a thud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amē ramakāḍā, māḍi tārā hāthanā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are toys, O mother, in your hands.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santā kūkaḍi mā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rahē antar mā, śōdhiyē tanē… dūr dūr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 blind man’s buff, you remain within, yet we search for you far and wide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bhaṭkē mana ēvū, na vaḷē vāḷiyē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6600">
                <a:solidFill>
                  <a:srgbClr val="FFFF00"/>
                </a:solidFill>
              </a:rPr>
              <a:t>is wandering mind does not turn inward, however much we try</a:t>
            </a: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havē śū kahiyē, kēm karinē tanē pāmīē…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What can we say now, how can we ever reach you? We are toys…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amē ramakāḍā, māḍi tārā hāthanā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We are toys, O mother, in your hands.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upāy ēk j pāmvānō tanē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kaṭhappūtḷī tārā hāthanī bani rahēvū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only way to attain you is to become the puppet in your hands,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jīvana ḍōr māri sōmpī tārā hāthamā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giving the string of my life into your keeping.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ramāḍē tēm ramiyē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nacāvē tēm nāciyē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Mother, however you make us play, so we play. However you make us dance, so we dance.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2025-08-19T11:15:15Z</dcterms:created>
  <dc:creator>Amrita</dc:creator>
</cp:coreProperties>
</file>