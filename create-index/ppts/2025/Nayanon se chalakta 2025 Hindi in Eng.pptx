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5DFA4-319A-46A6-8B01-C69E54A12989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7A838-807F-45F0-9FCA-E12EF3BBCA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5DFA4-319A-46A6-8B01-C69E54A12989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7A838-807F-45F0-9FCA-E12EF3BBCA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5DFA4-319A-46A6-8B01-C69E54A12989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7A838-807F-45F0-9FCA-E12EF3BBCA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5DFA4-319A-46A6-8B01-C69E54A12989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7A838-807F-45F0-9FCA-E12EF3BBCA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5DFA4-319A-46A6-8B01-C69E54A12989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7A838-807F-45F0-9FCA-E12EF3BBCA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5DFA4-319A-46A6-8B01-C69E54A12989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7A838-807F-45F0-9FCA-E12EF3BBCA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5DFA4-319A-46A6-8B01-C69E54A12989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7A838-807F-45F0-9FCA-E12EF3BBCA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5DFA4-319A-46A6-8B01-C69E54A12989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7A838-807F-45F0-9FCA-E12EF3BBCA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5DFA4-319A-46A6-8B01-C69E54A12989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7A838-807F-45F0-9FCA-E12EF3BBCA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5DFA4-319A-46A6-8B01-C69E54A12989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7A838-807F-45F0-9FCA-E12EF3BBCA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5DFA4-319A-46A6-8B01-C69E54A12989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7A838-807F-45F0-9FCA-E12EF3BBCA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B5DFA4-319A-46A6-8B01-C69E54A12989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37A838-807F-45F0-9FCA-E12EF3BBCA7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naynōṅ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se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chalaktā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yē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pyār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tērā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(Hindi)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naynōṅ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se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chalaktā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yē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pyār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tērā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tarasātā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hai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man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mērā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This love of yours overflows from your eyes leaves my heart yearning.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hōṅṭhōṅ pe khilī yē haṅsi tērī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khil uṭhātī hai yē dil mērā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This smile blooming on your lips makes my heart blossom.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smtClean="0">
                <a:solidFill>
                  <a:srgbClr val="FFFFFF"/>
                </a:solidFill>
                <a:latin typeface="Calibri"/>
              </a:rPr>
              <a:t>har pal tujhē hī nihāṙūṅ mā</a:t>
            </a:r>
            <a:br>
              <a:rPr lang="en-US" sz="6300" smtClean="0">
                <a:solidFill>
                  <a:srgbClr val="FFFFFF"/>
                </a:solidFill>
                <a:latin typeface="Calibri"/>
              </a:rPr>
            </a:br>
            <a:r>
              <a:rPr lang="en-US" sz="6300" smtClean="0">
                <a:solidFill>
                  <a:srgbClr val="FFFFFF"/>
                </a:solidFill>
                <a:latin typeface="Calibri"/>
              </a:rPr>
              <a:t>har kṣaṇ tujhē hi pukārūṅ mā</a:t>
            </a:r>
            <a:endParaRPr lang="en-US" sz="6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Every moment, may I gaze only at you, Mother. Every second may I call only you, Mother.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mērā kaṇ kaṇ bōlē ammā maiṅ tērī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mērī dhaṭkan bōlē ammā tū mērī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Every atom of mine says, “Mother, I am yours.” My heartbeat says, “Mother, you are mine.”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mā tumhī se mērī khuśī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tumhī hō mērī bhakti mukti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Mother, my happiness is from you. You are my devotion and liberation.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tumhī sē mērā śyām savērā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tumhī hō mērā ēk sahārā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300" smtClean="0">
                <a:solidFill>
                  <a:srgbClr val="FFFF00"/>
                </a:solidFill>
                <a:latin typeface="Calibri"/>
              </a:rPr>
              <a:t>My bright mornings and nights start and end in you. You are my only support.</a:t>
            </a:r>
            <a:endParaRPr lang="en-US" sz="6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bikharē is man kā cain hō tum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ṭūṭtē is dil kī ās hō tum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300" smtClean="0">
                <a:solidFill>
                  <a:srgbClr val="FFFF00"/>
                </a:solidFill>
                <a:latin typeface="Calibri"/>
              </a:rPr>
              <a:t>You are the peace of this scattered mind. You are the hope of this broken heart.</a:t>
            </a:r>
            <a:endParaRPr lang="en-US" sz="6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mērī har sāṅs meiṅ basī hō tum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har uṭhē kadam kā viśvās hō tum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800" smtClean="0">
                <a:solidFill>
                  <a:srgbClr val="FFFF00"/>
                </a:solidFill>
                <a:latin typeface="Calibri"/>
              </a:rPr>
              <a:t>You are present in every breath of mine. You are the faith behind every step I take.</a:t>
            </a:r>
            <a:endParaRPr lang="en-US" sz="5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giruṅ maiṅ agar uṭhā lēnā mā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ṙōū agar tō galē lagānā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If I fall, lift me up, Mother. If I cry, hold me in your embrace.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smtClean="0">
                <a:solidFill>
                  <a:srgbClr val="FFFFFF"/>
                </a:solidFill>
                <a:latin typeface="Calibri"/>
              </a:rPr>
              <a:t>bhaṭkū agar tō path dikhlānā mā</a:t>
            </a:r>
            <a:br>
              <a:rPr lang="en-US" sz="6100" smtClean="0">
                <a:solidFill>
                  <a:srgbClr val="FFFFFF"/>
                </a:solidFill>
                <a:latin typeface="Calibri"/>
              </a:rPr>
            </a:br>
            <a:r>
              <a:rPr lang="en-US" sz="6100" smtClean="0">
                <a:solidFill>
                  <a:srgbClr val="FFFFFF"/>
                </a:solidFill>
                <a:latin typeface="Calibri"/>
              </a:rPr>
              <a:t>thak jāū agar tō sahārā dēnā</a:t>
            </a:r>
            <a:endParaRPr lang="en-US" sz="6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If I stray, show me the path, Mother. If I grow weary, support me.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246</Words>
  <Application>Microsoft Office PowerPoint</Application>
  <PresentationFormat>On-screen Show (4:3)</PresentationFormat>
  <Paragraphs>23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naynōṅ se chalaktā yē pyār tērā</vt:lpstr>
      <vt:lpstr>naynōṅ se chalaktā yē pyār tērā tarasātā hai man mērā</vt:lpstr>
      <vt:lpstr>hōṅṭhōṅ pe khilī yē haṅsi tērī khil uṭhātī hai yē dil mērā</vt:lpstr>
      <vt:lpstr>har pal tujhē hī nihāṙūṅ mā har kṣaṇ tujhē hi pukārūṅ mā</vt:lpstr>
      <vt:lpstr>mērā kaṇ kaṇ bōlē ammā maiṅ tērī mērī dhaṭkan bōlē ammā tū mērī</vt:lpstr>
      <vt:lpstr>mā tumhī se mērī khuśī tumhī hō mērī bhakti mukti</vt:lpstr>
      <vt:lpstr>tumhī sē mērā śyām savērā tumhī hō mērā ēk sahārā</vt:lpstr>
      <vt:lpstr>bikharē is man kā cain hō tum ṭūṭtē is dil kī ās hō tum</vt:lpstr>
      <vt:lpstr>mērī har sāṅs meiṅ basī hō tum har uṭhē kadam kā viśvās hō tum</vt:lpstr>
      <vt:lpstr>giruṅ maiṅ agar uṭhā lēnā mā ṙōū agar tō galē lagānā</vt:lpstr>
      <vt:lpstr>bhaṭkū agar tō path dikhlānā mā thak jāū agar tō sahārā dēnā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naynōṅ se chalaktā yē pyār tērā</dc:title>
  <dc:creator>Amrita</dc:creator>
  <cp:lastModifiedBy>Amrita</cp:lastModifiedBy>
  <cp:revision>1</cp:revision>
  <dcterms:created xsi:type="dcterms:W3CDTF">2025-08-04T04:52:26Z</dcterms:created>
  <dcterms:modified xsi:type="dcterms:W3CDTF">2025-08-04T04:53:29Z</dcterms:modified>
</cp:coreProperties>
</file>