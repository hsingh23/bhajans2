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37C6-D6CA-4E98-A449-2E60DF4B49A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4504D-0BB6-4664-82DA-300753D966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37C6-D6CA-4E98-A449-2E60DF4B49A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4504D-0BB6-4664-82DA-300753D966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37C6-D6CA-4E98-A449-2E60DF4B49A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4504D-0BB6-4664-82DA-300753D966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37C6-D6CA-4E98-A449-2E60DF4B49A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4504D-0BB6-4664-82DA-300753D966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37C6-D6CA-4E98-A449-2E60DF4B49A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4504D-0BB6-4664-82DA-300753D966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37C6-D6CA-4E98-A449-2E60DF4B49A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4504D-0BB6-4664-82DA-300753D966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37C6-D6CA-4E98-A449-2E60DF4B49A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4504D-0BB6-4664-82DA-300753D966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37C6-D6CA-4E98-A449-2E60DF4B49A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4504D-0BB6-4664-82DA-300753D966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37C6-D6CA-4E98-A449-2E60DF4B49A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4504D-0BB6-4664-82DA-300753D966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37C6-D6CA-4E98-A449-2E60DF4B49A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4504D-0BB6-4664-82DA-300753D966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37C6-D6CA-4E98-A449-2E60DF4B49A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4504D-0BB6-4664-82DA-300753D966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537C6-D6CA-4E98-A449-2E60DF4B49A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4504D-0BB6-4664-82DA-300753D9665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mīṇākṣi dēviyē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mīṇākṣi dēviyē en manatil vāzhum annayē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Goddess Meenakshi, O Mother who lives in my heart,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madurai āḷum rāṇiyē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un anbu maṭṭum pōtumē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Queen who rules Madurai, your love alone is enough for 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 imai mūḍāmal bhaktargaḷai kāppādināḷ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one who protects devotees without even blinking your eyes,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mīnākṣi ammai ena pōṫṫrapaḍum bairaviyē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Meenakshi Ammai is also praised as Bhairavi,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tāyāga tuṇaiyāga guruvāga vantavaḷ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one who came as mother, companion, and guru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mīnākṣi… mahādēvi… mahāgauri… śaṅkari…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Meenakshi, Mahadevi, Mahagauri, Shankari.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sundararin pādiyāna pārvatiyum śaktiyum nī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Parvati and Shakti, the half of the beautiful Shiva,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kuṙaigaḷai pōkki en mēl karuṇai seyum kārttikayē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Kartika who removes faults and shows me compassion,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tāyāga tuṇaiyāga guruvāga vantavaḷ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one who came as mother, companion, and guru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mīnākṣi… mahādēvi… mahāgauri… śaṅkari…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Meenakshi, Mahadevi, Mahagauri, Shankari.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mīṇākṣi dēviyē </vt:lpstr>
      <vt:lpstr>mīṇākṣi dēviyē en manatil vāzhum annayē</vt:lpstr>
      <vt:lpstr>madurai āḷum rāṇiyē un anbu maṭṭum pōtumē</vt:lpstr>
      <vt:lpstr>kaṇ imai mūḍāmal bhaktargaḷai kāppādināḷ</vt:lpstr>
      <vt:lpstr>mīnākṣi ammai ena pōṫṫrapaḍum bairaviyē</vt:lpstr>
      <vt:lpstr>tāyāga tuṇaiyāga guruvāga vantavaḷ</vt:lpstr>
      <vt:lpstr>mīnākṣi… mahādēvi… mahāgauri… śaṅkari…</vt:lpstr>
      <vt:lpstr>sundararin pādiyāna pārvatiyum śaktiyum nī</vt:lpstr>
      <vt:lpstr>kuṙaigaḷai pōkki en mēl karuṇai seyum kārttikayē</vt:lpstr>
      <vt:lpstr>tāyāga tuṇaiyāga guruvāga vantavaḷ</vt:lpstr>
      <vt:lpstr>mīnākṣi… mahādēvi… mahāgauri… śaṅkari…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mīṇākṣi dēviyē</dc:title>
  <dc:creator>Amrita</dc:creator>
  <cp:lastModifiedBy>Amrita</cp:lastModifiedBy>
  <cp:revision>1</cp:revision>
  <dcterms:created xsi:type="dcterms:W3CDTF">2025-08-04T04:57:39Z</dcterms:created>
  <dcterms:modified xsi:type="dcterms:W3CDTF">2025-08-04T04:58:10Z</dcterms:modified>
</cp:coreProperties>
</file>