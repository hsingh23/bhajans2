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8AFC6D-66CD-4F09-B757-004980D65B77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1666D-4C36-4833-92E5-038B58CBB42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onn-uriyāḍiyirunneṅkil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onn-uriyāḍiyirunneṅkil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koticcu pōy ēzhayām ī maithilī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Lord Rama, I long to hear even one word from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nityavum ninnil āṇī jānaki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 ende jīvande spandanavum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I, Sita, live only in your remembrance. You are my very life, my heart beats in you…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nāthā… malprāṇa-nāthā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rāmā dharma-puruṣōttamā…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rāmā dharma-puruṣōttamā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 Rama, Lord of my life… Lord Rama, personification of dharma…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illātt-ōrō nimiṣavum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ālayil urukum irumbu pōle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Each moment without you, I feel as if I am iron being melted in a blazing forge.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nīṙi piḍaññīḍum enn-antaraṅgatte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ī uḍal tāṅgīḍukill-iniyum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This frail body can no longer endure the fierce torment of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nin pada-nisvanam kēṭṭapōl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ōḍi ñān pūmukha-vātilkkalāy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Hearing the sound of your footsteps, I rushed to the door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telloru nīṫṫalāy ñān aṙiññiḍunnu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nin pada-nisvanam uḷkkāmbilāy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—only to realize with pain that the sound was but an echo within my heart.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nī veḍiññīḍumī dēhattil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ini entināy ninne kāttīḍaṇam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Why should I linger in this body you have forsaken?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bhūmi-mātāvinde pūmaḍittaṭṭilāy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talacāycciḍān ivaḷ koticcīḍunnū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long to rest my head upon the gentle lap of Mother Earth.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onn-uriyāḍiyirunneṅkil</vt:lpstr>
      <vt:lpstr>onn-uriyāḍiyirunneṅkil koticcu pōy ēzhayām ī maithilī</vt:lpstr>
      <vt:lpstr>nityavum ninnil āṇī jānaki nī ende jīvande spandanavum</vt:lpstr>
      <vt:lpstr>nāthā… malprāṇa-nāthā rāmā dharma-puruṣōttamā… rāmā dharma-puruṣōttamā</vt:lpstr>
      <vt:lpstr>nī illātt-ōrō nimiṣavum ālayil urukum irumbu pōle</vt:lpstr>
      <vt:lpstr>nīṙi piḍaññīḍum enn-antaraṅgatte ī uḍal tāṅgīḍukill-iniyum</vt:lpstr>
      <vt:lpstr>nin pada-nisvanam kēṭṭapōl ōḍi ñān pūmukha-vātilkkalāy</vt:lpstr>
      <vt:lpstr>telloru nīṫṫalāy ñān aṙiññiḍunnu nin pada-nisvanam uḷkkāmbilāy</vt:lpstr>
      <vt:lpstr>nī veḍiññīḍumī dēhattil ini entināy ninne kāttīḍaṇam</vt:lpstr>
      <vt:lpstr>bhūmi-mātāvinde pūmaḍittaṭṭilāy talacāycciḍān ivaḷ koticcīḍunnū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onn-uriyāḍiyirunneṅkil</dc:title>
  <dc:creator>Amrita</dc:creator>
  <cp:lastModifiedBy>Amrita</cp:lastModifiedBy>
  <cp:revision>1</cp:revision>
  <dcterms:created xsi:type="dcterms:W3CDTF">2025-09-07T12:34:47Z</dcterms:created>
  <dcterms:modified xsi:type="dcterms:W3CDTF">2025-09-07T12:35:40Z</dcterms:modified>
</cp:coreProperties>
</file>