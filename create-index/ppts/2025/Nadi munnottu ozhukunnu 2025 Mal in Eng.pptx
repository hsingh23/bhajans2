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50F87-156F-4CA8-9EFE-2C0F8799DD4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7524D-601D-4B16-86CA-F4BB49480B5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nadi munnōṭṭ-ozhukunnu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nadi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munnōṭṭ-ozhukunnu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navajāta-tirakaḷ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uyartti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naṙu-puñciri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tūki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koṇḍu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nadam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aṅgane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ozhukunnu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The river flows onward, new waves rising as it journeys on.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With a fresh new smile, the river moves unceasingly forward.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jīvita-vāhini ozhukunnu…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jīvita-vāhini ozhukunnu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course of life flows onwards…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kaḍalil cenn-ettēṇam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vilayam koṇḍīḍēṇam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nadi tannuḍe hṛdayattiṅkal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ini maṫṫoru cintayatilla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To reach the ocean, to merge into the ocean, the heart of the river contains no other thought.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jīvita-vāhini ozhukunnu…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jīvita-vāhini ozhukunnu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course of life flows onwards…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ātmīya-pātayil ettum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mōkṣārtthikaḷ ātmāviṅkal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layam ākān ozhukum vēgam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itu pōle nadiyē pōle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The soul of those who seek liberation, who walk upon the path of spirituality,</a:t>
            </a:r>
          </a:p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swiftly flows to merge with the Supreme just like the river.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</Words>
  <Application>Microsoft Office PowerPoint</Application>
  <PresentationFormat>On-screen Show (4:3)</PresentationFormat>
  <Paragraphs>15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nadi munnōṭṭ-ozhukunnu</vt:lpstr>
      <vt:lpstr>nadi munnōṭṭ-ozhukunnu navajāta-tirakaḷ uyartti naṙu-puñciri tūki koṇḍu nadam aṅgane ozhukunnu</vt:lpstr>
      <vt:lpstr>jīvita-vāhini ozhukunnu… jīvita-vāhini ozhukunnu </vt:lpstr>
      <vt:lpstr>kaḍalil cenn-ettēṇam vilayam koṇḍīḍēṇam nadi tannuḍe hṛdayattiṅkal ini maṫṫoru cintayatilla</vt:lpstr>
      <vt:lpstr>jīvita-vāhini ozhukunnu… jīvita-vāhini ozhukunnu </vt:lpstr>
      <vt:lpstr>ātmīya-pātayil ettum mōkṣārtthikaḷ ātmāviṅkal layam ākān ozhukum vēgam itu pōle nadiyē pōle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nadi munnōṭṭ-ozhukunnu</dc:title>
  <dc:creator>Amrita</dc:creator>
  <cp:lastModifiedBy>Amrita</cp:lastModifiedBy>
  <cp:revision>1</cp:revision>
  <dcterms:created xsi:type="dcterms:W3CDTF">2025-09-03T12:34:38Z</dcterms:created>
  <dcterms:modified xsi:type="dcterms:W3CDTF">2025-09-03T12:35:58Z</dcterms:modified>
</cp:coreProperties>
</file>