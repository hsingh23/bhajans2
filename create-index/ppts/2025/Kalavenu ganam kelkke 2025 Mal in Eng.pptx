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3E76-07F7-4CEF-B9BD-219D6F74CCA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F961-B8AE-4B5B-AC6E-907F310322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3E76-07F7-4CEF-B9BD-219D6F74CCA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F961-B8AE-4B5B-AC6E-907F310322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3E76-07F7-4CEF-B9BD-219D6F74CCA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F961-B8AE-4B5B-AC6E-907F310322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3E76-07F7-4CEF-B9BD-219D6F74CCA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F961-B8AE-4B5B-AC6E-907F310322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3E76-07F7-4CEF-B9BD-219D6F74CCA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F961-B8AE-4B5B-AC6E-907F310322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3E76-07F7-4CEF-B9BD-219D6F74CCA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F961-B8AE-4B5B-AC6E-907F310322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3E76-07F7-4CEF-B9BD-219D6F74CCA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F961-B8AE-4B5B-AC6E-907F310322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3E76-07F7-4CEF-B9BD-219D6F74CCA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F961-B8AE-4B5B-AC6E-907F310322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3E76-07F7-4CEF-B9BD-219D6F74CCA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F961-B8AE-4B5B-AC6E-907F310322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3E76-07F7-4CEF-B9BD-219D6F74CCA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F961-B8AE-4B5B-AC6E-907F310322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3E76-07F7-4CEF-B9BD-219D6F74CCA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F961-B8AE-4B5B-AC6E-907F310322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53E76-07F7-4CEF-B9BD-219D6F74CCA6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CF961-B8AE-4B5B-AC6E-907F310322D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kaḷavēṇu-gānam kēḷkke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kaḷavēṇu-gānam kēḷkke – kaṇṇan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karimukil-varṇṇam smṛtiyil teḷiññu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When I heard the melody flowing from the Lord’s flute, his form, dark as the monsoon rain clouds, shone vividly in my heart.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kadanaṅgaḷ āṫṫumā kara-calanaṅgaḷ en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karaḷin vēṇuve tazhuki uṇartti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His graceful movements, which dissolve all sorrow, caressed awake the flute of my heart.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kaḷavēṇu-gānam kēḷkke – kaṇṇan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karimukil-varṇṇam smṛtiyil teḷiññu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When I heard the melody flowing from the Lord’s flute, his form, dark as the monsoon rain clouds, shone vividly in my heart.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tan sugandham tēḍi alayunna mān pōle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snēhattin-ulakil ñān alaññiḍāte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Like the kasturi deer, wandering the forests in search of fragrance that lies hidden within its own being, I too, should not roam the world seeking love.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gōpyamāy nī ennum akatāril karutīḍum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gōpikā-prēmam ennil uṇarttīḍumō?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O Krishna, the love that the gopikas bear for you, that you treasure in secret within your own heart will you not awaken that same love within me?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kṛṣṇā… harē… kṛṣṇā…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Oh Krishna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jīvtamām ghōra-saṅgara-bhūmiyil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mamatayāl jīvan uzhanniḍave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This life is a terrible battlefield. So that my mind does not sink into the sorrow of worldly attachment,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nī annu pārthan-uṇarttiya gīta tan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sārārtham ennil teḷiccīḍumō? 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Lord, reveal to me the essence of the Gita that you once spoke to Arjuna, which enlightened him.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kṛṣṇā… harē… kṛṣṇā…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Oh Krishna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kaḷavēṇu-gānam kēḷkke</vt:lpstr>
      <vt:lpstr>kaḷavēṇu-gānam kēḷkke – kaṇṇan karimukil-varṇṇam smṛtiyil teḷiññu</vt:lpstr>
      <vt:lpstr>kadanaṅgaḷ āṫṫumā kara-calanaṅgaḷ en karaḷin vēṇuve tazhuki uṇartti</vt:lpstr>
      <vt:lpstr>kaḷavēṇu-gānam kēḷkke – kaṇṇan karimukil-varṇṇam smṛtiyil teḷiññu</vt:lpstr>
      <vt:lpstr>tan sugandham tēḍi alayunna mān pōle snēhattin-ulakil ñān alaññiḍāte</vt:lpstr>
      <vt:lpstr>gōpyamāy nī ennum akatāril karutīḍum gōpikā-prēmam ennil uṇarttīḍumō? </vt:lpstr>
      <vt:lpstr>kṛṣṇā… harē… kṛṣṇā…</vt:lpstr>
      <vt:lpstr>jīvtamām ghōra-saṅgara-bhūmiyil mamatayāl jīvan uzhanniḍave</vt:lpstr>
      <vt:lpstr>nī annu pārthan-uṇarttiya gīta tan sārārtham ennil teḷiccīḍumō? </vt:lpstr>
      <vt:lpstr>kṛṣṇā… harē… kṛṣṇā…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kaḷavēṇu-gānam kēḷkke</dc:title>
  <dc:creator>Amrita</dc:creator>
  <cp:lastModifiedBy>Amrita</cp:lastModifiedBy>
  <cp:revision>1</cp:revision>
  <dcterms:created xsi:type="dcterms:W3CDTF">2025-08-09T06:00:30Z</dcterms:created>
  <dcterms:modified xsi:type="dcterms:W3CDTF">2025-08-09T06:00:56Z</dcterms:modified>
</cp:coreProperties>
</file>