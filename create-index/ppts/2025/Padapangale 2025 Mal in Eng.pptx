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0E1E8-FDD2-4F55-8D2D-AA265922092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F1A34-D84B-41A1-AC9A-397A1CA0D7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pādapaṅgaḷe pāvanayām amma tan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pādapaṅgaḷe pāvanayām amma tan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pāda-padmam itu vazhi tazhuki ennō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O trees, did the divine Mother pass this way? O ocean, you dance in delight—do you exult in joy at the touch of her sacred feet?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sāgaramē nīyum innu ārtt-ullasippatum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mātṛpāda sparśa-harṣa-puḷakitan āyō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O trees, did the divine Mother pass this way? O ocean, you dance in delight—do you exult in joy at the touch of her sacred feet?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arddha-vidhu-śōbha ezhum nāsābharaṇattināl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tapta hṛdayaṅgaḷil śānti-dānam ceyyuvōḷ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Her nose ornament, like a crescent moon, brings solace to the suffering.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mārddavam ēṙum karaṅgaḷ mānasam tazhukavē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māyā bandhanaṅgaḷ nīkkum ammaye darśiccuvō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When her tender hands caress the heart, all worldly attachments fall away. Have you ever beheld such a Mother?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tyāga-mārga-ponviḷakkē mōkṣa-śilpinī – tava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pātayil carikkuvān mōham ēṙe uṇḍumē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O Mother, you are the guiding light on the path of renunciation, the one who bestows liberation. I long to walk in your footsteps, but I lack the strength and the virtues praised in the scriptures.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dhairyam illa tellume śrautamām guṇaṅgaḷum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dhīran ākki brahma-vākya bōdham ēkiḍēṇamē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Mother, grant me the wisdom to dive deep within, and awaken in me the awareness that I am That—the supreme reality itself.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193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pādapaṅgaḷe pāvanayām amma tan</vt:lpstr>
      <vt:lpstr>pādapaṅgaḷe pāvanayām amma tan pāda-padmam itu vazhi tazhuki ennō</vt:lpstr>
      <vt:lpstr>sāgaramē nīyum innu ārtt-ullasippatum mātṛpāda sparśa-harṣa-puḷakitan āyō</vt:lpstr>
      <vt:lpstr>arddha-vidhu-śōbha ezhum nāsābharaṇattināl tapta hṛdayaṅgaḷil śānti-dānam ceyyuvōḷ</vt:lpstr>
      <vt:lpstr>mārddavam ēṙum karaṅgaḷ mānasam tazhukavē māyā bandhanaṅgaḷ nīkkum ammaye darśiccuvō</vt:lpstr>
      <vt:lpstr>tyāga-mārga-ponviḷakkē mōkṣa-śilpinī – tava pātayil carikkuvān mōham ēṙe uṇḍumē</vt:lpstr>
      <vt:lpstr>dhairyam illa tellume śrautamām guṇaṅgaḷum dhīran ākki brahma-vākya bōdham ēkiḍēṇamē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pādapaṅgaḷe pāvanayām amma tan</dc:title>
  <dc:creator>Amrita</dc:creator>
  <cp:lastModifiedBy>Amrita</cp:lastModifiedBy>
  <cp:revision>1</cp:revision>
  <dcterms:created xsi:type="dcterms:W3CDTF">2025-06-27T13:30:59Z</dcterms:created>
  <dcterms:modified xsi:type="dcterms:W3CDTF">2025-06-27T13:32:29Z</dcterms:modified>
</cp:coreProperties>
</file>