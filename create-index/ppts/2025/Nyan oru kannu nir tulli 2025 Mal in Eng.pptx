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295" r:id="rId3"/>
    <p:sldId id="296" r:id="rId4"/>
    <p:sldId id="292" r:id="rId5"/>
    <p:sldId id="297" r:id="rId6"/>
    <p:sldId id="293" r:id="rId7"/>
    <p:sldId id="298" r:id="rId8"/>
    <p:sldId id="294" r:id="rId9"/>
    <p:sldId id="29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ñān</a:t>
            </a:r>
            <a:r>
              <a:rPr lang="en-US" sz="7200" dirty="0" smtClean="0"/>
              <a:t> </a:t>
            </a:r>
            <a:r>
              <a:rPr lang="en-US" sz="7200" dirty="0" err="1" smtClean="0"/>
              <a:t>oru</a:t>
            </a:r>
            <a:r>
              <a:rPr lang="en-US" sz="7200" dirty="0" smtClean="0"/>
              <a:t> </a:t>
            </a:r>
            <a:r>
              <a:rPr lang="en-US" sz="7200" dirty="0" err="1" smtClean="0"/>
              <a:t>kaṇṇunīrttuḷḷi</a:t>
            </a:r>
            <a:r>
              <a:rPr lang="en-US" sz="7200" dirty="0" smtClean="0"/>
              <a:t> 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ñān</a:t>
            </a:r>
            <a:r>
              <a:rPr lang="en-US" sz="7200" dirty="0" smtClean="0"/>
              <a:t> </a:t>
            </a:r>
            <a:r>
              <a:rPr lang="en-US" sz="7200" dirty="0" err="1" smtClean="0"/>
              <a:t>oru</a:t>
            </a:r>
            <a:r>
              <a:rPr lang="en-US" sz="7200" dirty="0" smtClean="0"/>
              <a:t> </a:t>
            </a:r>
            <a:r>
              <a:rPr lang="en-US" sz="7200" dirty="0" err="1" smtClean="0"/>
              <a:t>kaṇṇunīrttuḷḷi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err="1" smtClean="0"/>
              <a:t>atil</a:t>
            </a:r>
            <a:r>
              <a:rPr lang="en-US" sz="7200" dirty="0" smtClean="0"/>
              <a:t> </a:t>
            </a:r>
            <a:r>
              <a:rPr lang="en-US" sz="7200" dirty="0" err="1" smtClean="0"/>
              <a:t>nī</a:t>
            </a:r>
            <a:r>
              <a:rPr lang="en-US" sz="7200" dirty="0" smtClean="0"/>
              <a:t> </a:t>
            </a:r>
            <a:r>
              <a:rPr lang="en-US" sz="7200" dirty="0" err="1" smtClean="0"/>
              <a:t>onnu</a:t>
            </a:r>
            <a:r>
              <a:rPr lang="en-US" sz="7200" dirty="0" smtClean="0"/>
              <a:t> </a:t>
            </a:r>
            <a:r>
              <a:rPr lang="en-US" sz="7200" dirty="0" err="1" smtClean="0"/>
              <a:t>toṭṭu</a:t>
            </a:r>
            <a:r>
              <a:rPr lang="en-US" sz="7200" dirty="0" smtClean="0"/>
              <a:t> </a:t>
            </a:r>
            <a:r>
              <a:rPr lang="en-US" sz="7200" dirty="0" err="1" smtClean="0"/>
              <a:t>talōḍi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 was a teardrop, and you caressed me gently.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amma</a:t>
            </a:r>
            <a:r>
              <a:rPr lang="en-US" sz="6000" dirty="0" smtClean="0"/>
              <a:t> </a:t>
            </a:r>
            <a:r>
              <a:rPr lang="en-US" sz="6000" dirty="0" smtClean="0"/>
              <a:t>tan </a:t>
            </a:r>
            <a:r>
              <a:rPr lang="en-US" sz="6000" dirty="0" err="1" smtClean="0"/>
              <a:t>prēmam</a:t>
            </a:r>
            <a:r>
              <a:rPr lang="en-US" sz="6000" dirty="0" smtClean="0"/>
              <a:t> ī </a:t>
            </a:r>
            <a:r>
              <a:rPr lang="en-US" sz="6000" dirty="0" err="1" smtClean="0"/>
              <a:t>tuḷḷiye</a:t>
            </a:r>
            <a:r>
              <a:rPr lang="en-US" sz="6000" dirty="0" smtClean="0"/>
              <a:t> </a:t>
            </a:r>
            <a:r>
              <a:rPr lang="en-US" sz="6000" dirty="0" err="1" smtClean="0"/>
              <a:t>sparśicc-utirnnatō</a:t>
            </a:r>
            <a:r>
              <a:rPr lang="en-US" sz="6000" dirty="0" smtClean="0"/>
              <a:t> </a:t>
            </a:r>
            <a:r>
              <a:rPr lang="en-US" sz="6000" dirty="0" err="1" smtClean="0"/>
              <a:t>kāvyattin</a:t>
            </a:r>
            <a:r>
              <a:rPr lang="en-US" sz="6000" dirty="0" smtClean="0"/>
              <a:t> </a:t>
            </a:r>
            <a:r>
              <a:rPr lang="en-US" sz="6000" dirty="0" err="1" smtClean="0"/>
              <a:t>bhaṅgi</a:t>
            </a:r>
            <a:r>
              <a:rPr lang="en-US" sz="6000" dirty="0" smtClean="0"/>
              <a:t> – </a:t>
            </a:r>
            <a:r>
              <a:rPr lang="en-US" sz="6000" dirty="0" err="1" smtClean="0"/>
              <a:t>kālam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utirttatō</a:t>
            </a:r>
            <a:r>
              <a:rPr lang="en-US" sz="6000" dirty="0" smtClean="0"/>
              <a:t> </a:t>
            </a:r>
            <a:r>
              <a:rPr lang="en-US" sz="6000" dirty="0" err="1" smtClean="0"/>
              <a:t>prēmattin</a:t>
            </a:r>
            <a:r>
              <a:rPr lang="en-US" sz="6000" dirty="0" smtClean="0"/>
              <a:t> </a:t>
            </a:r>
            <a:r>
              <a:rPr lang="en-US" sz="6000" dirty="0" err="1" smtClean="0"/>
              <a:t>bhaṅgi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When </a:t>
            </a:r>
            <a:r>
              <a:rPr lang="en-US" sz="4400" dirty="0" smtClean="0">
                <a:solidFill>
                  <a:srgbClr val="FFFF00"/>
                </a:solidFill>
              </a:rPr>
              <a:t>the light of Mother's love touched that tear, a sweet poem blossomed within me, like a rainbow—and time brought alive the beauty of love.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amma</a:t>
            </a:r>
            <a:r>
              <a:rPr lang="en-US" sz="6000" dirty="0" smtClean="0"/>
              <a:t> tan </a:t>
            </a:r>
            <a:r>
              <a:rPr lang="en-US" sz="6000" dirty="0" err="1" smtClean="0"/>
              <a:t>smēra-kaḍākṣa-vacassukaḷ</a:t>
            </a:r>
            <a:r>
              <a:rPr lang="en-US" sz="6000" dirty="0" smtClean="0"/>
              <a:t> - </a:t>
            </a:r>
            <a:r>
              <a:rPr lang="en-US" sz="6000" dirty="0" err="1" smtClean="0"/>
              <a:t>dīkṣayāy</a:t>
            </a:r>
            <a:r>
              <a:rPr lang="en-US" sz="6000" dirty="0" smtClean="0"/>
              <a:t> </a:t>
            </a:r>
            <a:r>
              <a:rPr lang="en-US" sz="6000" dirty="0" err="1" smtClean="0"/>
              <a:t>ennilēkk-āzhnniṙaṅgi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Mother’s memories, glances, and words sank into me like a sacred </a:t>
            </a:r>
            <a:r>
              <a:rPr lang="en-US" sz="6000" dirty="0" smtClean="0">
                <a:solidFill>
                  <a:srgbClr val="FFFF00"/>
                </a:solidFill>
              </a:rPr>
              <a:t>initiation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ātma-vicāram</a:t>
            </a:r>
            <a:r>
              <a:rPr lang="en-US" sz="4800" dirty="0" smtClean="0"/>
              <a:t> </a:t>
            </a:r>
            <a:r>
              <a:rPr lang="en-US" sz="4800" dirty="0" err="1" smtClean="0"/>
              <a:t>uṇartti</a:t>
            </a:r>
            <a:r>
              <a:rPr lang="en-US" sz="4800" dirty="0" smtClean="0"/>
              <a:t> </a:t>
            </a:r>
            <a:r>
              <a:rPr lang="en-US" sz="4800" dirty="0" err="1" smtClean="0"/>
              <a:t>atennāḷum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manaḥ-parivarttanam</a:t>
            </a:r>
            <a:r>
              <a:rPr lang="en-US" sz="4800" dirty="0" smtClean="0"/>
              <a:t> </a:t>
            </a:r>
            <a:r>
              <a:rPr lang="en-US" sz="4800" dirty="0" err="1" smtClean="0"/>
              <a:t>ceytiḍunnu</a:t>
            </a:r>
            <a:r>
              <a:rPr lang="en-US" sz="4800" dirty="0" smtClean="0"/>
              <a:t> </a:t>
            </a:r>
            <a:r>
              <a:rPr lang="en-US" sz="4800" dirty="0" err="1" smtClean="0"/>
              <a:t>ende</a:t>
            </a:r>
            <a:r>
              <a:rPr lang="en-US" sz="4800" dirty="0" smtClean="0"/>
              <a:t> - </a:t>
            </a:r>
            <a:r>
              <a:rPr lang="en-US" sz="4800" dirty="0" err="1" smtClean="0"/>
              <a:t>mānasam</a:t>
            </a:r>
            <a:r>
              <a:rPr lang="en-US" sz="4800" dirty="0" smtClean="0"/>
              <a:t> </a:t>
            </a:r>
            <a:r>
              <a:rPr lang="en-US" sz="4800" dirty="0" err="1" smtClean="0"/>
              <a:t>nirmalam</a:t>
            </a:r>
            <a:r>
              <a:rPr lang="en-US" sz="4800" dirty="0" smtClean="0"/>
              <a:t> </a:t>
            </a:r>
            <a:r>
              <a:rPr lang="en-US" sz="4800" dirty="0" err="1" smtClean="0"/>
              <a:t>ākkiḍunnu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awakening </a:t>
            </a:r>
            <a:r>
              <a:rPr lang="en-US" sz="6000" dirty="0" smtClean="0">
                <a:solidFill>
                  <a:srgbClr val="FFFF00"/>
                </a:solidFill>
              </a:rPr>
              <a:t>self-inquiry, transforming my mind, and purifying my heart.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jaladamāy</a:t>
            </a:r>
            <a:r>
              <a:rPr lang="en-US" sz="6000" dirty="0" smtClean="0"/>
              <a:t> </a:t>
            </a:r>
            <a:r>
              <a:rPr lang="en-US" sz="6000" dirty="0" err="1" smtClean="0"/>
              <a:t>ammayā</a:t>
            </a:r>
            <a:r>
              <a:rPr lang="en-US" sz="6000" dirty="0" smtClean="0"/>
              <a:t> </a:t>
            </a:r>
            <a:r>
              <a:rPr lang="en-US" sz="6000" dirty="0" err="1" smtClean="0"/>
              <a:t>prēmam</a:t>
            </a:r>
            <a:r>
              <a:rPr lang="en-US" sz="6000" dirty="0" smtClean="0"/>
              <a:t> </a:t>
            </a:r>
            <a:r>
              <a:rPr lang="en-US" sz="6000" dirty="0" err="1" smtClean="0"/>
              <a:t>pozhiykkavē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hṛdayamām</a:t>
            </a:r>
            <a:r>
              <a:rPr lang="en-US" sz="6000" dirty="0" smtClean="0"/>
              <a:t> </a:t>
            </a:r>
            <a:r>
              <a:rPr lang="en-US" sz="6000" dirty="0" err="1" smtClean="0"/>
              <a:t>cippiyil</a:t>
            </a:r>
            <a:r>
              <a:rPr lang="en-US" sz="6000" dirty="0" smtClean="0"/>
              <a:t> </a:t>
            </a:r>
            <a:r>
              <a:rPr lang="en-US" sz="6000" dirty="0" err="1" smtClean="0"/>
              <a:t>iṫṫu</a:t>
            </a:r>
            <a:r>
              <a:rPr lang="en-US" sz="6000" dirty="0" smtClean="0"/>
              <a:t> </a:t>
            </a:r>
            <a:r>
              <a:rPr lang="en-US" sz="6000" dirty="0" err="1" smtClean="0"/>
              <a:t>vīṇu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As Mother poured her love like rain from a cloud, each drop fell into the shell of my heart,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antarmukhamāy</a:t>
            </a:r>
            <a:r>
              <a:rPr lang="en-US" sz="4800" dirty="0" smtClean="0"/>
              <a:t> </a:t>
            </a:r>
            <a:r>
              <a:rPr lang="en-US" sz="4800" dirty="0" err="1" smtClean="0"/>
              <a:t>agādhatayil</a:t>
            </a:r>
            <a:r>
              <a:rPr lang="en-US" sz="4800" dirty="0" smtClean="0"/>
              <a:t> </a:t>
            </a:r>
            <a:r>
              <a:rPr lang="en-US" sz="4800" dirty="0" err="1" smtClean="0"/>
              <a:t>cennu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virahattin</a:t>
            </a:r>
            <a:r>
              <a:rPr lang="en-US" sz="4800" dirty="0" smtClean="0"/>
              <a:t> </a:t>
            </a:r>
            <a:r>
              <a:rPr lang="en-US" sz="4800" dirty="0" err="1" smtClean="0"/>
              <a:t>mṛdupīḍha</a:t>
            </a:r>
            <a:r>
              <a:rPr lang="en-US" sz="4800" dirty="0" smtClean="0"/>
              <a:t> </a:t>
            </a:r>
            <a:r>
              <a:rPr lang="en-US" sz="4800" dirty="0" err="1" smtClean="0"/>
              <a:t>nalki</a:t>
            </a:r>
            <a:r>
              <a:rPr lang="en-US" sz="4800" dirty="0" smtClean="0"/>
              <a:t> </a:t>
            </a:r>
            <a:r>
              <a:rPr lang="en-US" sz="4800" dirty="0" err="1" smtClean="0"/>
              <a:t>ninnu</a:t>
            </a:r>
            <a:r>
              <a:rPr lang="en-US" sz="4800" dirty="0" smtClean="0"/>
              <a:t> - </a:t>
            </a:r>
            <a:r>
              <a:rPr lang="en-US" sz="4800" dirty="0" err="1" smtClean="0"/>
              <a:t>ennum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mananattin</a:t>
            </a:r>
            <a:r>
              <a:rPr lang="en-US" sz="4800" dirty="0" smtClean="0"/>
              <a:t> </a:t>
            </a:r>
            <a:r>
              <a:rPr lang="en-US" sz="4800" dirty="0" err="1" smtClean="0"/>
              <a:t>prēraṇa</a:t>
            </a:r>
            <a:r>
              <a:rPr lang="en-US" sz="4800" dirty="0" smtClean="0"/>
              <a:t> </a:t>
            </a:r>
            <a:r>
              <a:rPr lang="en-US" sz="4800" dirty="0" err="1" smtClean="0"/>
              <a:t>ēki</a:t>
            </a:r>
            <a:r>
              <a:rPr lang="en-US" sz="4800" dirty="0" smtClean="0"/>
              <a:t> </a:t>
            </a:r>
            <a:r>
              <a:rPr lang="en-US" sz="4800" dirty="0" err="1" smtClean="0"/>
              <a:t>ninnu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reaching </a:t>
            </a:r>
            <a:r>
              <a:rPr lang="en-US" sz="5400" dirty="0" smtClean="0">
                <a:solidFill>
                  <a:srgbClr val="FFFF00"/>
                </a:solidFill>
              </a:rPr>
              <a:t>the innermost depths of my being—awakening the ache of </a:t>
            </a:r>
            <a:r>
              <a:rPr lang="en-US" sz="5400" dirty="0" err="1" smtClean="0">
                <a:solidFill>
                  <a:srgbClr val="FFFF00"/>
                </a:solidFill>
              </a:rPr>
              <a:t>seperation</a:t>
            </a:r>
            <a:r>
              <a:rPr lang="en-US" sz="5400" dirty="0" smtClean="0">
                <a:solidFill>
                  <a:srgbClr val="FFFF00"/>
                </a:solidFill>
              </a:rPr>
              <a:t> and prompting me to reflect.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prēmattin</a:t>
            </a:r>
            <a:r>
              <a:rPr lang="en-US" sz="6000" dirty="0" smtClean="0"/>
              <a:t> </a:t>
            </a:r>
            <a:r>
              <a:rPr lang="en-US" sz="6000" dirty="0" err="1" smtClean="0"/>
              <a:t>muttu</a:t>
            </a:r>
            <a:r>
              <a:rPr lang="en-US" sz="6000" dirty="0" smtClean="0"/>
              <a:t> </a:t>
            </a:r>
            <a:r>
              <a:rPr lang="en-US" sz="6000" dirty="0" err="1" smtClean="0"/>
              <a:t>viḷayikkuvānō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hṛdayattin</a:t>
            </a:r>
            <a:r>
              <a:rPr lang="en-US" sz="6000" dirty="0" smtClean="0"/>
              <a:t> </a:t>
            </a:r>
            <a:r>
              <a:rPr lang="en-US" sz="6000" dirty="0" err="1" smtClean="0"/>
              <a:t>nombaram</a:t>
            </a:r>
            <a:r>
              <a:rPr lang="en-US" sz="6000" dirty="0" smtClean="0"/>
              <a:t> </a:t>
            </a:r>
            <a:r>
              <a:rPr lang="en-US" sz="6000" dirty="0" err="1" smtClean="0"/>
              <a:t>nīṇḍu</a:t>
            </a:r>
            <a:r>
              <a:rPr lang="en-US" sz="6000" dirty="0" smtClean="0"/>
              <a:t> </a:t>
            </a:r>
            <a:r>
              <a:rPr lang="en-US" sz="6000" dirty="0" err="1" smtClean="0"/>
              <a:t>ninnu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 ache in my heart lingered, waiting for the water drop to become a luminous pearl of love.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ellām</a:t>
            </a:r>
            <a:r>
              <a:rPr lang="en-US" sz="5400" dirty="0" smtClean="0"/>
              <a:t> </a:t>
            </a:r>
            <a:r>
              <a:rPr lang="en-US" sz="5400" dirty="0" err="1" smtClean="0"/>
              <a:t>amma</a:t>
            </a:r>
            <a:r>
              <a:rPr lang="en-US" sz="5400" dirty="0" smtClean="0"/>
              <a:t> tan </a:t>
            </a:r>
            <a:r>
              <a:rPr lang="en-US" sz="5400" dirty="0" err="1" smtClean="0"/>
              <a:t>anugraham</a:t>
            </a:r>
            <a:r>
              <a:rPr lang="en-US" sz="5400" dirty="0" smtClean="0"/>
              <a:t> </a:t>
            </a:r>
            <a:r>
              <a:rPr lang="en-US" sz="5400" dirty="0" err="1" smtClean="0"/>
              <a:t>āyirunn</a:t>
            </a:r>
            <a:r>
              <a:rPr lang="en-US" sz="5400" dirty="0" smtClean="0"/>
              <a:t>-</a:t>
            </a:r>
            <a:br>
              <a:rPr lang="en-US" sz="5400" dirty="0" smtClean="0"/>
            </a:br>
            <a:r>
              <a:rPr lang="en-US" sz="5400" dirty="0" err="1" smtClean="0"/>
              <a:t>ennu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r>
              <a:rPr lang="en-US" sz="5400" dirty="0" smtClean="0"/>
              <a:t> </a:t>
            </a:r>
            <a:r>
              <a:rPr lang="en-US" sz="5400" dirty="0" err="1" smtClean="0"/>
              <a:t>aṙiññiḍunnu</a:t>
            </a:r>
            <a:r>
              <a:rPr lang="en-US" sz="5400" dirty="0" smtClean="0"/>
              <a:t> – </a:t>
            </a:r>
            <a:r>
              <a:rPr lang="en-US" sz="5400" dirty="0" err="1" smtClean="0"/>
              <a:t>kālam</a:t>
            </a: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err="1" smtClean="0"/>
              <a:t>koṇḍ-innu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r>
              <a:rPr lang="en-US" sz="5400" dirty="0" smtClean="0"/>
              <a:t> </a:t>
            </a:r>
            <a:r>
              <a:rPr lang="en-US" sz="5400" dirty="0" err="1" smtClean="0"/>
              <a:t>aṙiññiḍunnu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But </a:t>
            </a:r>
            <a:r>
              <a:rPr lang="en-US" sz="5400" dirty="0" smtClean="0">
                <a:solidFill>
                  <a:srgbClr val="FFFF00"/>
                </a:solidFill>
              </a:rPr>
              <a:t>now I see: It was all her blessing. With time, I understand—It was always her blessing.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2869</TotalTime>
  <Words>194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ñān oru kaṇṇunīrttuḷḷi </vt:lpstr>
      <vt:lpstr>ñān oru kaṇṇunīrttuḷḷi  atil nī onnu toṭṭu talōḍi</vt:lpstr>
      <vt:lpstr>amma tan prēmam ī tuḷḷiye sparśicc-utirnnatō kāvyattin bhaṅgi – kālam utirttatō prēmattin bhaṅgi</vt:lpstr>
      <vt:lpstr>amma tan smēra-kaḍākṣa-vacassukaḷ - dīkṣayāy ennilēkk-āzhnniṙaṅgi</vt:lpstr>
      <vt:lpstr>ātma-vicāram uṇartti atennāḷum manaḥ-parivarttanam ceytiḍunnu ende - mānasam nirmalam ākkiḍunnu</vt:lpstr>
      <vt:lpstr>jaladamāy ammayā prēmam pozhiykkavē hṛdayamām cippiyil iṫṫu vīṇu</vt:lpstr>
      <vt:lpstr>antarmukhamāy agādhatayil cennu virahattin mṛdupīḍha nalki ninnu - ennum mananattin prēraṇa ēki ninnu</vt:lpstr>
      <vt:lpstr>prēmattin muttu viḷayikkuvānō hṛdayattin nombaram nīṇḍu ninnu</vt:lpstr>
      <vt:lpstr>ellām amma tan anugraham āyirunn- ennu ñān aṙiññiḍunnu – kālam  koṇḍ-innu ñān aṙiññiḍunnu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2025-05-24T16:43:21Z</dcterms:modified>
</cp:coreProperties>
</file>