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1EBA6-9EEB-48B2-B372-4D8F82C23B02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CAF2A-CC60-49AF-8C01-FC30033AF2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pādapadmam veḍiññ-eṅgōṭṭu pōkum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pādapadmam veḍiññ-eṅgōṭṭu pōkum ī kuññu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allātāruṇḍ-ivaḷkku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Mother, where can this child go, leaving your lotus feet? Who else is there for me,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ōrō nimiṣavum tēṅgi karayunnu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ennuḍe hṛdayam ammē…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Mother-who else but you? Every moment, my heart weeps in longing.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ennile ninne aṙiyān kotikkum ī kuññine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kaiviḍallē ammē kaividallē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 not let go of this child who yearns to find You within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ēkāntatayuḍe āzhaṅgaḷil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ārōrum illāte alayumbōḷ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I wandered, lost in loneliness, with no one beside me,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karam nīṭṭi duḥkha-kaḍalil ninnamma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uyartti enne maḍittoṭṭilil āṭṭi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reached out, Mother—your hands lifted me from the vast ocean of sorrow. You placed me in your lap and gently rocked me.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400" smtClean="0">
                <a:solidFill>
                  <a:srgbClr val="FFFFFF"/>
                </a:solidFill>
                <a:latin typeface="Calibri"/>
              </a:rPr>
              <a:t>paṅkattil tāmara enna pōle</a:t>
            </a:r>
            <a:br>
              <a:rPr lang="fi-FI" sz="6400" smtClean="0">
                <a:solidFill>
                  <a:srgbClr val="FFFFFF"/>
                </a:solidFill>
                <a:latin typeface="Calibri"/>
              </a:rPr>
            </a:br>
            <a:r>
              <a:rPr lang="fi-FI" sz="6400" smtClean="0">
                <a:solidFill>
                  <a:srgbClr val="FFFFFF"/>
                </a:solidFill>
                <a:latin typeface="Calibri"/>
              </a:rPr>
              <a:t>en manassil amma vasikkunnu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you dwell in me like a lotus blooming in the mire.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vāsanakaḷ-ākum paṅkam akaṫṫi ennum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vasikkaṇē manatāritil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vasikkaṇē manatāritil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Cleanse the dirt of my dark and restless thoughts, and reside forever within the flower of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kaṇṇunīr allāte onnum tarānilla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 ambōṫṫi ammē…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My Ambottiamma! I have nothing to offer—only these tears I lay before you.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eppōzhum ninnōḍu cērttaṇacc-enne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vaḷarttēṇamē ammē…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vaḷarttēṇamē ammē…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Keep me near, Mother; raise me in your embrace.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kuññē karayallē ninde kaṇṇunīr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veṙute ākukayillā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"Daughter, your tears will not be in vain.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aṙiyunnu nin manōvēdana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 uṇḍeppōzhum kūḍe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 uṇḍeppōzhum kūḍe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 knows the pain within your heart, and Mother will always remain with you.”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225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pādapadmam veḍiññ-eṅgōṭṭu pōkum</vt:lpstr>
      <vt:lpstr>pādapadmam veḍiññ-eṅgōṭṭu pōkum ī kuññu nī allātāruṇḍ-ivaḷkku</vt:lpstr>
      <vt:lpstr>ōrō nimiṣavum tēṅgi karayunnu ennuḍe hṛdayam ammē…</vt:lpstr>
      <vt:lpstr>ennile ninne aṙiyān kotikkum ī kuññine kaiviḍallē ammē kaividallē</vt:lpstr>
      <vt:lpstr>ēkāntatayuḍe āzhaṅgaḷil ārōrum illāte alayumbōḷ</vt:lpstr>
      <vt:lpstr>karam nīṭṭi duḥkha-kaḍalil ninnamma uyartti enne maḍittoṭṭilil āṭṭi</vt:lpstr>
      <vt:lpstr>paṅkattil tāmara enna pōle en manassil amma vasikkunnu</vt:lpstr>
      <vt:lpstr>vāsanakaḷ-ākum paṅkam akaṫṫi ennum vasikkaṇē manatāritil  vasikkaṇē manatāritil</vt:lpstr>
      <vt:lpstr>kaṇṇunīr allāte onnum tarānilla ende ambōṫṫi ammē…</vt:lpstr>
      <vt:lpstr>eppōzhum ninnōḍu cērttaṇacc-enne vaḷarttēṇamē ammē… vaḷarttēṇamē ammē…</vt:lpstr>
      <vt:lpstr>kuññē karayallē ninde kaṇṇunīr veṙute ākukayillā</vt:lpstr>
      <vt:lpstr>amma aṙiyunnu nin manōvēdana amma uṇḍeppōzhum kūḍe  amma uṇḍeppōzhum kūḍe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pādapadmam veḍiññ-eṅgōṭṭu pōkum</dc:title>
  <dc:creator>Amrita</dc:creator>
  <cp:lastModifiedBy>Amrita</cp:lastModifiedBy>
  <cp:revision>1</cp:revision>
  <dcterms:created xsi:type="dcterms:W3CDTF">2025-07-13T13:14:37Z</dcterms:created>
  <dcterms:modified xsi:type="dcterms:W3CDTF">2025-07-13T13:16:27Z</dcterms:modified>
</cp:coreProperties>
</file>