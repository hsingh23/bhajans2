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BA2CC-ABC3-463D-95E0-777BB364A39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EABD-BAA3-4117-9FC9-BE3C0D7828F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teyyō tinantō  āzhakka mūzhakkam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teyyō tinantō tinantinantō taka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teyyō tinantō tinantinantō…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teyyō tinantō tinantinantō… taka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teyyattinantinam tintinam tō…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(joyful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āzhakka mūzhakkam āḍiḍunnē – taka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uḷḷakam ellām kuḷirttiḍunnē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Supreme Self, you have taken away the deep sorrows in my heart and illumined the truth within.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uḷḷile nīṫṫal oḍukkiyiṭṭu 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uṇmayat-uḷḷil aruḷiyillē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My inner self is immersed in bliss, your grace has calmed the burning pain in my heart.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uḷḷam niṙaccuḷḷa puñciriyāl – taka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uḷḷu niṙaccamma tannatillē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your radiant, beautiful smile has overwhelmed my heart with joy.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ānanda pālamṛt-ūṭṭiyillē 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āzhipōl-anpatu nalkiyillē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clasped me to your bosom and fed me the milk of ambrosial bliss. You immersed me in the ocean of your compassion.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uḷḷilāy nanma vitaccatillē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uḷḷam ulakināy ēkiyillē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planted the seeds of goodness in me, you taught me to serve you without selfishness.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kaṇṇunīr oppi mukarnnatillē – taka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kaṇṇinum kaṇṇatu nalkiyillē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wiped my tears and kissed me, and opened my inner eye.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 iruḷu nī māṫṫiyillē 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uḷḷil poruḷāy udiccatillē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You removed the darkness of ignorance in me. You rose in my heart as the Supreme Self,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iṅguyir-okkeyum ūṭṭiyillē 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ī ulakinnu nī pōṫṫiyillē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the sun of self-realization. You create, sustain, and destroy this universe, and will be praised forever.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vāzhvitu vāzhāte pōkayillē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ūzhiyil nin nāmamuḷḷa kālam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life will reach its fulfilment before it ends, as long as your divine name is heard in this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ammayāy acchanāy īśvaranāy taka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uḷḷil veḷiccamāy kāttiḍunnu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You live in me as both father and mother, as God, as the bright light within.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ākāśa-vāyuvum-agniyumāy – taka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siddhiyāy buddhiyāy sadgatiyāy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 is everything to her children: the five great elements, the mind, the great powers, the way and the goal.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ī makkaḷkku sarvamallē – taka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ammayallāt-ini onnumillē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her children, on earth and in heaven, there is no one else but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iruḷil udikkunna tāramallē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hṛdayattil eriyunna dīpamallē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darkness covers our life, Mother becomes the bright star in the sky; she is the lamp shining within our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piriyillā jīvan poliyum vare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aṙiyēṇam ammē en uḷḷam ennum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as long as I live, I will not leave you Mother, always know my heart and dwell within it.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teyyō tinantō  āzhakka mūzhakkam</vt:lpstr>
      <vt:lpstr>teyyō tinantō tinantinantō taka teyyō tinantō tinantinantō… teyyō tinantō tinantinantō… taka teyyattinantinam tintinam tō…</vt:lpstr>
      <vt:lpstr>āzhakka mūzhakkam āḍiḍunnē – taka uḷḷakam ellām kuḷirttiḍunnē</vt:lpstr>
      <vt:lpstr>uḷḷile nīṫṫal oḍukkiyiṭṭu – taka uṇmayat-uḷḷil aruḷiyillē</vt:lpstr>
      <vt:lpstr>uḷḷam niṙaccuḷḷa puñciriyāl – taka uḷḷu niṙaccamma tannatillē</vt:lpstr>
      <vt:lpstr>ānanda pālamṛt-ūṭṭiyillē – taka āzhipōl-anpatu nalkiyillē</vt:lpstr>
      <vt:lpstr>uḷḷilāy nanma vitaccatillē taka uḷḷam ulakināy ēkiyillē</vt:lpstr>
      <vt:lpstr>kaṇṇunīr oppi mukarnnatillē – taka kaṇṇinum kaṇṇatu nalkiyillē</vt:lpstr>
      <vt:lpstr>uḷḷil iruḷu nī māṫṫiyillē – taka uḷḷil poruḷāy udiccatillē</vt:lpstr>
      <vt:lpstr>iṅguyir-okkeyum ūṭṭiyillē – taka ī ulakinnu nī pōṫṫiyillē</vt:lpstr>
      <vt:lpstr>vāzhvitu vāzhāte pōkayillē ūzhiyil nin nāmamuḷḷa kālam</vt:lpstr>
      <vt:lpstr>ammayāy acchanāy īśvaranāy taka uḷḷil veḷiccamāy kāttiḍunnu</vt:lpstr>
      <vt:lpstr>ākāśa-vāyuvum-agniyumāy – taka siddhiyāy buddhiyāy sadgatiyāy</vt:lpstr>
      <vt:lpstr>amma ī makkaḷkku sarvamallē – taka ammayallāt-ini onnumillē</vt:lpstr>
      <vt:lpstr>iruḷil udikkunna tāramallē hṛdayattil eriyunna dīpamallē</vt:lpstr>
      <vt:lpstr>piriyillā jīvan poliyum vare  aṙiyēṇam ammē en uḷḷam ennum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teyyō tinantō  āzhakka mūzhakkam</dc:title>
  <dc:creator>Amrita</dc:creator>
  <cp:lastModifiedBy>Amrita</cp:lastModifiedBy>
  <cp:revision>1</cp:revision>
  <dcterms:created xsi:type="dcterms:W3CDTF">2025-08-13T10:10:34Z</dcterms:created>
  <dcterms:modified xsi:type="dcterms:W3CDTF">2025-08-13T10:11:04Z</dcterms:modified>
</cp:coreProperties>
</file>