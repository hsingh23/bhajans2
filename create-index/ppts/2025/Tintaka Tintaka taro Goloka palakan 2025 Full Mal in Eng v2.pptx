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72" r:id="rId9"/>
    <p:sldId id="262" r:id="rId10"/>
    <p:sldId id="263" r:id="rId11"/>
    <p:sldId id="273" r:id="rId12"/>
    <p:sldId id="264" r:id="rId13"/>
    <p:sldId id="265" r:id="rId14"/>
    <p:sldId id="274" r:id="rId15"/>
    <p:sldId id="266" r:id="rId16"/>
    <p:sldId id="267" r:id="rId17"/>
    <p:sldId id="275" r:id="rId18"/>
    <p:sldId id="269" r:id="rId19"/>
    <p:sldId id="277" r:id="rId20"/>
    <p:sldId id="276" r:id="rId21"/>
    <p:sldId id="270" r:id="rId22"/>
    <p:sldId id="278" r:id="rId2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g7yuLhapuouzRAR2P4VZi3/mQ8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gōlōka-pālakan kaṇṇan – Tintaka tintaka taro 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(long version)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/>
          </a:p>
          <a:p>
            <a:pPr marL="0" lvl="0" indent="0" algn="ctr" rtl="0">
              <a:spcBef>
                <a:spcPts val="132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(Malayalam)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tārō taka tintaka tārō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tintaka tintaka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tārō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Chorus of exultation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Calibri"/>
              <a:buNone/>
            </a:pPr>
            <a:r>
              <a:rPr lang="en-U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gōlōka-pālakan kaṇṇan annu</a:t>
            </a:r>
            <a:br>
              <a:rPr lang="en-U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gōkkaḷe mēykkān iṙaṅgi</a:t>
            </a:r>
            <a:br>
              <a:rPr lang="en-U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ārum koticcu pōyiḍum tasya</a:t>
            </a:r>
            <a:br>
              <a:rPr lang="en-U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bālaka-sundara-rūpam</a:t>
            </a:r>
            <a:endParaRPr sz="4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500"/>
              <a:buNone/>
            </a:pPr>
            <a:r>
              <a:rPr lang="en-US" sz="45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Krishna, the youthful guardian of Gokul, sets out to graze the cows in the forest. His radiant form, so enchanting, draws every heart to him.</a:t>
            </a:r>
            <a:endParaRPr sz="4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Calibri"/>
              <a:buNone/>
            </a:pPr>
            <a:r>
              <a:rPr lang="en-U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cēlotta vārmuḍi keṭṭil oru</a:t>
            </a:r>
            <a:br>
              <a:rPr lang="en-U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cēṇuṫṫa pīli tiruki</a:t>
            </a:r>
            <a:br>
              <a:rPr lang="en-U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tuṅgi kiḍakkunnu tellu atil</a:t>
            </a:r>
            <a:br>
              <a:rPr lang="en-U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cūḍiya mullappū-māla</a:t>
            </a:r>
            <a:endParaRPr sz="4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</a:rPr>
              <a:t>A peacock feather adorns his hair-knot, from which a jasmine garland gracefully cascades.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tārō taka tintaka tārō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tintaka tintaka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tārō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Chorus of exultation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nīlāḷakaṅgaḷ paṙakkum tiru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neṫṫiyil gōpimaṇ poṭṭum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vallavimāre mayakkum nalla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cilliyugaḷaṅgaḷ cemmē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100"/>
              <a:buNone/>
            </a:pPr>
            <a:r>
              <a:rPr lang="en-US" sz="51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Curly locks dance upon his brow, adorned with a streak of sandal paste. His gently arched eyebrows enchant the hearts of the gopis.</a:t>
            </a:r>
            <a:endParaRPr sz="51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vāliṭṭ-ezhutiya kaṇṇil ninnum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mūṙunnu kāruṇya-bhāvam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kātile kuṇḍala-śōbha māṫṫu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kūṭṭunna gaṇḍa-sthalaṅgaḷ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200"/>
              <a:buNone/>
            </a:pPr>
            <a:r>
              <a:rPr lang="en-US" sz="5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Compassion overflows from his lotus eyes—wide, long, and lined with collyrium. His cheeks gleam with the shimmer of his earrings.</a:t>
            </a:r>
            <a:endParaRPr sz="5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tārō taka tintaka tārō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tintaka tintaka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tārō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Chorus of exultation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centoṇḍi vāy malar tūkum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naṙumanda hāsābhayiteṅgum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vārtiṅkaḷ mōhiccu pōkum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tava mōhaka mugda-vadanam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His lips curve in a tender smile that illumines the world. Even the radiant moon envies the beauty of his face.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śrīvatsa vakṣasil ninnum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veṙiṭṭu pōkāt-iriykkān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pāḍupeṭṭ-oṭṭiyiriykkum tava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nalla pulinakha-māla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600"/>
              <a:buNone/>
            </a:pPr>
            <a:r>
              <a:rPr lang="en-US" sz="4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Around his neck clings a tiger-claw necklace, struggling to remain upon the chest that bears the Śrīvatsa mark—the symbol of his divine glory.</a:t>
            </a:r>
            <a:endParaRPr sz="4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tārō taka tintaka tārō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tintaka tintaka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tārō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Chorus of exultation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āḍi-kaḷiykkunnu māṙil mōḍi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kūṭṭum ēṙe vanamāla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kayyil oru kālikkōlum – maṙu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kayyil kaḷiykkuvān pantum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600"/>
              <a:buNone/>
            </a:pPr>
            <a:r>
              <a:rPr lang="en-US" sz="4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Garlands of wildflowers sway upon his chest, enhancing the beauty of his form. In one hand he holds a herding staff, in the other, a ball for play.</a:t>
            </a:r>
            <a:endParaRPr sz="4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pītāmbara-paṭṭu cuṫṫi atil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mīte aramaṇi cārtti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gōkulam pāḍi uṇarttum nalla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kōlakkuzhalum tiruki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200"/>
              <a:buNone/>
            </a:pPr>
            <a:r>
              <a:rPr lang="en-US" sz="4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A yellow cloth adorns his waist, over which a delicate belt of tiny bells softly tinkles. Tucked within it lies his cherished flute, whose melodies awaken and gladden every heart in Gokula.</a:t>
            </a:r>
            <a:endParaRPr sz="4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tārō taka tintaka tārō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tintaka tintaka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tārō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Chorus of exultation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uccaykk-amṛtēttināyi – ceṙu</a:t>
            </a:r>
            <a:br>
              <a:rPr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pātrattil nalla pāl cōṙum</a:t>
            </a:r>
            <a:br>
              <a:rPr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kūṭṭukārkk-ēkuvānāyi – maṫṫu</a:t>
            </a:r>
            <a:br>
              <a:rPr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pātraṅgaḷil naṙuveṇṇa</a:t>
            </a:r>
            <a:endParaRPr sz="5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For lunch, he carries a small pot of milk rice in other pots, fresh butter for friends he adores.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ellām eḍuttoru uṙiyil veccu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nannāy variññaṅgu keṭṭi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tūkkunna ninde pūmēni tellu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vāḍumō bhārattāl uṇṇi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None/>
            </a:pPr>
            <a:r>
              <a:rPr lang="en-US" sz="4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He’s bundled them in a sling, gently dangling from his shoulders. O Lord, can your blossom-soft body bear such weight without tiring?</a:t>
            </a:r>
            <a:endParaRPr sz="48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tārō taka tintaka tārō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tintaka tintaka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tārō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Chorus of exultation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FFFFF"/>
              </a:buClr>
              <a:buSzPts val="5400"/>
            </a:pPr>
            <a:r>
              <a:rPr lang="en-US" sz="4800" dirty="0" err="1" smtClean="0">
                <a:solidFill>
                  <a:srgbClr val="FFFFFF"/>
                </a:solidFill>
              </a:rPr>
              <a:t>nī</a:t>
            </a:r>
            <a:r>
              <a:rPr lang="en-US" sz="4800" dirty="0" smtClean="0">
                <a:solidFill>
                  <a:srgbClr val="FFFFFF"/>
                </a:solidFill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</a:rPr>
              <a:t>nivarnnonnu</a:t>
            </a:r>
            <a:r>
              <a:rPr lang="en-US" sz="4800" dirty="0" smtClean="0">
                <a:solidFill>
                  <a:srgbClr val="FFFFFF"/>
                </a:solidFill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</a:rPr>
              <a:t>naḍannāl</a:t>
            </a:r>
            <a:r>
              <a:rPr lang="en-US" sz="4800" dirty="0" smtClean="0">
                <a:solidFill>
                  <a:srgbClr val="FFFFFF"/>
                </a:solidFill>
              </a:rPr>
              <a:t/>
            </a:r>
            <a:br>
              <a:rPr lang="en-US" sz="4800" dirty="0" smtClean="0">
                <a:solidFill>
                  <a:srgbClr val="FFFFFF"/>
                </a:solidFill>
              </a:rPr>
            </a:br>
            <a:r>
              <a:rPr lang="en-US" sz="4800" dirty="0" err="1" smtClean="0">
                <a:solidFill>
                  <a:srgbClr val="FFFFFF"/>
                </a:solidFill>
              </a:rPr>
              <a:t>bhumidēvi</a:t>
            </a:r>
            <a:r>
              <a:rPr lang="en-US" sz="4800" dirty="0" smtClean="0">
                <a:solidFill>
                  <a:srgbClr val="FFFFFF"/>
                </a:solidFill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</a:rPr>
              <a:t>puḷakitayākum</a:t>
            </a:r>
            <a:r>
              <a:rPr lang="en-US" sz="4800" dirty="0" smtClean="0">
                <a:solidFill>
                  <a:srgbClr val="FFFFFF"/>
                </a:solidFill>
              </a:rPr>
              <a:t/>
            </a:r>
            <a:br>
              <a:rPr lang="en-US" sz="4800" dirty="0" smtClean="0">
                <a:solidFill>
                  <a:srgbClr val="FFFFFF"/>
                </a:solidFill>
              </a:rPr>
            </a:br>
            <a:r>
              <a:rPr lang="en-US" sz="4800" dirty="0" err="1" smtClean="0">
                <a:solidFill>
                  <a:srgbClr val="FFFFFF"/>
                </a:solidFill>
              </a:rPr>
              <a:t>gōkkaḷum</a:t>
            </a:r>
            <a:r>
              <a:rPr lang="en-US" sz="4800" dirty="0" smtClean="0">
                <a:solidFill>
                  <a:srgbClr val="FFFFFF"/>
                </a:solidFill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</a:rPr>
              <a:t>gōparum</a:t>
            </a:r>
            <a:r>
              <a:rPr lang="en-US" sz="4800" dirty="0" smtClean="0">
                <a:solidFill>
                  <a:srgbClr val="FFFFFF"/>
                </a:solidFill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</a:rPr>
              <a:t>oppam</a:t>
            </a:r>
            <a:r>
              <a:rPr lang="en-US" sz="4800" dirty="0" smtClean="0">
                <a:solidFill>
                  <a:srgbClr val="FFFFFF"/>
                </a:solidFill>
              </a:rPr>
              <a:t/>
            </a:r>
            <a:br>
              <a:rPr lang="en-US" sz="4800" dirty="0" smtClean="0">
                <a:solidFill>
                  <a:srgbClr val="FFFFFF"/>
                </a:solidFill>
              </a:rPr>
            </a:br>
            <a:r>
              <a:rPr lang="en-US" sz="4800" dirty="0" err="1" smtClean="0">
                <a:solidFill>
                  <a:srgbClr val="FFFFFF"/>
                </a:solidFill>
              </a:rPr>
              <a:t>gōpimārum</a:t>
            </a:r>
            <a:r>
              <a:rPr lang="en-US" sz="4800" dirty="0" smtClean="0">
                <a:solidFill>
                  <a:srgbClr val="FFFFFF"/>
                </a:solidFill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</a:rPr>
              <a:t>ēṙe</a:t>
            </a:r>
            <a:r>
              <a:rPr lang="en-US" sz="4800" dirty="0" smtClean="0">
                <a:solidFill>
                  <a:srgbClr val="FFFFFF"/>
                </a:solidFill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</a:rPr>
              <a:t>rasiccīḍum</a:t>
            </a:r>
            <a:endParaRPr sz="48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>
              <a:spcBef>
                <a:spcPts val="0"/>
              </a:spcBef>
              <a:buClr>
                <a:srgbClr val="FFFF00"/>
              </a:buClr>
              <a:buSzPts val="4800"/>
            </a:pPr>
            <a:r>
              <a:rPr lang="en-US" sz="4800" dirty="0" smtClean="0">
                <a:solidFill>
                  <a:srgbClr val="FFFF00"/>
                </a:solidFill>
              </a:rPr>
              <a:t>When you walk, tall and strong, the Earth herself rejoices. The cows, the cowherd boys, and the </a:t>
            </a:r>
            <a:r>
              <a:rPr lang="en-US" sz="4800" dirty="0" err="1" smtClean="0">
                <a:solidFill>
                  <a:srgbClr val="FFFF00"/>
                </a:solidFill>
              </a:rPr>
              <a:t>gopikas</a:t>
            </a:r>
            <a:r>
              <a:rPr lang="en-US" sz="4800" dirty="0" smtClean="0">
                <a:solidFill>
                  <a:srgbClr val="FFFF00"/>
                </a:solidFill>
              </a:rPr>
              <a:t> are filled with joy at your presence.</a:t>
            </a:r>
            <a:endParaRPr sz="4800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lang="en-US" sz="48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centāmara-pūkkaḷ</a:t>
            </a:r>
            <a:r>
              <a:rPr lang="en-US" sz="48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vellum </a:t>
            </a:r>
            <a:r>
              <a:rPr lang="en-US" sz="48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ninde</a:t>
            </a:r>
            <a:r>
              <a:rPr lang="en-US" sz="48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8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centaḷir-pādaṅgaḷ</a:t>
            </a:r>
            <a:r>
              <a:rPr lang="en-US" sz="48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pāril</a:t>
            </a:r>
            <a:r>
              <a:rPr lang="en-US" sz="48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8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cintunnu</a:t>
            </a:r>
            <a:r>
              <a:rPr lang="en-US" sz="48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śōbhayāl</a:t>
            </a:r>
            <a:r>
              <a:rPr lang="en-US" sz="48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uḷḷam</a:t>
            </a:r>
            <a:r>
              <a:rPr lang="en-US" sz="48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8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ennum</a:t>
            </a:r>
            <a:r>
              <a:rPr lang="en-US" sz="48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antastham</a:t>
            </a:r>
            <a:r>
              <a:rPr lang="en-US" sz="48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āyiriykkēṇam</a:t>
            </a:r>
            <a:endParaRPr sz="48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None/>
            </a:pPr>
            <a:r>
              <a:rPr lang="en-US" sz="4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Krishna, even red lotuses must bow before the beauty of your sacred feet. May my heart dive deep into the light that radiates from them.</a:t>
            </a:r>
            <a:endParaRPr sz="48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tārō taka tintaka tārō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tintaka tintaka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tārō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Chorus of exultation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kāruṇya-vāridhē kṛṣṇā – tava</a:t>
            </a:r>
            <a:br>
              <a:rPr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kālkal arppiykkunni janmam</a:t>
            </a:r>
            <a:br>
              <a:rPr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tāvaka kāruṇya-varṣam</a:t>
            </a:r>
            <a:br>
              <a:rPr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ennil ēkaṇam prēma-piyūṣam</a:t>
            </a:r>
            <a:endParaRPr sz="5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000"/>
              <a:buNone/>
            </a:pPr>
            <a:r>
              <a:rPr lang="en-US" sz="50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Krishna, O ocean of compassion, I lay my life at your lotus feet. By your grace alone, may I be blessed with the nectar of your love.</a:t>
            </a:r>
            <a:endParaRPr sz="50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tārō taka tintaka tārō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tintaka tintaka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tārō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Chorus of exultation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482</Words>
  <Application>Microsoft Office PowerPoint</Application>
  <PresentationFormat>On-screen Show (4:3)</PresentationFormat>
  <Paragraphs>45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gōlōka-pālakan kaṇṇan – Tintaka tintaka taro  (long version)</vt:lpstr>
      <vt:lpstr>tintaka tintaka tārō taka tintaka tārō tintaka tintaka tintaka tintaka tintaka tintaka tārō</vt:lpstr>
      <vt:lpstr> gōlōka-pālakan kaṇṇan annu gōkkaḷe mēykkān iṙaṅgi ārum koticcu pōyiḍum tasya bālaka-sundara-rūpam</vt:lpstr>
      <vt:lpstr> cēlotta vārmuḍi keṭṭil oru cēṇuṫṫa pīli tiruki tuṅgi kiḍakkunnu tellu atil cūḍiya mullappū-māla</vt:lpstr>
      <vt:lpstr>tintaka tintaka tārō taka tintaka tārō tintaka tintaka tintaka tintaka tintaka tintaka tārō</vt:lpstr>
      <vt:lpstr>nīlāḷakaṅgaḷ paṙakkum tiru neṫṫiyil gōpimaṇ poṭṭum vallavimāre mayakkum nalla cilliyugaḷaṅgaḷ cemmē</vt:lpstr>
      <vt:lpstr>vāliṭṭ-ezhutiya kaṇṇil ninnum mūṙunnu kāruṇya-bhāvam kātile kuṇḍala-śōbha māṫṫu kūṭṭunna gaṇḍa-sthalaṅgaḷ</vt:lpstr>
      <vt:lpstr>tintaka tintaka tārō taka tintaka tārō tintaka tintaka tintaka tintaka tintaka tintaka tārō</vt:lpstr>
      <vt:lpstr>centoṇḍi vāy malar tūkum naṙumanda hāsābhayiteṅgum vārtiṅkaḷ mōhiccu pōkum tava mōhaka mugda-vadanam</vt:lpstr>
      <vt:lpstr>śrīvatsa vakṣasil ninnum veṙiṭṭu pōkāt-iriykkān pāḍupeṭṭ-oṭṭiyiriykkum tava nalla pulinakha-māla</vt:lpstr>
      <vt:lpstr>tintaka tintaka tārō taka tintaka tārō tintaka tintaka tintaka tintaka tintaka tintaka tārō</vt:lpstr>
      <vt:lpstr>āḍi-kaḷiykkunnu māṙil mōḍi kūṭṭum ēṙe vanamāla kayyil oru kālikkōlum – maṙu kayyil kaḷiykkuvān pantum</vt:lpstr>
      <vt:lpstr>pītāmbara-paṭṭu cuṫṫi atil mīte aramaṇi cārtti gōkulam pāḍi uṇarttum nalla kōlakkuzhalum tiruki</vt:lpstr>
      <vt:lpstr>tintaka tintaka tārō taka tintaka tārō tintaka tintaka tintaka tintaka tintaka tintaka tārō</vt:lpstr>
      <vt:lpstr> uccaykk-amṛtēttināyi – ceṙu pātrattil nalla pāl cōṙum kūṭṭukārkk-ēkuvānāyi – maṫṫu pātraṅgaḷil naṙuveṇṇa</vt:lpstr>
      <vt:lpstr>ellām eḍuttoru uṙiyil veccu nannāy variññaṅgu keṭṭi tūkkunna ninde pūmēni tellu vāḍumō bhārattāl uṇṇi</vt:lpstr>
      <vt:lpstr>tintaka tintaka tārō taka tintaka tārō tintaka tintaka tintaka tintaka tintaka tintaka tārō</vt:lpstr>
      <vt:lpstr>nī nivarnnonnu naḍannāl bhumidēvi puḷakitayākum gōkkaḷum gōparum oppam gōpimārum ēṙe rasiccīḍum</vt:lpstr>
      <vt:lpstr>centāmara-pūkkaḷ vellum ninde centaḷir-pādaṅgaḷ pāril cintunnu śōbhayāl uḷḷam ennum antastham āyiriykkēṇam</vt:lpstr>
      <vt:lpstr>tintaka tintaka tārō taka tintaka tārō tintaka tintaka tintaka tintaka tintaka tintaka tārō</vt:lpstr>
      <vt:lpstr>kāruṇya-vāridhē kṛṣṇā – tava kālkal arppiykkunni janmam tāvaka kāruṇya-varṣam ennil ēkaṇam prēma-piyūṣam</vt:lpstr>
      <vt:lpstr>tintaka tintaka tārō taka tintaka tārō tintaka tintaka tintaka tintaka tintaka tintaka tārō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gōlōka-pālakan kaṇṇan – Tintaka tintaka taro  (long version)</dc:title>
  <dc:creator>Amrita</dc:creator>
  <cp:lastModifiedBy>Amrita</cp:lastModifiedBy>
  <cp:revision>3</cp:revision>
  <dcterms:created xsi:type="dcterms:W3CDTF">2025-06-30T09:08:13Z</dcterms:created>
  <dcterms:modified xsi:type="dcterms:W3CDTF">2025-08-31T17:15:09Z</dcterms:modified>
</cp:coreProperties>
</file>