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3F985-7646-4F56-A4CA-5770F33D972E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38A9D-1C56-4FE7-A703-0BAB0D7D9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ninna nōḍuttalē karagidenammā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ninna nōḍuttalē karagidenammā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bhaktiya jōtegē jñānava nīḍammā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Seeing you, O Mother, I melt within. Please bless me with devotion and the gift of true knowledge.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ajñānada mōhadinda dāri tappihenu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ninna śaraṇāgatiyali nijava kaṇḍenu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Lost in the confusion of ignorance and delusion, I had strayed from the path—but in surrendering at your feet, I have found what is real.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"ātmanastu kāmāya" endu śrutiyu sārutidē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ātmana icchegāgi ellavū priyavāguvudu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The Upanishadic truth proclaims: “For the sake of the Self, all things are loved.” It is only for the sake of the Self that anything becomes dear.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ī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jagavu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āsegaḷā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cakradali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tirugutidē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karma-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phalava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tyajisi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nā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yōgadi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sthiragoḷḷali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This world spins endlessly in the wheel of desires. Let me renounce the fruits of action and become steady in yoga.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ātmanastu kāmāya sarvam priyaṁ bhavati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Everything is dear for the sake of the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bāḷalli baṙuvudellā ninna kṛpeyendu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svīkarisuve enna śānta hṛdaya sannidhiyalli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Everything that comes in life, may I accept as your grace. With a peaceful heart, may I receive it in the sanctuary of your presence.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raviya tējavuḷḷa ninna nayana kiraṇagaḷu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enna dēha manavannu pariśuddhagoḷisali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the radiant beams of your sun-like eyes purify my body and my mind.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ātmanastu kāmāya sarvaṁ priyam bhavati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Everything is dear for the sake of the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ī dharma-mārgadi śraddhe nannalludisali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satya jāgṛtagoḷipa nauke nānērali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Let me be filled with unwavering faith upon this path of dharma. May I become the sailor of the boat awakened by truth.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mānava rūpa taḷedu bhuviyall-avatarisidē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durgē… durgē… ninna pādake śaraṇu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You, who have taken human form upon this earth, O Durga… Durga… I take refuge at your sacred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ātmanastu kāmāya sarvam priyam bhavati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Everything is dear for the sake of the 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ninna nōḍuttalē karagidenammā</vt:lpstr>
      <vt:lpstr>ninna nōḍuttalē karagidenammā bhaktiya jōtegē jñānava nīḍammā</vt:lpstr>
      <vt:lpstr>ajñānada mōhadinda dāri tappihenu ninna śaraṇāgatiyali nijava kaṇḍenu</vt:lpstr>
      <vt:lpstr>"ātmanastu kāmāya" endu śrutiyu sārutidē ātmana icchegāgi ellavū priyavāguvudu</vt:lpstr>
      <vt:lpstr>ī jagavu āsegaḷā cakradali tirugutidē karma-phalava tyajisi nā yōgadi sthiragoḷḷali</vt:lpstr>
      <vt:lpstr>ātmanastu kāmāya sarvam priyaṁ bhavati </vt:lpstr>
      <vt:lpstr>bāḷalli baṙuvudellā ninna kṛpeyendu svīkarisuve enna śānta hṛdaya sannidhiyalli</vt:lpstr>
      <vt:lpstr>raviya tējavuḷḷa ninna nayana kiraṇagaḷu  enna dēha manavannu pariśuddhagoḷisali</vt:lpstr>
      <vt:lpstr>ātmanastu kāmāya sarvaṁ priyam bhavati </vt:lpstr>
      <vt:lpstr>ī dharma-mārgadi śraddhe nannalludisali satya jāgṛtagoḷipa nauke nānērali</vt:lpstr>
      <vt:lpstr>mānava rūpa taḷedu bhuviyall-avatarisidē durgē… durgē… ninna pādake śaraṇu</vt:lpstr>
      <vt:lpstr>ātmanastu kāmāya sarvam priyam bhavati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ninna nōḍuttalē karagidenammā</dc:title>
  <dc:creator>Amrita</dc:creator>
  <cp:lastModifiedBy>Amrita</cp:lastModifiedBy>
  <cp:revision>1</cp:revision>
  <dcterms:created xsi:type="dcterms:W3CDTF">2025-07-06T17:54:57Z</dcterms:created>
  <dcterms:modified xsi:type="dcterms:W3CDTF">2025-07-06T17:57:09Z</dcterms:modified>
</cp:coreProperties>
</file>