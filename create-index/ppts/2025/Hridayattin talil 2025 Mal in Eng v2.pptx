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A609D-48D7-4685-9E3E-E8751C377FAD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3828F-7CBA-4694-AE32-85BA7C4D02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hṛdayattin tāḷil ñān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hṛdayattin tāḷil ñān aśru-kaṇaṅgaḷāl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ezhutiya sandēśam eṅgu pōyi?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Krishna! Where has the message I wrote with teardrops on the pages of my heart gone?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kaṇṇā ninakkāy ñān nimiṣaṅgaḷ yugam-ākki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kāttirikkunnatu maṙannu pōyō?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Have you forgotten that I am waiting for you, each moment stretching into an aeon?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virahattin nombaram nī aṙiññīḍukil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vṛndāvanatte veḍiññīḍumō?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Would you have ever left Vrindavan, Krishna, if you truly knew the agony of separation that I now endure?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piḍayunnor-ōrmakaḷil eriyānī rādhaykku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virahāgni nalki nī eṅgu pōyi? 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Where have you gone, leaving Radha to bear the searing anguish of love’s longing?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kaṇṇinnu kaṇṇāya kaṇṇan illāttoru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vṛndāvanattil inn-andhakāram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Without you—the inner eye of our self—Vrindavan lies cloaked in darkness.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nin mandahāsattin pūnilā-pāloḷi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ennī vrajattinn-iruḷ nīkkiḍum? 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When will the radiant bloom of your smile once more bathe this land in light?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divya-līlakaḷ dhanyamāy tīrttorī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puṇya-dēśattinde vīthikaḷil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Krishna, in this sacred land where you once played your divine leela,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 divya-madhuramām smaraṇayilūḍ-ennum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kaṇṇane tēḍi naḍakkum en mānasam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heart—immersed in your sweet and sacred memories—wanders ceaselessly in search of 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hṛdayattin tāḷil ñān</vt:lpstr>
      <vt:lpstr>hṛdayattin tāḷil ñān aśru-kaṇaṅgaḷāl ezhutiya sandēśam eṅgu pōyi? </vt:lpstr>
      <vt:lpstr>kaṇṇā ninakkāy ñān nimiṣaṅgaḷ yugam-ākki kāttirikkunnatu maṙannu pōyō? </vt:lpstr>
      <vt:lpstr>  virahattin nombaram nī aṙiññīḍukil vṛndāvanatte veḍiññīḍumō? </vt:lpstr>
      <vt:lpstr>piḍayunnor-ōrmakaḷil eriyānī rādhaykku virahāgni nalki nī eṅgu pōyi? </vt:lpstr>
      <vt:lpstr>  kaṇṇinnu kaṇṇāya kaṇṇan illāttoru vṛndāvanattil inn-andhakāram</vt:lpstr>
      <vt:lpstr>nin mandahāsattin pūnilā-pāloḷi ennī vrajattinn-iruḷ nīkkiḍum? </vt:lpstr>
      <vt:lpstr>  nin divya-līlakaḷ dhanyamāy tīrttorī puṇya-dēśattinde vīthikaḷil</vt:lpstr>
      <vt:lpstr>ā divya-madhuramām smaraṇayilūḍ-ennum kaṇṇane tēḍi naḍakkum en mānasam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hṛdayattin tāḷil ñān</dc:title>
  <dc:creator>Amrita</dc:creator>
  <cp:lastModifiedBy>Amrita</cp:lastModifiedBy>
  <cp:revision>1</cp:revision>
  <dcterms:created xsi:type="dcterms:W3CDTF">2025-09-20T14:33:33Z</dcterms:created>
  <dcterms:modified xsi:type="dcterms:W3CDTF">2025-09-20T14:35:04Z</dcterms:modified>
</cp:coreProperties>
</file>