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1" r:id="rId2"/>
    <p:sldId id="298" r:id="rId3"/>
    <p:sldId id="299" r:id="rId4"/>
    <p:sldId id="300" r:id="rId5"/>
    <p:sldId id="292" r:id="rId6"/>
    <p:sldId id="301" r:id="rId7"/>
    <p:sldId id="293" r:id="rId8"/>
    <p:sldId id="302" r:id="rId9"/>
    <p:sldId id="294" r:id="rId10"/>
    <p:sldId id="303" r:id="rId11"/>
    <p:sldId id="295" r:id="rId12"/>
    <p:sldId id="304" r:id="rId13"/>
    <p:sldId id="296" r:id="rId14"/>
    <p:sldId id="305" r:id="rId15"/>
    <p:sldId id="29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pūjaykk-irikkumbōḷ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pūjaykk-irikkumbōḷ</a:t>
            </a:r>
            <a:r>
              <a:rPr lang="en-US" sz="6000" dirty="0" smtClean="0"/>
              <a:t> en </a:t>
            </a:r>
            <a:r>
              <a:rPr lang="en-US" sz="6000" dirty="0" err="1" smtClean="0"/>
              <a:t>manaḥ</a:t>
            </a:r>
            <a:r>
              <a:rPr lang="en-US" sz="6000" dirty="0" smtClean="0"/>
              <a:t> - </a:t>
            </a:r>
            <a:r>
              <a:rPr lang="en-US" sz="6000" dirty="0" err="1" smtClean="0"/>
              <a:t>kōvilil</a:t>
            </a:r>
            <a:r>
              <a:rPr lang="en-US" sz="6000" dirty="0" smtClean="0"/>
              <a:t> </a:t>
            </a:r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prārthana</a:t>
            </a:r>
            <a:r>
              <a:rPr lang="en-US" sz="6000" dirty="0" smtClean="0"/>
              <a:t> </a:t>
            </a:r>
            <a:r>
              <a:rPr lang="en-US" sz="6000" dirty="0" err="1" smtClean="0"/>
              <a:t>udicc-uyarnnu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Today, as I sat to worship you, a prayer arose in the temple of my heart</a:t>
            </a:r>
            <a:r>
              <a:rPr lang="en-US" sz="6600" dirty="0" smtClean="0">
                <a:solidFill>
                  <a:srgbClr val="FFFF00"/>
                </a:solidFill>
              </a:rPr>
              <a:t>: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muzhuvan</a:t>
            </a:r>
            <a:r>
              <a:rPr lang="en-US" sz="6000" dirty="0" smtClean="0"/>
              <a:t> </a:t>
            </a:r>
            <a:r>
              <a:rPr lang="en-US" sz="6000" dirty="0" err="1" smtClean="0"/>
              <a:t>brahmāṇḍavum</a:t>
            </a:r>
            <a:r>
              <a:rPr lang="en-US" sz="6000" dirty="0" smtClean="0"/>
              <a:t> </a:t>
            </a:r>
            <a:r>
              <a:rPr lang="en-US" sz="6000" dirty="0" err="1" smtClean="0"/>
              <a:t>niṙam-ārnna</a:t>
            </a:r>
            <a:r>
              <a:rPr lang="en-US" sz="6000" dirty="0" smtClean="0"/>
              <a:t> </a:t>
            </a:r>
            <a:r>
              <a:rPr lang="en-US" sz="6000" dirty="0" err="1" smtClean="0"/>
              <a:t>pūjā</a:t>
            </a:r>
            <a:r>
              <a:rPr lang="en-US" sz="6000" dirty="0" smtClean="0"/>
              <a:t>-</a:t>
            </a:r>
            <a:br>
              <a:rPr lang="en-US" sz="6000" dirty="0" smtClean="0"/>
            </a:br>
            <a:r>
              <a:rPr lang="en-US" sz="6000" dirty="0" err="1" smtClean="0"/>
              <a:t>puṣpaṅgaḷe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> </a:t>
            </a:r>
            <a:r>
              <a:rPr lang="en-US" sz="6000" dirty="0" err="1" smtClean="0"/>
              <a:t>śōbha</a:t>
            </a:r>
            <a:r>
              <a:rPr lang="en-US" sz="6000" dirty="0" smtClean="0"/>
              <a:t> </a:t>
            </a:r>
            <a:r>
              <a:rPr lang="en-US" sz="6000" dirty="0" err="1" smtClean="0"/>
              <a:t>ārnnīḍaṭṭe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May </a:t>
            </a:r>
            <a:r>
              <a:rPr lang="en-US" sz="6000" dirty="0" smtClean="0">
                <a:solidFill>
                  <a:srgbClr val="FFFF00"/>
                </a:solidFill>
              </a:rPr>
              <a:t>the entire cosmos become like many-colored flowers of offering,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sugandham</a:t>
            </a:r>
            <a:r>
              <a:rPr lang="en-US" sz="6000" dirty="0" smtClean="0"/>
              <a:t> </a:t>
            </a:r>
            <a:r>
              <a:rPr lang="en-US" sz="6000" dirty="0" err="1" smtClean="0"/>
              <a:t>parattunna</a:t>
            </a:r>
            <a:r>
              <a:rPr lang="en-US" sz="6000" dirty="0" smtClean="0"/>
              <a:t> </a:t>
            </a:r>
            <a:r>
              <a:rPr lang="en-US" sz="6000" dirty="0" err="1" smtClean="0"/>
              <a:t>candanattiri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orumayuḍe</a:t>
            </a:r>
            <a:r>
              <a:rPr lang="en-US" sz="6000" dirty="0" smtClean="0"/>
              <a:t> </a:t>
            </a:r>
            <a:r>
              <a:rPr lang="en-US" sz="6000" dirty="0" err="1" smtClean="0"/>
              <a:t>sugandham</a:t>
            </a:r>
            <a:r>
              <a:rPr lang="en-US" sz="6000" dirty="0" smtClean="0"/>
              <a:t> </a:t>
            </a:r>
            <a:r>
              <a:rPr lang="en-US" sz="6000" dirty="0" err="1" smtClean="0"/>
              <a:t>parattīḍaṭṭe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and </a:t>
            </a:r>
            <a:r>
              <a:rPr lang="en-US" sz="6000" dirty="0" smtClean="0">
                <a:solidFill>
                  <a:srgbClr val="FFFF00"/>
                </a:solidFill>
              </a:rPr>
              <a:t>like fragrant incense, may all beings spread the scent of oneness.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ārati</a:t>
            </a:r>
            <a:r>
              <a:rPr lang="en-US" sz="6600" dirty="0" smtClean="0"/>
              <a:t> </a:t>
            </a:r>
            <a:r>
              <a:rPr lang="en-US" sz="6600" dirty="0" err="1" smtClean="0"/>
              <a:t>taṭṭile</a:t>
            </a:r>
            <a:r>
              <a:rPr lang="en-US" sz="6600" dirty="0" smtClean="0"/>
              <a:t> </a:t>
            </a:r>
            <a:r>
              <a:rPr lang="en-US" sz="6600" dirty="0" err="1" smtClean="0"/>
              <a:t>niścala-dīpam</a:t>
            </a:r>
            <a:r>
              <a:rPr lang="en-US" sz="6600" dirty="0" smtClean="0"/>
              <a:t> </a:t>
            </a:r>
            <a:r>
              <a:rPr lang="en-US" sz="6600" dirty="0" err="1" smtClean="0"/>
              <a:t>pōle</a:t>
            </a:r>
            <a:r>
              <a:rPr lang="en-US" sz="6600" dirty="0" smtClean="0"/>
              <a:t> - </a:t>
            </a:r>
            <a:r>
              <a:rPr lang="en-US" sz="6600" dirty="0" err="1" smtClean="0"/>
              <a:t>ēvarkkum</a:t>
            </a:r>
            <a:r>
              <a:rPr lang="en-US" sz="6600" dirty="0" smtClean="0"/>
              <a:t> </a:t>
            </a:r>
            <a:r>
              <a:rPr lang="en-US" sz="6600" dirty="0" err="1" smtClean="0"/>
              <a:t>manam</a:t>
            </a:r>
            <a:r>
              <a:rPr lang="en-US" sz="6600" dirty="0" smtClean="0"/>
              <a:t> </a:t>
            </a:r>
            <a:r>
              <a:rPr lang="en-US" sz="6600" dirty="0" err="1" smtClean="0"/>
              <a:t>niścalam</a:t>
            </a:r>
            <a:r>
              <a:rPr lang="en-US" sz="6600" dirty="0" smtClean="0"/>
              <a:t> </a:t>
            </a:r>
            <a:r>
              <a:rPr lang="en-US" sz="6600" dirty="0" err="1" smtClean="0"/>
              <a:t>ākaṭṭe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Like the steady flame upon the </a:t>
            </a:r>
            <a:r>
              <a:rPr lang="en-US" sz="5400" dirty="0" err="1" smtClean="0">
                <a:solidFill>
                  <a:srgbClr val="FFFF00"/>
                </a:solidFill>
              </a:rPr>
              <a:t>arati</a:t>
            </a:r>
            <a:r>
              <a:rPr lang="en-US" sz="5400" dirty="0" smtClean="0">
                <a:solidFill>
                  <a:srgbClr val="FFFF00"/>
                </a:solidFill>
              </a:rPr>
              <a:t> plate, may every mind become calm and unmoving. 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taṭṭil</a:t>
            </a:r>
            <a:r>
              <a:rPr lang="en-US" sz="6000" dirty="0" smtClean="0"/>
              <a:t> </a:t>
            </a:r>
            <a:r>
              <a:rPr lang="en-US" sz="6000" dirty="0" err="1" smtClean="0"/>
              <a:t>niṙaññu</a:t>
            </a:r>
            <a:r>
              <a:rPr lang="en-US" sz="6000" dirty="0" smtClean="0"/>
              <a:t> </a:t>
            </a:r>
            <a:r>
              <a:rPr lang="en-US" sz="6000" dirty="0" err="1" smtClean="0"/>
              <a:t>nilkkum</a:t>
            </a:r>
            <a:r>
              <a:rPr lang="en-US" sz="6000" dirty="0" smtClean="0"/>
              <a:t> </a:t>
            </a:r>
            <a:r>
              <a:rPr lang="en-US" sz="6000" dirty="0" err="1" smtClean="0"/>
              <a:t>eṇṇa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> </a:t>
            </a:r>
            <a:r>
              <a:rPr lang="en-US" sz="6000" dirty="0" err="1" smtClean="0"/>
              <a:t>sadā</a:t>
            </a:r>
            <a:r>
              <a:rPr lang="en-US" sz="6000" dirty="0" smtClean="0"/>
              <a:t> - </a:t>
            </a:r>
            <a:r>
              <a:rPr lang="en-US" sz="6000" dirty="0" err="1" smtClean="0"/>
              <a:t>brahmāṇḍam</a:t>
            </a:r>
            <a:r>
              <a:rPr lang="en-US" sz="6000" dirty="0" smtClean="0"/>
              <a:t> </a:t>
            </a:r>
            <a:r>
              <a:rPr lang="en-US" sz="6000" dirty="0" err="1" smtClean="0"/>
              <a:t>muzhuvan</a:t>
            </a:r>
            <a:r>
              <a:rPr lang="en-US" sz="6000" dirty="0" smtClean="0"/>
              <a:t> </a:t>
            </a:r>
            <a:r>
              <a:rPr lang="en-US" sz="6000" dirty="0" err="1" smtClean="0"/>
              <a:t>maṅgaḷam</a:t>
            </a:r>
            <a:r>
              <a:rPr lang="en-US" sz="6000" dirty="0" smtClean="0"/>
              <a:t> </a:t>
            </a:r>
            <a:r>
              <a:rPr lang="en-US" sz="6000" dirty="0" err="1" smtClean="0"/>
              <a:t>niṙayaṭṭe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Like </a:t>
            </a:r>
            <a:r>
              <a:rPr lang="en-US" sz="6000" dirty="0" smtClean="0">
                <a:solidFill>
                  <a:srgbClr val="FFFF00"/>
                </a:solidFill>
              </a:rPr>
              <a:t>the oil that fills the lamp, may well-being fill the entire cosmos.</a:t>
            </a:r>
            <a:endParaRPr lang="en-US" sz="60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tṛppādaṅgaḷil</a:t>
            </a:r>
            <a:r>
              <a:rPr lang="en-US" sz="6600" dirty="0" smtClean="0"/>
              <a:t> </a:t>
            </a:r>
            <a:r>
              <a:rPr lang="en-US" sz="6600" dirty="0" err="1" smtClean="0"/>
              <a:t>vīṇu</a:t>
            </a:r>
            <a:r>
              <a:rPr lang="en-US" sz="6600" dirty="0" smtClean="0"/>
              <a:t> </a:t>
            </a:r>
            <a:r>
              <a:rPr lang="en-US" sz="6600" dirty="0" err="1" smtClean="0"/>
              <a:t>kiḍakkunna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pūvinde</a:t>
            </a:r>
            <a:r>
              <a:rPr lang="en-US" sz="6600" dirty="0" smtClean="0"/>
              <a:t> </a:t>
            </a:r>
            <a:r>
              <a:rPr lang="en-US" sz="6600" dirty="0" err="1" smtClean="0"/>
              <a:t>itaḷukaḷ</a:t>
            </a:r>
            <a:r>
              <a:rPr lang="en-US" sz="6600" dirty="0" smtClean="0"/>
              <a:t> </a:t>
            </a:r>
            <a:r>
              <a:rPr lang="en-US" sz="6600" dirty="0" err="1" smtClean="0"/>
              <a:t>pōle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Like each petal that blissfully falls at Your divine feet, may all beings in the universe offer daily worship.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brahmāṇḍaṅgaḷile</a:t>
            </a:r>
            <a:r>
              <a:rPr lang="en-US" sz="6000" dirty="0" smtClean="0"/>
              <a:t> </a:t>
            </a:r>
            <a:r>
              <a:rPr lang="en-US" sz="6000" dirty="0" err="1" smtClean="0"/>
              <a:t>jīvajālaṅgaḷ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ellām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nityōpāsana</a:t>
            </a:r>
            <a:r>
              <a:rPr lang="en-US" sz="6000" dirty="0" smtClean="0"/>
              <a:t> </a:t>
            </a:r>
            <a:r>
              <a:rPr lang="en-US" sz="6000" dirty="0" err="1" smtClean="0"/>
              <a:t>ceyyumāṙ-ākaṭṭe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Like each petal that blissfully falls at Your divine feet, may all beings in the universe offer daily worship.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śānti</a:t>
            </a:r>
            <a:r>
              <a:rPr lang="en-US" sz="6000" dirty="0" smtClean="0"/>
              <a:t> </a:t>
            </a:r>
            <a:r>
              <a:rPr lang="en-US" sz="6000" dirty="0" err="1" smtClean="0"/>
              <a:t>samādhānam</a:t>
            </a:r>
            <a:r>
              <a:rPr lang="en-US" sz="6000" dirty="0" smtClean="0"/>
              <a:t> </a:t>
            </a:r>
            <a:r>
              <a:rPr lang="en-US" sz="6000" dirty="0" err="1" smtClean="0"/>
              <a:t>ānandam</a:t>
            </a:r>
            <a:r>
              <a:rPr lang="en-US" sz="6000" dirty="0" smtClean="0"/>
              <a:t> </a:t>
            </a:r>
            <a:r>
              <a:rPr lang="en-US" sz="6000" dirty="0" err="1" smtClean="0"/>
              <a:t>āhlādam</a:t>
            </a:r>
            <a:r>
              <a:rPr lang="en-US" sz="6000" dirty="0" smtClean="0"/>
              <a:t> - </a:t>
            </a:r>
            <a:r>
              <a:rPr lang="en-US" sz="6000" dirty="0" err="1" smtClean="0"/>
              <a:t>śaṅkhu-pūraṇam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> </a:t>
            </a:r>
            <a:r>
              <a:rPr lang="en-US" sz="6000" dirty="0" err="1" smtClean="0"/>
              <a:t>pakarumāṙ-ākaṭṭe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peace and joy spread in every direction. Like the sound that rises when the conch is blown,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hṛdayaṅgaḷil</a:t>
            </a:r>
            <a:r>
              <a:rPr lang="en-US" sz="5400" dirty="0" smtClean="0"/>
              <a:t> </a:t>
            </a:r>
            <a:r>
              <a:rPr lang="en-US" sz="5400" dirty="0" err="1" smtClean="0"/>
              <a:t>ninnum</a:t>
            </a:r>
            <a:r>
              <a:rPr lang="en-US" sz="5400" dirty="0" smtClean="0"/>
              <a:t> </a:t>
            </a:r>
            <a:r>
              <a:rPr lang="en-US" sz="5400" dirty="0" err="1" smtClean="0"/>
              <a:t>ōmkāra-nādam</a:t>
            </a:r>
            <a:r>
              <a:rPr lang="en-US" sz="5400" dirty="0" smtClean="0"/>
              <a:t> - </a:t>
            </a:r>
            <a:r>
              <a:rPr lang="en-US" sz="5400" dirty="0" err="1" smtClean="0"/>
              <a:t>maṇi-nādam</a:t>
            </a:r>
            <a:r>
              <a:rPr lang="en-US" sz="5400" dirty="0" smtClean="0"/>
              <a:t> </a:t>
            </a:r>
            <a:r>
              <a:rPr lang="en-US" sz="5400" dirty="0" err="1" smtClean="0"/>
              <a:t>pōle</a:t>
            </a:r>
            <a:r>
              <a:rPr lang="en-US" sz="5400" dirty="0" smtClean="0"/>
              <a:t> </a:t>
            </a:r>
            <a:r>
              <a:rPr lang="en-US" sz="5400" dirty="0" err="1" smtClean="0"/>
              <a:t>muzhaṅgumāṙ-ākaṭṭe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may </a:t>
            </a:r>
            <a:r>
              <a:rPr lang="en-US" sz="6600" dirty="0" smtClean="0">
                <a:solidFill>
                  <a:srgbClr val="FFFF00"/>
                </a:solidFill>
              </a:rPr>
              <a:t>the sacred </a:t>
            </a:r>
            <a:r>
              <a:rPr lang="en-US" sz="6600" dirty="0" err="1" smtClean="0">
                <a:solidFill>
                  <a:srgbClr val="FFFF00"/>
                </a:solidFill>
              </a:rPr>
              <a:t>Omkara</a:t>
            </a:r>
            <a:r>
              <a:rPr lang="en-US" sz="6600" dirty="0" smtClean="0">
                <a:solidFill>
                  <a:srgbClr val="FFFF00"/>
                </a:solidFill>
              </a:rPr>
              <a:t> resound in every heart like a bell.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karppūra</a:t>
            </a:r>
            <a:r>
              <a:rPr lang="en-US" sz="6600" dirty="0" smtClean="0"/>
              <a:t> </a:t>
            </a:r>
            <a:r>
              <a:rPr lang="en-US" sz="6600" dirty="0" err="1" smtClean="0"/>
              <a:t>dīpam</a:t>
            </a:r>
            <a:r>
              <a:rPr lang="en-US" sz="6600" dirty="0" smtClean="0"/>
              <a:t> </a:t>
            </a:r>
            <a:r>
              <a:rPr lang="en-US" sz="6600" dirty="0" err="1" smtClean="0"/>
              <a:t>katti</a:t>
            </a:r>
            <a:r>
              <a:rPr lang="en-US" sz="6600" dirty="0" smtClean="0"/>
              <a:t> </a:t>
            </a:r>
            <a:r>
              <a:rPr lang="en-US" sz="6600" dirty="0" err="1" smtClean="0"/>
              <a:t>amarnn-onnum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illāte</a:t>
            </a:r>
            <a:r>
              <a:rPr lang="en-US" sz="6600" dirty="0" smtClean="0"/>
              <a:t> </a:t>
            </a:r>
            <a:r>
              <a:rPr lang="en-US" sz="6600" dirty="0" err="1" smtClean="0"/>
              <a:t>āyatu</a:t>
            </a:r>
            <a:r>
              <a:rPr lang="en-US" sz="6600" dirty="0" smtClean="0"/>
              <a:t> </a:t>
            </a:r>
            <a:r>
              <a:rPr lang="en-US" sz="6600" dirty="0" err="1" smtClean="0"/>
              <a:t>pōle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Like camphor that burns itself into nothingness,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nammaḷ</a:t>
            </a:r>
            <a:r>
              <a:rPr lang="en-US" sz="5400" dirty="0" smtClean="0"/>
              <a:t> </a:t>
            </a:r>
            <a:r>
              <a:rPr lang="en-US" sz="5400" dirty="0" err="1" smtClean="0"/>
              <a:t>parasparārpaṇamāyi</a:t>
            </a:r>
            <a:r>
              <a:rPr lang="en-US" sz="5400" dirty="0" smtClean="0"/>
              <a:t> </a:t>
            </a:r>
            <a:r>
              <a:rPr lang="en-US" sz="5400" dirty="0" err="1" smtClean="0"/>
              <a:t>śūnyatayil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onnāyi</a:t>
            </a:r>
            <a:r>
              <a:rPr lang="en-US" sz="5400" dirty="0" smtClean="0"/>
              <a:t> </a:t>
            </a:r>
            <a:r>
              <a:rPr lang="en-US" sz="5400" dirty="0" err="1" smtClean="0"/>
              <a:t>tīrumāṙ-āyiḍaṭṭē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</a:t>
            </a:r>
            <a:r>
              <a:rPr lang="en-US" sz="6000" dirty="0" smtClean="0">
                <a:solidFill>
                  <a:srgbClr val="FFFF00"/>
                </a:solidFill>
              </a:rPr>
              <a:t>us offer ourselves to one another and dissolve into Oneness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onnāya</a:t>
            </a:r>
            <a:r>
              <a:rPr lang="en-US" sz="5400" dirty="0" smtClean="0"/>
              <a:t> </a:t>
            </a:r>
            <a:r>
              <a:rPr lang="en-US" sz="5400" dirty="0" err="1" smtClean="0"/>
              <a:t>nammaḷ</a:t>
            </a:r>
            <a:r>
              <a:rPr lang="en-US" sz="5400" dirty="0" smtClean="0"/>
              <a:t> </a:t>
            </a:r>
            <a:r>
              <a:rPr lang="en-US" sz="5400" dirty="0" err="1" smtClean="0"/>
              <a:t>guruvin</a:t>
            </a:r>
            <a:r>
              <a:rPr lang="en-US" sz="5400" dirty="0" smtClean="0"/>
              <a:t> </a:t>
            </a:r>
            <a:r>
              <a:rPr lang="en-US" sz="5400" dirty="0" err="1" smtClean="0"/>
              <a:t>tṛppādaṅgaḷil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pavitratayārnna</a:t>
            </a:r>
            <a:r>
              <a:rPr lang="en-US" sz="5400" dirty="0" smtClean="0"/>
              <a:t> </a:t>
            </a:r>
            <a:r>
              <a:rPr lang="en-US" sz="5400" dirty="0" err="1" smtClean="0"/>
              <a:t>prasādamāy</a:t>
            </a:r>
            <a:r>
              <a:rPr lang="en-US" sz="5400" dirty="0" smtClean="0"/>
              <a:t> </a:t>
            </a:r>
            <a:r>
              <a:rPr lang="en-US" sz="5400" dirty="0" err="1" smtClean="0"/>
              <a:t>tīraṭṭe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When we become One, let us be a pure offering at the Guru’s lotus feet.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ī </a:t>
            </a:r>
            <a:r>
              <a:rPr lang="en-US" sz="6000" dirty="0" err="1" smtClean="0"/>
              <a:t>prārtthanayil</a:t>
            </a:r>
            <a:r>
              <a:rPr lang="en-US" sz="6000" dirty="0" smtClean="0"/>
              <a:t> </a:t>
            </a:r>
            <a:r>
              <a:rPr lang="en-US" sz="6000" dirty="0" err="1" smtClean="0"/>
              <a:t>sadguru</a:t>
            </a:r>
            <a:r>
              <a:rPr lang="en-US" sz="6000" dirty="0" smtClean="0"/>
              <a:t> </a:t>
            </a:r>
            <a:r>
              <a:rPr lang="en-US" sz="6000" dirty="0" err="1" smtClean="0"/>
              <a:t>tṛptanāy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ēvarilum</a:t>
            </a:r>
            <a:r>
              <a:rPr lang="en-US" sz="6000" dirty="0" smtClean="0"/>
              <a:t> </a:t>
            </a:r>
            <a:r>
              <a:rPr lang="en-US" sz="6000" dirty="0" err="1" smtClean="0"/>
              <a:t>kṛpa</a:t>
            </a:r>
            <a:r>
              <a:rPr lang="en-US" sz="6000" dirty="0" smtClean="0"/>
              <a:t> </a:t>
            </a:r>
            <a:r>
              <a:rPr lang="en-US" sz="6000" dirty="0" err="1" smtClean="0"/>
              <a:t>coriyumāṙ-ākaṭṭe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May </a:t>
            </a:r>
            <a:r>
              <a:rPr lang="en-US" sz="6000" dirty="0" smtClean="0">
                <a:solidFill>
                  <a:srgbClr val="FFFF00"/>
                </a:solidFill>
              </a:rPr>
              <a:t>the </a:t>
            </a:r>
            <a:r>
              <a:rPr lang="en-US" sz="6000" dirty="0" err="1" smtClean="0">
                <a:solidFill>
                  <a:srgbClr val="FFFF00"/>
                </a:solidFill>
              </a:rPr>
              <a:t>Sadguru</a:t>
            </a:r>
            <a:r>
              <a:rPr lang="en-US" sz="6000" dirty="0" smtClean="0">
                <a:solidFill>
                  <a:srgbClr val="FFFF00"/>
                </a:solidFill>
              </a:rPr>
              <a:t> be pleased with this prayer and bestow Her grace upon all.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lōkāḥ</a:t>
            </a:r>
            <a:r>
              <a:rPr lang="en-US" sz="7200" dirty="0" smtClean="0"/>
              <a:t> </a:t>
            </a:r>
            <a:r>
              <a:rPr lang="en-US" sz="7200" dirty="0" err="1" smtClean="0"/>
              <a:t>samastāḥ</a:t>
            </a:r>
            <a:r>
              <a:rPr lang="en-US" sz="7200" dirty="0" smtClean="0"/>
              <a:t> 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sukhinō</a:t>
            </a:r>
            <a:r>
              <a:rPr lang="en-US" sz="7200" dirty="0" smtClean="0"/>
              <a:t> </a:t>
            </a:r>
            <a:r>
              <a:rPr lang="en-US" sz="7200" dirty="0" err="1" smtClean="0"/>
              <a:t>bhavantu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May all beings in all the worlds be happy.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2880</TotalTime>
  <Words>306</Words>
  <Application>Microsoft Office PowerPoint</Application>
  <PresentationFormat>On-screen Show (4:3)</PresentationFormat>
  <Paragraphs>46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innu ñān pūjaykk-irikkumbōḷ</vt:lpstr>
      <vt:lpstr>innu ñān pūjaykk-irikkumbōḷ en manaḥ - kōvilil oru prārthana udicc-uyarnnu</vt:lpstr>
      <vt:lpstr>muzhuvan brahmāṇḍavum niṙam-ārnna pūjā- puṣpaṅgaḷe pōle śōbha ārnnīḍaṭṭe</vt:lpstr>
      <vt:lpstr>sugandham parattunna candanattiri pōle orumayuḍe sugandham parattīḍaṭṭe</vt:lpstr>
      <vt:lpstr>ārati taṭṭile niścala-dīpam pōle - ēvarkkum manam niścalam ākaṭṭe</vt:lpstr>
      <vt:lpstr>taṭṭil niṙaññu nilkkum eṇṇa pōle sadā - brahmāṇḍam muzhuvan maṅgaḷam niṙayaṭṭe</vt:lpstr>
      <vt:lpstr>tṛppādaṅgaḷil vīṇu kiḍakkunna pūvinde itaḷukaḷ pōle</vt:lpstr>
      <vt:lpstr>brahmāṇḍaṅgaḷile jīvajālaṅgaḷ ellām nityōpāsana ceyyumāṙ-ākaṭṭe</vt:lpstr>
      <vt:lpstr>śānti samādhānam ānandam āhlādam - śaṅkhu-pūraṇam pōle pakarumāṙ-ākaṭṭe</vt:lpstr>
      <vt:lpstr>hṛdayaṅgaḷil ninnum ōmkāra-nādam - maṇi-nādam pōle muzhaṅgumāṙ-ākaṭṭe</vt:lpstr>
      <vt:lpstr>karppūra dīpam katti amarnn-onnum illāte āyatu pōle</vt:lpstr>
      <vt:lpstr>nammaḷ parasparārpaṇamāyi śūnyatayil onnāyi tīrumāṙ-āyiḍaṭṭē</vt:lpstr>
      <vt:lpstr>onnāya nammaḷ guruvin tṛppādaṅgaḷil pavitratayārnna prasādamāy tīraṭṭe</vt:lpstr>
      <vt:lpstr>ī prārtthanayil sadguru tṛptanāy ēvarilum kṛpa coriyumāṙ-ākaṭṭe</vt:lpstr>
      <vt:lpstr>lōkāḥ samastāḥ  sukhinō bhavantu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2025-05-17T15:10:02Z</dcterms:modified>
</cp:coreProperties>
</file>