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95DEF-028A-4649-BF69-AE18AF7A6E8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A3242-7604-4940-BF13-7005977F9B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sindūrapoṭṭāṇu kāḷikku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sindūrapoṭṭāṇu kāḷikku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karinīla-kaṇṇāṇu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kaṇṇil ūṙunnatum kāruṇyam āṇen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kāḷī kaṙutta ponnē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Kali wears a vermilion dot upon her brow. From her dark eyes flows boundless compassion. Kali is a treasure—precious black gold.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maṇṇile muttāṇu amma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viṇṇile candran āṇu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maṇṇinum viṇṇinum āśrayam ākunna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kāḷī kuḷēśvariyē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Mother is the pearl of this earth, the moon in the heavens. She is Kali, Kuleswari — the primal force, the very foundation of heaven and earth.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tannanna tannānō tānō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tānanna tannānō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tannanna tānanna tannanna tānanna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tānanna tannānō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Rhythmic music...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kaikaḷil triśūlam kāḷī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mukkaṇṇan ēkiyallō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cāpavum bāṇavum mārutan ēki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cakramō śrī viṣṇuvum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Lord Shiva gifted her the trident. Marut, the Lord of Wind, gave Kali her bow and arrows. Lord Vishnu bestowed upon her the sacred Chakra — the divine discus.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kaikaḷ nālilum amma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āyudham ēntiyallō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śumbha-niśumbhanum caṇḍanum muṇḍanum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bhīṣaṇiyāy-amma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With four arms bearing celestial weapons, Mother went into battle — fierce and glorious. She terrified and slew the demons Sumbha and Nisumbha, Chanda and Munda.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ninnuḍe saundaryam vāzhttān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nāvaṅgu pōrallō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mūnnu-lōkaṅgaḷe mōhippiccīḍum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kāḷipeṇṇāṇallō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Mother, words fail to praise your splendour. Your beauty captivates the three worlds.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kāḷi bhayaṅkari nī eṅkilum makkaḷkku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ammayum nī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vātsalyam koṇḍaṅgu makkaḷe onnāke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vāri puṇarnnīḍum nī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Kali, though fearsome in form, you are the mother who cradles her children in tender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ninnuḍe poncilambin nādam ennil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muzhaṅgīḍaṇam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uḷkkāmbil taṭṭunna ninnuḍe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nōṭṭattāl ennum nayicciḍēṇam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May the soft chime of your golden anklets resound forever within the depths of my being. May your glance, which touches my innermost heart, guide me always.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ennil kaniññīḍaṇam kāḷī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ninnil cērttīḍaṇam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centāmaraykk-okkum nin mukham aṅgu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uḷḷil teḷiññīḍaṇam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Kali, show compassion to me; claim me as your own. Let your radiant face, as lovely as a blooming lotus, shine ever brightly within my heart.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sindūrapoṭṭāṇu kāḷikku</vt:lpstr>
      <vt:lpstr>sindūrapoṭṭāṇu kāḷikku karinīla-kaṇṇāṇu kaṇṇil ūṙunnatum kāruṇyam āṇen kāḷī kaṙutta ponnē</vt:lpstr>
      <vt:lpstr>maṇṇile muttāṇu amma viṇṇile candran āṇu maṇṇinum viṇṇinum āśrayam ākunna kāḷī kuḷēśvariyē</vt:lpstr>
      <vt:lpstr>tannanna tannānō tānō tānanna tannānō tannanna tānanna tannanna tānanna tānanna tannānō</vt:lpstr>
      <vt:lpstr>kaikaḷil triśūlam kāḷī mukkaṇṇan ēkiyallō cāpavum bāṇavum mārutan ēki cakramō śrī viṣṇuvum</vt:lpstr>
      <vt:lpstr>kaikaḷ nālilum amma āyudham ēntiyallō śumbha-niśumbhanum caṇḍanum muṇḍanum bhīṣaṇiyāy-amma</vt:lpstr>
      <vt:lpstr>ninnuḍe saundaryam vāzhttān nāvaṅgu pōrallō mūnnu-lōkaṅgaḷe mōhippiccīḍum kāḷipeṇṇāṇallō</vt:lpstr>
      <vt:lpstr>kāḷi bhayaṅkari nī eṅkilum makkaḷkku ammayum nī vātsalyam koṇḍaṅgu makkaḷe onnāke vāri puṇarnnīḍum nī</vt:lpstr>
      <vt:lpstr>ninnuḍe poncilambin nādam ennil muzhaṅgīḍaṇam uḷkkāmbil taṭṭunna ninnuḍe nōṭṭattāl ennum nayicciḍēṇam</vt:lpstr>
      <vt:lpstr>ennil kaniññīḍaṇam kāḷī ninnil cērttīḍaṇam centāmaraykk-okkum nin mukham aṅgu uḷḷil teḷiññīḍaṇam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sindūrapoṭṭāṇu kāḷikku</dc:title>
  <dc:creator>Amrita</dc:creator>
  <cp:lastModifiedBy>Amrita</cp:lastModifiedBy>
  <cp:revision>1</cp:revision>
  <dcterms:created xsi:type="dcterms:W3CDTF">2025-07-13T13:38:45Z</dcterms:created>
  <dcterms:modified xsi:type="dcterms:W3CDTF">2025-07-13T13:39:44Z</dcterms:modified>
</cp:coreProperties>
</file>