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1" d="100"/>
          <a:sy n="111" d="100"/>
        </p:scale>
        <p:origin x="-1628" y="-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6EF70-9E99-4791-9CD8-E87C02E6265A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54BF9-B13C-4BFE-9653-C61C16BEBB5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6EF70-9E99-4791-9CD8-E87C02E6265A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54BF9-B13C-4BFE-9653-C61C16BEBB5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6EF70-9E99-4791-9CD8-E87C02E6265A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54BF9-B13C-4BFE-9653-C61C16BEBB5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6EF70-9E99-4791-9CD8-E87C02E6265A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54BF9-B13C-4BFE-9653-C61C16BEBB5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6EF70-9E99-4791-9CD8-E87C02E6265A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54BF9-B13C-4BFE-9653-C61C16BEBB5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6EF70-9E99-4791-9CD8-E87C02E6265A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54BF9-B13C-4BFE-9653-C61C16BEBB5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6EF70-9E99-4791-9CD8-E87C02E6265A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54BF9-B13C-4BFE-9653-C61C16BEBB5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6EF70-9E99-4791-9CD8-E87C02E6265A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54BF9-B13C-4BFE-9653-C61C16BEBB5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6EF70-9E99-4791-9CD8-E87C02E6265A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54BF9-B13C-4BFE-9653-C61C16BEBB5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6EF70-9E99-4791-9CD8-E87C02E6265A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54BF9-B13C-4BFE-9653-C61C16BEBB5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6EF70-9E99-4791-9CD8-E87C02E6265A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54BF9-B13C-4BFE-9653-C61C16BEBB5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F6EF70-9E99-4791-9CD8-E87C02E6265A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254BF9-B13C-4BFE-9653-C61C16BEBB5D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śrī rāmacandranu māruti enna pōl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(Malayalam)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śrī rāmacandranu māruti enna pōl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nin pādadāsanāy enne māṫṫīḍaṇē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800" smtClean="0">
                <a:solidFill>
                  <a:srgbClr val="FFFF00"/>
                </a:solidFill>
                <a:latin typeface="Calibri"/>
              </a:rPr>
              <a:t>In the manner that Hanuman served Sri Ramachandra, may I also serve at your lotus feet,</a:t>
            </a:r>
            <a:endParaRPr lang="en-US" sz="58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bhaktiyāl ennum ahanta akaluvān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bhaktapriyē kṛpa ēkīḍumō? Ammē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500" smtClean="0">
                <a:solidFill>
                  <a:srgbClr val="FFFF00"/>
                </a:solidFill>
                <a:latin typeface="Calibri"/>
              </a:rPr>
              <a:t>O Mother! You who are so fond of your devotees—will your grace not flow to me, so that my ego may be destroyed through my devotion to you?</a:t>
            </a:r>
            <a:endParaRPr lang="en-US" sz="45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mukti-mārgattil nayiccīḍumō? 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Mother, will you not guide me on the path to liberation?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śrī rāmacandranu māruti enna pōl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nin pādadāsanāy enne māṫṫīḍaṇē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800" smtClean="0">
                <a:solidFill>
                  <a:srgbClr val="FFFF00"/>
                </a:solidFill>
                <a:latin typeface="Calibri"/>
              </a:rPr>
              <a:t>In the manner that Hanuman served Sri Ramachandra, may I also serve at your lotus feet,</a:t>
            </a:r>
            <a:endParaRPr lang="en-US" sz="58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700" smtClean="0">
                <a:solidFill>
                  <a:srgbClr val="FFFFFF"/>
                </a:solidFill>
                <a:latin typeface="Calibri"/>
              </a:rPr>
              <a:t>rāma-nāmattin karuttāl kaḍannitu</a:t>
            </a:r>
            <a:br>
              <a:rPr lang="en-US" sz="5700" smtClean="0">
                <a:solidFill>
                  <a:srgbClr val="FFFFFF"/>
                </a:solidFill>
                <a:latin typeface="Calibri"/>
              </a:rPr>
            </a:br>
            <a:r>
              <a:rPr lang="en-US" sz="5700" smtClean="0">
                <a:solidFill>
                  <a:srgbClr val="FFFFFF"/>
                </a:solidFill>
                <a:latin typeface="Calibri"/>
              </a:rPr>
              <a:t>cōlayaruvi pōl sāgaram māruti</a:t>
            </a:r>
            <a:endParaRPr lang="en-US" sz="57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300" smtClean="0">
                <a:solidFill>
                  <a:srgbClr val="FFFF00"/>
                </a:solidFill>
                <a:latin typeface="Calibri"/>
              </a:rPr>
              <a:t>With the strength born of chanting Rama’s name, Hanuman leapt across the vast ocean as if it were a tiny stream.</a:t>
            </a:r>
            <a:endParaRPr lang="en-US" sz="53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tāvaka mantrattāl jīvita-sāgaram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tāṇḍuvān nī kaniññ-ēkēṇamē balam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With your mantra, won’t you compassionately grant me the strength and courage to cross the ocean of samsara?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śrī rāmacandranu māruti enna pōl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nin pādadāsanāy enne māṫṫīḍaṇē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800" smtClean="0">
                <a:solidFill>
                  <a:srgbClr val="FFFF00"/>
                </a:solidFill>
                <a:latin typeface="Calibri"/>
              </a:rPr>
              <a:t>In the manner that Hanuman served Sri Ramachandra, may I also serve at your lotus feet,</a:t>
            </a:r>
            <a:endParaRPr lang="en-US" sz="58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bhaktiyum prēmavum śauryavum vīryavum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dāsatva-bhāvavum mārutiykkenna pōl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May devotion, love, courage, valour, and the spirit of service shine in me, just like they shone in Maruti.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ennil viḷaṅgaṇē sadguṇaṅgaḷ sadā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ēkēṇamē enikkā varam ambikē…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O Ambika! Grant me the blessing that these noble qualities may grow in me.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222</Words>
  <Application>Microsoft Office PowerPoint</Application>
  <PresentationFormat>On-screen Show (4:3)</PresentationFormat>
  <Paragraphs>21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śrī rāmacandranu māruti enna pōl</vt:lpstr>
      <vt:lpstr>śrī rāmacandranu māruti enna pōl nin pādadāsanāy enne māṫṫīḍaṇē</vt:lpstr>
      <vt:lpstr>bhaktiyāl ennum ahanta akaluvān bhaktapriyē kṛpa ēkīḍumō? Ammē</vt:lpstr>
      <vt:lpstr>mukti-mārgattil nayiccīḍumō? </vt:lpstr>
      <vt:lpstr>śrī rāmacandranu māruti enna pōl nin pādadāsanāy enne māṫṫīḍaṇē</vt:lpstr>
      <vt:lpstr>rāma-nāmattin karuttāl kaḍannitu cōlayaruvi pōl sāgaram māruti</vt:lpstr>
      <vt:lpstr>tāvaka mantrattāl jīvita-sāgaram tāṇḍuvān nī kaniññ-ēkēṇamē balam</vt:lpstr>
      <vt:lpstr>śrī rāmacandranu māruti enna pōl nin pādadāsanāy enne māṫṫīḍaṇē</vt:lpstr>
      <vt:lpstr>bhaktiyum prēmavum śauryavum vīryavum dāsatva-bhāvavum mārutiykkenna pōl</vt:lpstr>
      <vt:lpstr>ennil viḷaṅgaṇē sadguṇaṅgaḷ sadā ēkēṇamē enikkā varam ambikē…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śrī rāmacandranu māruti enna pōl</dc:title>
  <dc:creator>Amrita</dc:creator>
  <cp:lastModifiedBy>Amrita</cp:lastModifiedBy>
  <cp:revision>1</cp:revision>
  <dcterms:created xsi:type="dcterms:W3CDTF">2025-07-30T12:31:41Z</dcterms:created>
  <dcterms:modified xsi:type="dcterms:W3CDTF">2025-07-30T12:32:18Z</dcterms:modified>
</cp:coreProperties>
</file>