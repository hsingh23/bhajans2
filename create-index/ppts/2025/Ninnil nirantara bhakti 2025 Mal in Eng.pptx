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31808-8455-4E6B-B86D-6799234B016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B475A-616A-418C-A2E6-F3033D0489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ninnil nirantara bhakti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ninnil nirantara bhakti ezhāykil hā!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en janmam ammē nirartham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my life will be without meaning if devotion to you does not fill my every breath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ninne maṙakkunnu vidyakaḷāl eṅkil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entin-enikku avayellām?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 If the study of the scriptures only sharpens my intellect but makes me forget you, what use is such knowledge to me?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ninne aṙiyuvān nirmalan ākuvān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 ninavil cērnn-aliyān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To know you who dwells within me, to purify my heart, to live a life immersed in thoughts of you,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nalkum āśḷēṣam ēṫṫ-uṙaṅgīḍuvān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ēṙunn-abhilāṣam uḷḷil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the longing grows within me to rest in your embrace as I leave this body.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ēṙunn-abhilāṣam uḷḷil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longing grows within me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ninnil nirantara bhakti ezhāykil hā!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en janmam ammē nirartham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my life will be without meaning if devotion to you does not fill my every breath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tanne ellāmāy nilppat-ennallayō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ōtunnu nālu vēdaṅgaḷ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The four Vedas proclaim that you are both the creator and the creation itself.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ende amma tān nī mātram āṇende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tāyum tuṇayum en 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you are my very own, my mother, and my sole refuge.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tāyum tuṇayum en 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you are my very own, my mother, and my sole refuge.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ammē… ammē… ammē… ammē…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 O 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ninnil nirantara bhakti</vt:lpstr>
      <vt:lpstr>ninnil nirantara bhakti ezhāykil hā! en janmam ammē nirartham</vt:lpstr>
      <vt:lpstr>ninne maṙakkunnu vidyakaḷāl eṅkil  entin-enikku avayellām? </vt:lpstr>
      <vt:lpstr>ninne aṙiyuvān nirmalan ākuvān nin ninavil cērnn-aliyān</vt:lpstr>
      <vt:lpstr>nī nalkum āśḷēṣam ēṫṫ-uṙaṅgīḍuvān ēṙunn-abhilāṣam uḷḷil</vt:lpstr>
      <vt:lpstr>ēṙunn-abhilāṣam uḷḷil </vt:lpstr>
      <vt:lpstr>ninnil nirantara bhakti ezhāykil hā! en janmam ammē nirartham</vt:lpstr>
      <vt:lpstr>nī tanne ellāmāy nilppat-ennallayō ōtunnu nālu vēdaṅgaḷ </vt:lpstr>
      <vt:lpstr>nī ende amma tān nī mātram āṇende tāyum tuṇayum en ammē</vt:lpstr>
      <vt:lpstr>tāyum tuṇayum en ammē</vt:lpstr>
      <vt:lpstr>ammē… ammē… ammē… ammē…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ninnil nirantara bhakti</dc:title>
  <dc:creator>Amrita</dc:creator>
  <cp:lastModifiedBy>Amrita</cp:lastModifiedBy>
  <cp:revision>1</cp:revision>
  <dcterms:created xsi:type="dcterms:W3CDTF">2025-07-16T05:10:21Z</dcterms:created>
  <dcterms:modified xsi:type="dcterms:W3CDTF">2025-07-16T05:11:19Z</dcterms:modified>
</cp:coreProperties>
</file>