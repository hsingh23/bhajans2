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xOIq8d8qHOfmRKVbRKUx8vR8W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-152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vṛndāvanam sundaramāy aṇiññ-oruṅgīlō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lvl="0" indent="0" algn="ctr" rtl="0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vṛndāvanam sundaramāy aṇiññ-oruṅgīlō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paurṇami candrikayum teḷiññu vannallo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Vrindavan adorned itself in beauty, the full moon rose high above the sky.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vīthiyāke tārakaṅgaḷ tōraṇam cārtti</a:t>
            </a:r>
            <a:b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vrajabhūmi utsava-lahariyilāyi</a:t>
            </a:r>
            <a:endParaRPr sz="5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700"/>
              <a:buNone/>
            </a:pP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Stars hung like ornaments along every street, the land of Vraja rejoiced at the festival.</a:t>
            </a:r>
            <a:endParaRPr sz="5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ō… rāsalīlaykkāy vrajam āke oruṅgi!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 dirty="0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All of </a:t>
            </a:r>
            <a:r>
              <a:rPr lang="en-US" sz="6600" dirty="0" err="1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Vrindavan</a:t>
            </a:r>
            <a:r>
              <a:rPr lang="en-US" sz="6600" dirty="0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readied itself </a:t>
            </a:r>
            <a:r>
              <a:rPr lang="en-US" sz="6600" smtClean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for the Rasalila</a:t>
            </a:r>
            <a:r>
              <a:rPr lang="en-US" sz="6600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6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vṛndāvana-pūkkaḷ ellām mizhi tuṙannallo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mandānilan bhūmi āke madhuritam ākki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flowers of Vrindavan opened their eyes, a gentle breeze spread sweet fragrance all around.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gōpabālan adharattil muraḷika cērttu</a:t>
            </a:r>
            <a:b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gōpīhṛdayaṅgaḷ taraḷitamāyi</a:t>
            </a:r>
            <a:endParaRPr sz="6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Krishna, the boy of Gokula, raised his flute to his lips, and the hearts of the Gopis grew tender with longing.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ō… rāsalīlaykkāy vanamāli oruṅgi!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Lord who wears wildflower garlands got ready for the Rasalila!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paimbāl kaṙannōr, 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tairu kaḍaññōr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karmam-ozhivāy kāla vismṛtarāyi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gopis, milking cows and churning butter, became freed from their karma, forgetting all sense of time.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paramārttha-lahariyatil mōhitarāyi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paramātma-rūpan avan ōḍi aṇaññu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They were entranced in the bliss of the supreme as Krishna came running to them.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ō… rāsalīlayāy jīvabrahma-yōgamāy!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Rasalila began, and the jiva became united with Brahman.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mṛdu-mandahāsamōḍē svāgatam ōti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kārmēgha-varṇṇan avan bālagōpālan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With a soft, tender smile, the young cowherd, dark as the monsoon rainclouds, welcomed them.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kārkkuntal keṭṭi vaccu, gōpabālakan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kōlukaḷāl tāḷam iṭṭu cuvaḍu vaccavar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He tied up his hair and began to dance, moving in rhythm with the gopis to the beat of their sticks.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ō… rāsalīlayāy! jīvabrahma-yōgamāy!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Rasalila began, and the jiva became united with Brahman.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On-screen Show (4:3)</PresentationFormat>
  <Paragraphs>28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vṛndāvanam sundaramāy aṇiññ-oruṅgīlō</vt:lpstr>
      <vt:lpstr>vṛndāvanam sundaramāy aṇiññ-oruṅgīlō paurṇami candrikayum teḷiññu vannallo</vt:lpstr>
      <vt:lpstr>vīthiyāke tārakaṅgaḷ tōraṇam cārtti vrajabhūmi utsava-lahariyilāyi</vt:lpstr>
      <vt:lpstr>ō… rāsalīlaykkāy vrajam āke oruṅgi! </vt:lpstr>
      <vt:lpstr>vṛndāvana-pūkkaḷ ellām mizhi tuṙannallo mandānilan bhūmi āke madhuritam ākki</vt:lpstr>
      <vt:lpstr>gōpabālan adharattil muraḷika cērttu gōpīhṛdayaṅgaḷ taraḷitamāyi</vt:lpstr>
      <vt:lpstr>ō… rāsalīlaykkāy vanamāli oruṅgi! </vt:lpstr>
      <vt:lpstr>paimbāl kaṙannōr,  tairu kaḍaññōr karmam-ozhivāy kāla vismṛtarāyi</vt:lpstr>
      <vt:lpstr>paramārttha-lahariyatil mōhitarāyi paramātma-rūpan avan ōḍi aṇaññu</vt:lpstr>
      <vt:lpstr>ō… rāsalīlayāy jīvabrahma-yōgamāy! </vt:lpstr>
      <vt:lpstr>mṛdu-mandahāsamōḍē svāgatam ōti kārmēgha-varṇṇan avan bālagōpālan</vt:lpstr>
      <vt:lpstr>kārkkuntal keṭṭi vaccu, gōpabālakan kōlukaḷāl tāḷam iṭṭu cuvaḍu vaccavar</vt:lpstr>
      <vt:lpstr>ō… rāsalīlayāy! jīvabrahma-yōgamāy!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vṛndāvanam sundaramāy aṇiññ-oruṅgīlō</dc:title>
  <dc:creator>Amrita</dc:creator>
  <cp:lastModifiedBy>Amrita</cp:lastModifiedBy>
  <cp:revision>1</cp:revision>
  <dcterms:created xsi:type="dcterms:W3CDTF">2025-08-23T15:16:06Z</dcterms:created>
  <dcterms:modified xsi:type="dcterms:W3CDTF">2025-12-25T15:59:24Z</dcterms:modified>
</cp:coreProperties>
</file>