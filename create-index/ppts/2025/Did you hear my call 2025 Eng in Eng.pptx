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85" r:id="rId2"/>
    <p:sldId id="293" r:id="rId3"/>
    <p:sldId id="286" r:id="rId4"/>
    <p:sldId id="287" r:id="rId5"/>
    <p:sldId id="288" r:id="rId6"/>
    <p:sldId id="289" r:id="rId7"/>
    <p:sldId id="290" r:id="rId8"/>
    <p:sldId id="291" r:id="rId9"/>
    <p:sldId id="292" r:id="rId1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4589" autoAdjust="0"/>
    <p:restoredTop sz="86441" autoAdjust="0"/>
  </p:normalViewPr>
  <p:slideViewPr>
    <p:cSldViewPr>
      <p:cViewPr varScale="1">
        <p:scale>
          <a:sx n="99" d="100"/>
          <a:sy n="99" d="100"/>
        </p:scale>
        <p:origin x="-1974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741776F-C5E4-4D79-8409-3173ED07A66F}" type="datetimeFigureOut">
              <a:rPr lang="en-US" smtClean="0"/>
              <a:pPr/>
              <a:t>7/4/2025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984ED3-0A26-466E-9119-AEC6D927E7CC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54" r:id="rId1"/>
  </p:sldLayoutIdLst>
  <p:transition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7200" dirty="0" smtClean="0">
                <a:cs typeface="Rachana" pitchFamily="2" charset="0"/>
              </a:rPr>
              <a:t>did you hear my </a:t>
            </a:r>
            <a:r>
              <a:rPr lang="en-US" sz="7200" dirty="0" smtClean="0">
                <a:cs typeface="Rachana" pitchFamily="2" charset="0"/>
              </a:rPr>
              <a:t>call</a:t>
            </a:r>
            <a:endParaRPr lang="en-US" sz="7200" dirty="0" smtClean="0">
              <a:cs typeface="Rachana" pitchFamily="2" charset="0"/>
            </a:endParaRPr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+mj-lt"/>
                <a:ea typeface="+mj-ea"/>
                <a:cs typeface="Rachana" pitchFamily="2" charset="0"/>
              </a:rPr>
              <a:t>2025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7200" dirty="0" smtClean="0">
                <a:solidFill>
                  <a:srgbClr val="FFFF00"/>
                </a:solidFill>
                <a:latin typeface="+mj-lt"/>
                <a:ea typeface="+mj-ea"/>
                <a:cs typeface="Rachana" pitchFamily="2" charset="0"/>
              </a:rPr>
              <a:t>(English)</a:t>
            </a:r>
            <a:endParaRPr kumimoji="0" lang="en-US" sz="7200" b="0" i="0" u="none" strike="noStrike" kern="1200" cap="none" spc="0" normalizeH="0" baseline="0" noProof="0" dirty="0" smtClean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+mj-lt"/>
              <a:ea typeface="+mj-ea"/>
              <a:cs typeface="Rachana" pitchFamily="2" charset="0"/>
            </a:endParaRP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>
            <a:noAutofit/>
          </a:bodyPr>
          <a:lstStyle/>
          <a:p>
            <a:r>
              <a:rPr lang="en-US" sz="7200" dirty="0" smtClean="0">
                <a:cs typeface="Rachana" pitchFamily="2" charset="0"/>
              </a:rPr>
              <a:t>did you hear my call</a:t>
            </a:r>
            <a:br>
              <a:rPr lang="en-US" sz="7200" dirty="0" smtClean="0">
                <a:cs typeface="Rachana" pitchFamily="2" charset="0"/>
              </a:rPr>
            </a:br>
            <a:r>
              <a:rPr lang="en-US" sz="7200" dirty="0" smtClean="0">
                <a:cs typeface="Rachana" pitchFamily="2" charset="0"/>
              </a:rPr>
              <a:t>my cry, my </a:t>
            </a:r>
            <a:r>
              <a:rPr lang="en-US" sz="7200" dirty="0" smtClean="0">
                <a:cs typeface="Rachana" pitchFamily="2" charset="0"/>
              </a:rPr>
              <a:t>prayer</a:t>
            </a:r>
            <a:endParaRPr lang="en-US" sz="7200" dirty="0" smtClean="0">
              <a:cs typeface="Rachana" pitchFamily="2" charset="0"/>
            </a:endParaRP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7200" dirty="0" smtClean="0">
                <a:cs typeface="Rachana" pitchFamily="2" charset="0"/>
              </a:rPr>
              <a:t>I have searched for you</a:t>
            </a:r>
            <a:br>
              <a:rPr lang="en-US" sz="7200" dirty="0" smtClean="0">
                <a:cs typeface="Rachana" pitchFamily="2" charset="0"/>
              </a:rPr>
            </a:br>
            <a:r>
              <a:rPr lang="en-US" sz="7200" dirty="0" smtClean="0">
                <a:cs typeface="Rachana" pitchFamily="2" charset="0"/>
              </a:rPr>
              <a:t>everywhere</a:t>
            </a:r>
            <a:endParaRPr lang="en-US" dirty="0"/>
          </a:p>
        </p:txBody>
      </p:sp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7200" dirty="0" smtClean="0">
                <a:cs typeface="Rachana" pitchFamily="2" charset="0"/>
              </a:rPr>
              <a:t>waxing and waning the moon knows my plight</a:t>
            </a:r>
            <a:endParaRPr lang="en-US" dirty="0"/>
          </a:p>
        </p:txBody>
      </p:sp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7200" dirty="0" smtClean="0">
                <a:cs typeface="Rachana" pitchFamily="2" charset="0"/>
              </a:rPr>
              <a:t>weeks turn to months you are nowhere in sight</a:t>
            </a:r>
            <a:endParaRPr lang="en-US" dirty="0"/>
          </a:p>
        </p:txBody>
      </p:sp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7200" dirty="0" err="1" smtClean="0">
                <a:cs typeface="Rachana" pitchFamily="2" charset="0"/>
              </a:rPr>
              <a:t>giridhāri</a:t>
            </a:r>
            <a:r>
              <a:rPr lang="en-US" sz="7200" dirty="0" smtClean="0">
                <a:cs typeface="Rachana" pitchFamily="2" charset="0"/>
              </a:rPr>
              <a:t>… </a:t>
            </a:r>
            <a:r>
              <a:rPr lang="en-US" sz="7200" dirty="0" err="1" smtClean="0">
                <a:cs typeface="Rachana" pitchFamily="2" charset="0"/>
              </a:rPr>
              <a:t>vanamāli</a:t>
            </a:r>
            <a:r>
              <a:rPr lang="en-US" sz="7200" dirty="0" smtClean="0">
                <a:cs typeface="Rachana" pitchFamily="2" charset="0"/>
              </a:rPr>
              <a:t>…  </a:t>
            </a:r>
            <a:endParaRPr lang="en-US" dirty="0"/>
          </a:p>
        </p:txBody>
      </p:sp>
    </p:spTree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7200" dirty="0" smtClean="0">
                <a:cs typeface="Rachana" pitchFamily="2" charset="0"/>
              </a:rPr>
              <a:t>the blue of the moon makes my eyes fill with tears</a:t>
            </a:r>
            <a:endParaRPr lang="en-US" dirty="0"/>
          </a:p>
        </p:txBody>
      </p:sp>
    </p:spTree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7200" dirty="0" smtClean="0">
                <a:cs typeface="Rachana" pitchFamily="2" charset="0"/>
              </a:rPr>
              <a:t>I've cried for your </a:t>
            </a:r>
            <a:r>
              <a:rPr lang="en-US" sz="7200" dirty="0" err="1" smtClean="0">
                <a:cs typeface="Rachana" pitchFamily="2" charset="0"/>
              </a:rPr>
              <a:t>darshan</a:t>
            </a:r>
            <a:r>
              <a:rPr lang="en-US" sz="7200" dirty="0" smtClean="0">
                <a:cs typeface="Rachana" pitchFamily="2" charset="0"/>
              </a:rPr>
              <a:t> for so many years</a:t>
            </a:r>
            <a:endParaRPr lang="en-US" dirty="0"/>
          </a:p>
        </p:txBody>
      </p:sp>
    </p:spTree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7200" dirty="0" err="1" smtClean="0">
                <a:cs typeface="Rachana" pitchFamily="2" charset="0"/>
              </a:rPr>
              <a:t>giridhāri</a:t>
            </a:r>
            <a:r>
              <a:rPr lang="en-US" sz="7200" dirty="0" smtClean="0">
                <a:cs typeface="Rachana" pitchFamily="2" charset="0"/>
              </a:rPr>
              <a:t>… </a:t>
            </a:r>
            <a:r>
              <a:rPr lang="en-US" sz="7200" dirty="0" err="1" smtClean="0">
                <a:cs typeface="Rachana" pitchFamily="2" charset="0"/>
              </a:rPr>
              <a:t>vanamāli</a:t>
            </a:r>
            <a:r>
              <a:rPr lang="en-US" sz="7200" dirty="0" smtClean="0">
                <a:cs typeface="Rachana" pitchFamily="2" charset="0"/>
              </a:rPr>
              <a:t>…</a:t>
            </a:r>
            <a:endParaRPr lang="en-US" dirty="0"/>
          </a:p>
        </p:txBody>
      </p:sp>
    </p:spTree>
  </p:cSld>
  <p:clrMapOvr>
    <a:masterClrMapping/>
  </p:clrMapOvr>
  <p:transition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2672</TotalTime>
  <Words>64</Words>
  <Application>Microsoft Office PowerPoint</Application>
  <PresentationFormat>On-screen Show (4:3)</PresentationFormat>
  <Paragraphs>13</Paragraphs>
  <Slides>9</Slides>
  <Notes>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Office Theme</vt:lpstr>
      <vt:lpstr>did you hear my call</vt:lpstr>
      <vt:lpstr>did you hear my call my cry, my prayer</vt:lpstr>
      <vt:lpstr>I have searched for you everywhere</vt:lpstr>
      <vt:lpstr>waxing and waning the moon knows my plight</vt:lpstr>
      <vt:lpstr>weeks turn to months you are nowhere in sight</vt:lpstr>
      <vt:lpstr>giridhāri… vanamāli…  </vt:lpstr>
      <vt:lpstr>the blue of the moon makes my eyes fill with tears</vt:lpstr>
      <vt:lpstr>I've cried for your darshan for so many years</vt:lpstr>
      <vt:lpstr>giridhāri… vanamāli…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Cars Blocking the way</dc:title>
  <dc:creator>amritam</dc:creator>
  <cp:lastModifiedBy>Amrita</cp:lastModifiedBy>
  <cp:revision>322</cp:revision>
  <dcterms:created xsi:type="dcterms:W3CDTF">2006-08-16T00:00:00Z</dcterms:created>
  <dcterms:modified xsi:type="dcterms:W3CDTF">2025-07-04T14:10:32Z</dcterms:modified>
</cp:coreProperties>
</file>