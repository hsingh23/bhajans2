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1" r:id="rId2"/>
    <p:sldId id="296" r:id="rId3"/>
    <p:sldId id="292" r:id="rId4"/>
    <p:sldId id="293" r:id="rId5"/>
    <p:sldId id="297" r:id="rId6"/>
    <p:sldId id="300" r:id="rId7"/>
    <p:sldId id="294" r:id="rId8"/>
    <p:sldId id="298" r:id="rId9"/>
    <p:sldId id="301" r:id="rId10"/>
    <p:sldId id="295" r:id="rId11"/>
    <p:sldId id="299" r:id="rId12"/>
    <p:sldId id="30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prāṇēśvarā</a:t>
            </a:r>
            <a:r>
              <a:rPr lang="en-US" sz="6600" dirty="0" smtClean="0"/>
              <a:t> en </a:t>
            </a:r>
            <a:r>
              <a:rPr lang="en-US" sz="6600" dirty="0" err="1" smtClean="0"/>
              <a:t>hṛdayēśvarā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vanamāli</a:t>
            </a:r>
            <a:r>
              <a:rPr lang="en-US" sz="6600" dirty="0" smtClean="0"/>
              <a:t> </a:t>
            </a:r>
            <a:r>
              <a:rPr lang="en-US" sz="6600" dirty="0" err="1" smtClean="0"/>
              <a:t>kaṇṇā</a:t>
            </a:r>
            <a:r>
              <a:rPr lang="en-US" sz="6600" dirty="0" smtClean="0"/>
              <a:t> </a:t>
            </a:r>
            <a:r>
              <a:rPr lang="en-US" sz="6600" dirty="0" err="1" smtClean="0"/>
              <a:t>varumō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Lord of my life, Lord of my heart — Krishna, won’t you come, adorned with garlands of wildflowers?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viraha</a:t>
            </a:r>
            <a:r>
              <a:rPr lang="en-US" sz="6600" dirty="0" smtClean="0"/>
              <a:t> </a:t>
            </a:r>
            <a:r>
              <a:rPr lang="en-US" sz="6600" dirty="0" err="1" smtClean="0"/>
              <a:t>tīyil</a:t>
            </a:r>
            <a:r>
              <a:rPr lang="en-US" sz="6600" dirty="0" smtClean="0"/>
              <a:t> </a:t>
            </a:r>
            <a:r>
              <a:rPr lang="en-US" sz="6600" dirty="0" err="1" smtClean="0"/>
              <a:t>urukunn-ennil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kṛpa</a:t>
            </a:r>
            <a:r>
              <a:rPr lang="en-US" sz="6600" dirty="0" smtClean="0"/>
              <a:t> </a:t>
            </a:r>
            <a:r>
              <a:rPr lang="en-US" sz="6600" dirty="0" err="1" smtClean="0"/>
              <a:t>māri</a:t>
            </a:r>
            <a:r>
              <a:rPr lang="en-US" sz="6600" dirty="0" smtClean="0"/>
              <a:t> </a:t>
            </a:r>
            <a:r>
              <a:rPr lang="en-US" sz="6600" dirty="0" err="1" smtClean="0"/>
              <a:t>coriyān</a:t>
            </a:r>
            <a:r>
              <a:rPr lang="en-US" sz="6600" dirty="0" smtClean="0"/>
              <a:t> </a:t>
            </a:r>
            <a:r>
              <a:rPr lang="en-US" sz="6600" dirty="0" err="1" smtClean="0"/>
              <a:t>varumō</a:t>
            </a:r>
            <a:r>
              <a:rPr lang="en-US" sz="6600" dirty="0" smtClean="0"/>
              <a:t>?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 burn in the heat of unbearable longing — will you not shower your grace upon me?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kaṇṇā</a:t>
            </a:r>
            <a:r>
              <a:rPr lang="en-US" sz="7200" dirty="0" smtClean="0"/>
              <a:t> </a:t>
            </a:r>
            <a:r>
              <a:rPr lang="en-US" sz="7200" dirty="0" err="1" smtClean="0"/>
              <a:t>gōpī</a:t>
            </a:r>
            <a:r>
              <a:rPr lang="en-US" sz="7200" dirty="0" smtClean="0"/>
              <a:t> </a:t>
            </a:r>
            <a:r>
              <a:rPr lang="en-US" sz="7200" dirty="0" err="1" smtClean="0"/>
              <a:t>manōhara</a:t>
            </a:r>
            <a:r>
              <a:rPr lang="en-US" sz="7200" dirty="0" smtClean="0"/>
              <a:t> </a:t>
            </a:r>
            <a:r>
              <a:rPr lang="en-US" sz="7200" dirty="0" err="1" smtClean="0"/>
              <a:t>rādha</a:t>
            </a:r>
            <a:r>
              <a:rPr lang="en-US" sz="7200" dirty="0" smtClean="0"/>
              <a:t> tan </a:t>
            </a:r>
            <a:r>
              <a:rPr lang="en-US" sz="7200" dirty="0" err="1" smtClean="0"/>
              <a:t>mānasa</a:t>
            </a:r>
            <a:r>
              <a:rPr lang="en-US" sz="7200" dirty="0" smtClean="0"/>
              <a:t> </a:t>
            </a:r>
            <a:r>
              <a:rPr lang="en-US" sz="7200" dirty="0" err="1" smtClean="0"/>
              <a:t>cōrā</a:t>
            </a:r>
            <a:r>
              <a:rPr lang="en-US" sz="7200" dirty="0" smtClean="0"/>
              <a:t>…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Krishna, the beautiful cowherd — the one who stole </a:t>
            </a:r>
            <a:r>
              <a:rPr lang="en-US" sz="6000" dirty="0" err="1" smtClean="0">
                <a:solidFill>
                  <a:srgbClr val="FFFF00"/>
                </a:solidFill>
              </a:rPr>
              <a:t>Radha’s</a:t>
            </a:r>
            <a:r>
              <a:rPr lang="en-US" sz="6000" dirty="0" smtClean="0">
                <a:solidFill>
                  <a:srgbClr val="FFFF00"/>
                </a:solidFill>
              </a:rPr>
              <a:t> heart...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rāppakal</a:t>
            </a:r>
            <a:r>
              <a:rPr lang="en-US" sz="6600" dirty="0" smtClean="0"/>
              <a:t> </a:t>
            </a:r>
            <a:r>
              <a:rPr lang="en-US" sz="6600" dirty="0" err="1" smtClean="0"/>
              <a:t>ninne</a:t>
            </a:r>
            <a:r>
              <a:rPr lang="en-US" sz="6600" dirty="0" smtClean="0"/>
              <a:t> </a:t>
            </a:r>
            <a:r>
              <a:rPr lang="en-US" sz="6600" dirty="0" err="1" smtClean="0"/>
              <a:t>kāttirunnen</a:t>
            </a:r>
            <a:r>
              <a:rPr lang="en-US" sz="6600" dirty="0" smtClean="0"/>
              <a:t> </a:t>
            </a:r>
            <a:r>
              <a:rPr lang="en-US" sz="6600" dirty="0" err="1" smtClean="0"/>
              <a:t>manam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oru</a:t>
            </a:r>
            <a:r>
              <a:rPr lang="en-US" sz="6600" dirty="0" smtClean="0"/>
              <a:t> </a:t>
            </a:r>
            <a:r>
              <a:rPr lang="en-US" sz="6600" dirty="0" err="1" smtClean="0"/>
              <a:t>nerippōḍāyi</a:t>
            </a:r>
            <a:r>
              <a:rPr lang="en-US" sz="6600" dirty="0" smtClean="0"/>
              <a:t> </a:t>
            </a:r>
            <a:r>
              <a:rPr lang="en-US" sz="6600" dirty="0" err="1" smtClean="0"/>
              <a:t>māṙi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My mind, waiting for you day and night, burns like a furnace.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mizhinīru</a:t>
            </a:r>
            <a:r>
              <a:rPr lang="en-US" sz="6600" dirty="0" smtClean="0"/>
              <a:t> </a:t>
            </a:r>
            <a:r>
              <a:rPr lang="en-US" sz="6600" dirty="0" err="1" smtClean="0"/>
              <a:t>vaṫṫiya</a:t>
            </a:r>
            <a:r>
              <a:rPr lang="en-US" sz="6600" dirty="0" smtClean="0"/>
              <a:t> </a:t>
            </a:r>
            <a:r>
              <a:rPr lang="en-US" sz="6600" dirty="0" err="1" smtClean="0"/>
              <a:t>iru</a:t>
            </a:r>
            <a:r>
              <a:rPr lang="en-US" sz="6600" dirty="0" smtClean="0"/>
              <a:t> </a:t>
            </a:r>
            <a:r>
              <a:rPr lang="en-US" sz="6600" dirty="0" err="1" smtClean="0"/>
              <a:t>mizhikaḷum</a:t>
            </a:r>
            <a:r>
              <a:rPr lang="en-US" sz="6600" dirty="0" smtClean="0"/>
              <a:t> </a:t>
            </a:r>
            <a:r>
              <a:rPr lang="en-US" sz="6600" dirty="0" err="1" smtClean="0"/>
              <a:t>innu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paḍutiri</a:t>
            </a:r>
            <a:r>
              <a:rPr lang="en-US" sz="6600" dirty="0" smtClean="0"/>
              <a:t> </a:t>
            </a:r>
            <a:r>
              <a:rPr lang="en-US" sz="6600" dirty="0" err="1" smtClean="0"/>
              <a:t>kattukayāyi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My eyes, emptied of tears, are like wicks slowly burning away.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kaṇṇā</a:t>
            </a:r>
            <a:r>
              <a:rPr lang="en-US" sz="7200" dirty="0" smtClean="0"/>
              <a:t> </a:t>
            </a:r>
            <a:r>
              <a:rPr lang="en-US" sz="7200" dirty="0" err="1" smtClean="0"/>
              <a:t>gōpī</a:t>
            </a:r>
            <a:r>
              <a:rPr lang="en-US" sz="7200" dirty="0" smtClean="0"/>
              <a:t> </a:t>
            </a:r>
            <a:r>
              <a:rPr lang="en-US" sz="7200" dirty="0" err="1" smtClean="0"/>
              <a:t>manōhara</a:t>
            </a:r>
            <a:r>
              <a:rPr lang="en-US" sz="7200" dirty="0" smtClean="0"/>
              <a:t> </a:t>
            </a:r>
            <a:r>
              <a:rPr lang="en-US" sz="7200" dirty="0" err="1" smtClean="0"/>
              <a:t>rādha</a:t>
            </a:r>
            <a:r>
              <a:rPr lang="en-US" sz="7200" dirty="0" smtClean="0"/>
              <a:t> tan </a:t>
            </a:r>
            <a:r>
              <a:rPr lang="en-US" sz="7200" dirty="0" err="1" smtClean="0"/>
              <a:t>mānasa</a:t>
            </a:r>
            <a:r>
              <a:rPr lang="en-US" sz="7200" dirty="0" smtClean="0"/>
              <a:t> </a:t>
            </a:r>
            <a:r>
              <a:rPr lang="en-US" sz="7200" dirty="0" err="1" smtClean="0"/>
              <a:t>cōrā</a:t>
            </a:r>
            <a:r>
              <a:rPr lang="en-US" sz="7200" dirty="0" smtClean="0"/>
              <a:t>…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Krishna, the beautiful cowherd — the one who stole </a:t>
            </a:r>
            <a:r>
              <a:rPr lang="en-US" sz="6000" dirty="0" err="1" smtClean="0">
                <a:solidFill>
                  <a:srgbClr val="FFFF00"/>
                </a:solidFill>
              </a:rPr>
              <a:t>Radha’s</a:t>
            </a:r>
            <a:r>
              <a:rPr lang="en-US" sz="6000" dirty="0" smtClean="0">
                <a:solidFill>
                  <a:srgbClr val="FFFF00"/>
                </a:solidFill>
              </a:rPr>
              <a:t> heart...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kaṇṇā</a:t>
            </a:r>
            <a:r>
              <a:rPr lang="en-US" sz="6600" dirty="0" smtClean="0"/>
              <a:t> </a:t>
            </a:r>
            <a:r>
              <a:rPr lang="en-US" sz="6600" dirty="0" err="1" smtClean="0"/>
              <a:t>nin</a:t>
            </a:r>
            <a:r>
              <a:rPr lang="en-US" sz="6600" dirty="0" smtClean="0"/>
              <a:t> </a:t>
            </a:r>
            <a:r>
              <a:rPr lang="en-US" sz="6600" dirty="0" err="1" smtClean="0"/>
              <a:t>kayyile</a:t>
            </a:r>
            <a:r>
              <a:rPr lang="en-US" sz="6600" dirty="0" smtClean="0"/>
              <a:t> 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muraḷika</a:t>
            </a:r>
            <a:r>
              <a:rPr lang="en-US" sz="6600" dirty="0" smtClean="0"/>
              <a:t> </a:t>
            </a:r>
            <a:r>
              <a:rPr lang="en-US" sz="6600" dirty="0" err="1" smtClean="0"/>
              <a:t>ākuvān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ēṙe</a:t>
            </a:r>
            <a:r>
              <a:rPr lang="en-US" sz="6600" dirty="0" smtClean="0"/>
              <a:t> </a:t>
            </a:r>
            <a:r>
              <a:rPr lang="en-US" sz="6600" dirty="0" err="1" smtClean="0"/>
              <a:t>koticcat-āṇī</a:t>
            </a:r>
            <a:r>
              <a:rPr lang="en-US" sz="6600" dirty="0" smtClean="0"/>
              <a:t> </a:t>
            </a:r>
            <a:r>
              <a:rPr lang="en-US" sz="6600" dirty="0" err="1" smtClean="0"/>
              <a:t>rādhā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Krishna, this </a:t>
            </a:r>
            <a:r>
              <a:rPr lang="en-US" sz="6600" dirty="0" err="1" smtClean="0">
                <a:solidFill>
                  <a:srgbClr val="FFFF00"/>
                </a:solidFill>
              </a:rPr>
              <a:t>Radha</a:t>
            </a:r>
            <a:r>
              <a:rPr lang="en-US" sz="6600" dirty="0" smtClean="0">
                <a:solidFill>
                  <a:srgbClr val="FFFF00"/>
                </a:solidFill>
              </a:rPr>
              <a:t> longed to be the flute in your hands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pavizhādharattile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muraḷiyil</a:t>
            </a:r>
            <a:r>
              <a:rPr lang="en-US" sz="6000" dirty="0" smtClean="0"/>
              <a:t> </a:t>
            </a:r>
            <a:r>
              <a:rPr lang="en-US" sz="6000" dirty="0" err="1" smtClean="0"/>
              <a:t>ozhukunna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oru</a:t>
            </a:r>
            <a:r>
              <a:rPr lang="en-US" sz="6000" dirty="0" smtClean="0"/>
              <a:t> </a:t>
            </a:r>
            <a:r>
              <a:rPr lang="en-US" sz="6000" dirty="0" err="1" smtClean="0"/>
              <a:t>prēma-rāgam</a:t>
            </a:r>
            <a:r>
              <a:rPr lang="en-US" sz="6000" dirty="0" smtClean="0"/>
              <a:t> </a:t>
            </a:r>
            <a:r>
              <a:rPr lang="en-US" sz="6000" dirty="0" err="1" smtClean="0"/>
              <a:t>āṇī</a:t>
            </a:r>
            <a:r>
              <a:rPr lang="en-US" sz="6000" dirty="0" smtClean="0"/>
              <a:t> </a:t>
            </a:r>
            <a:r>
              <a:rPr lang="en-US" sz="6000" dirty="0" err="1" smtClean="0"/>
              <a:t>rādhā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— the melody of love flowing from the flute you press to your lips.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kaṇṇā</a:t>
            </a:r>
            <a:r>
              <a:rPr lang="en-US" sz="7200" dirty="0" smtClean="0"/>
              <a:t> </a:t>
            </a:r>
            <a:r>
              <a:rPr lang="en-US" sz="7200" dirty="0" err="1" smtClean="0"/>
              <a:t>gōpī</a:t>
            </a:r>
            <a:r>
              <a:rPr lang="en-US" sz="7200" dirty="0" smtClean="0"/>
              <a:t> </a:t>
            </a:r>
            <a:r>
              <a:rPr lang="en-US" sz="7200" dirty="0" err="1" smtClean="0"/>
              <a:t>manōhara</a:t>
            </a:r>
            <a:r>
              <a:rPr lang="en-US" sz="7200" dirty="0" smtClean="0"/>
              <a:t> </a:t>
            </a:r>
            <a:r>
              <a:rPr lang="en-US" sz="7200" dirty="0" err="1" smtClean="0"/>
              <a:t>rādha</a:t>
            </a:r>
            <a:r>
              <a:rPr lang="en-US" sz="7200" dirty="0" smtClean="0"/>
              <a:t> tan </a:t>
            </a:r>
            <a:r>
              <a:rPr lang="en-US" sz="7200" dirty="0" err="1" smtClean="0"/>
              <a:t>mānasa</a:t>
            </a:r>
            <a:r>
              <a:rPr lang="en-US" sz="7200" dirty="0" smtClean="0"/>
              <a:t> </a:t>
            </a:r>
            <a:r>
              <a:rPr lang="en-US" sz="7200" dirty="0" err="1" smtClean="0"/>
              <a:t>cōrā</a:t>
            </a:r>
            <a:r>
              <a:rPr lang="en-US" sz="7200" dirty="0" smtClean="0"/>
              <a:t>…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Krishna, the beautiful cowherd — the one who stole </a:t>
            </a:r>
            <a:r>
              <a:rPr lang="en-US" sz="6000" dirty="0" err="1" smtClean="0">
                <a:solidFill>
                  <a:srgbClr val="FFFF00"/>
                </a:solidFill>
              </a:rPr>
              <a:t>Radha’s</a:t>
            </a:r>
            <a:r>
              <a:rPr lang="en-US" sz="6000" dirty="0" smtClean="0">
                <a:solidFill>
                  <a:srgbClr val="FFFF00"/>
                </a:solidFill>
              </a:rPr>
              <a:t> heart...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kaṇṇane</a:t>
            </a:r>
            <a:r>
              <a:rPr lang="en-US" sz="6000" dirty="0" smtClean="0"/>
              <a:t> </a:t>
            </a:r>
            <a:r>
              <a:rPr lang="en-US" sz="6000" dirty="0" err="1" smtClean="0"/>
              <a:t>kāttu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kārvarṇṇane</a:t>
            </a:r>
            <a:r>
              <a:rPr lang="en-US" sz="6000" dirty="0" smtClean="0"/>
              <a:t> </a:t>
            </a:r>
            <a:r>
              <a:rPr lang="en-US" sz="6000" dirty="0" err="1" smtClean="0"/>
              <a:t>ōrttu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kaṇṇīr</a:t>
            </a:r>
            <a:r>
              <a:rPr lang="en-US" sz="6000" dirty="0" smtClean="0"/>
              <a:t> </a:t>
            </a:r>
            <a:r>
              <a:rPr lang="en-US" sz="6000" dirty="0" err="1" smtClean="0"/>
              <a:t>ozhukkaṭṭe</a:t>
            </a:r>
            <a:r>
              <a:rPr lang="en-US" sz="6000" smtClean="0"/>
              <a:t> </a:t>
            </a:r>
            <a:r>
              <a:rPr lang="en-US" sz="6000" smtClean="0"/>
              <a:t/>
            </a:r>
            <a:br>
              <a:rPr lang="en-US" sz="6000" smtClean="0"/>
            </a:br>
            <a:r>
              <a:rPr lang="en-US" sz="6000" smtClean="0"/>
              <a:t>ennum</a:t>
            </a:r>
            <a:r>
              <a:rPr lang="en-US" sz="6000" dirty="0" smtClean="0"/>
              <a:t> </a:t>
            </a:r>
            <a:r>
              <a:rPr lang="en-US" sz="6000" dirty="0" err="1" smtClean="0"/>
              <a:t>ennum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Let me weep forever, remembering the Dark One.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kaṇṇande</a:t>
            </a:r>
            <a:r>
              <a:rPr lang="en-US" sz="6000" dirty="0" smtClean="0"/>
              <a:t> </a:t>
            </a:r>
            <a:r>
              <a:rPr lang="en-US" sz="6000" dirty="0" err="1" smtClean="0"/>
              <a:t>dāsiyām</a:t>
            </a:r>
            <a:r>
              <a:rPr lang="en-US" sz="6000" dirty="0" smtClean="0"/>
              <a:t> </a:t>
            </a:r>
            <a:r>
              <a:rPr lang="en-US" sz="6000" dirty="0" err="1" smtClean="0"/>
              <a:t>rādhaykku</a:t>
            </a:r>
            <a:r>
              <a:rPr lang="en-US" sz="6000" dirty="0" smtClean="0"/>
              <a:t> </a:t>
            </a:r>
            <a:r>
              <a:rPr lang="en-US" sz="6000" dirty="0" err="1" smtClean="0"/>
              <a:t>maṫṫoru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karmavum</a:t>
            </a:r>
            <a:r>
              <a:rPr lang="en-US" sz="6000" dirty="0" smtClean="0"/>
              <a:t> </a:t>
            </a:r>
            <a:r>
              <a:rPr lang="en-US" sz="6000" dirty="0" err="1" smtClean="0"/>
              <a:t>dharmavum</a:t>
            </a:r>
            <a:r>
              <a:rPr lang="en-US" sz="6000" dirty="0" smtClean="0"/>
              <a:t> </a:t>
            </a:r>
            <a:r>
              <a:rPr lang="en-US" sz="6000" dirty="0" err="1" smtClean="0"/>
              <a:t>illa</a:t>
            </a:r>
            <a:r>
              <a:rPr lang="en-US" sz="6000" dirty="0" smtClean="0"/>
              <a:t> </a:t>
            </a:r>
            <a:r>
              <a:rPr lang="en-US" sz="6000" dirty="0" err="1" smtClean="0"/>
              <a:t>tellum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 is your servant — she has no duty but to shed tears for you.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kaṇṇā</a:t>
            </a:r>
            <a:r>
              <a:rPr lang="en-US" sz="7200" dirty="0" smtClean="0"/>
              <a:t> </a:t>
            </a:r>
            <a:r>
              <a:rPr lang="en-US" sz="7200" dirty="0" err="1" smtClean="0"/>
              <a:t>gōpī</a:t>
            </a:r>
            <a:r>
              <a:rPr lang="en-US" sz="7200" dirty="0" smtClean="0"/>
              <a:t> </a:t>
            </a:r>
            <a:r>
              <a:rPr lang="en-US" sz="7200" dirty="0" err="1" smtClean="0"/>
              <a:t>manōhara</a:t>
            </a:r>
            <a:r>
              <a:rPr lang="en-US" sz="7200" dirty="0" smtClean="0"/>
              <a:t> </a:t>
            </a:r>
            <a:r>
              <a:rPr lang="en-US" sz="7200" dirty="0" err="1" smtClean="0"/>
              <a:t>rādha</a:t>
            </a:r>
            <a:r>
              <a:rPr lang="en-US" sz="7200" dirty="0" smtClean="0"/>
              <a:t> tan </a:t>
            </a:r>
            <a:r>
              <a:rPr lang="en-US" sz="7200" dirty="0" err="1" smtClean="0"/>
              <a:t>mānasa</a:t>
            </a:r>
            <a:r>
              <a:rPr lang="en-US" sz="7200" dirty="0" smtClean="0"/>
              <a:t> </a:t>
            </a:r>
            <a:r>
              <a:rPr lang="en-US" sz="7200" dirty="0" err="1" smtClean="0"/>
              <a:t>cōrā</a:t>
            </a:r>
            <a:r>
              <a:rPr lang="en-US" sz="7200" dirty="0" smtClean="0"/>
              <a:t>…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Krishna, the beautiful cowherd — the one who stole </a:t>
            </a:r>
            <a:r>
              <a:rPr lang="en-US" sz="6000" dirty="0" err="1" smtClean="0">
                <a:solidFill>
                  <a:srgbClr val="FFFF00"/>
                </a:solidFill>
              </a:rPr>
              <a:t>Radha’s</a:t>
            </a:r>
            <a:r>
              <a:rPr lang="en-US" sz="6000" dirty="0" smtClean="0">
                <a:solidFill>
                  <a:srgbClr val="FFFF00"/>
                </a:solidFill>
              </a:rPr>
              <a:t> heart...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2887</TotalTime>
  <Words>239</Words>
  <Application>Microsoft Office PowerPoint</Application>
  <PresentationFormat>On-screen Show (4:3)</PresentationFormat>
  <Paragraphs>36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prāṇēśvarā en hṛdayēśvarā vanamāli kaṇṇā varumō</vt:lpstr>
      <vt:lpstr>viraha tīyil urukunn-ennil kṛpa māri coriyān varumō?</vt:lpstr>
      <vt:lpstr>kaṇṇā gōpī manōhara rādha tan mānasa cōrā…</vt:lpstr>
      <vt:lpstr>rāppakal ninne kāttirunnen manam oru nerippōḍāyi māṙi</vt:lpstr>
      <vt:lpstr>mizhinīru vaṫṫiya iru mizhikaḷum innu paḍutiri kattukayāyi</vt:lpstr>
      <vt:lpstr>kaṇṇā gōpī manōhara rādha tan mānasa cōrā…</vt:lpstr>
      <vt:lpstr>kaṇṇā nin kayyile  muraḷika ākuvān ēṙe koticcat-āṇī rādhā</vt:lpstr>
      <vt:lpstr>pavizhādharattile  muraḷiyil ozhukunna oru prēma-rāgam āṇī rādhā</vt:lpstr>
      <vt:lpstr>kaṇṇā gōpī manōhara rādha tan mānasa cōrā…</vt:lpstr>
      <vt:lpstr>kaṇṇane kāttu  kārvarṇṇane ōrttu ñān kaṇṇīr ozhukkaṭṭe  ennum ennum</vt:lpstr>
      <vt:lpstr>kaṇṇande dāsiyām rādhaykku maṫṫoru karmavum dharmavum illa tellum</vt:lpstr>
      <vt:lpstr>kaṇṇā gōpī manōhara rādha tan mānasa cōrā…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328</cp:revision>
  <dcterms:created xsi:type="dcterms:W3CDTF">2006-08-16T00:00:00Z</dcterms:created>
  <dcterms:modified xsi:type="dcterms:W3CDTF">2025-08-18T14:35:51Z</dcterms:modified>
</cp:coreProperties>
</file>