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203B4-0820-4315-B149-8A137084224F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E0EA9-6493-4E0B-AE87-C3FCEAABDA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203B4-0820-4315-B149-8A137084224F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E0EA9-6493-4E0B-AE87-C3FCEAABDA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203B4-0820-4315-B149-8A137084224F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E0EA9-6493-4E0B-AE87-C3FCEAABDA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203B4-0820-4315-B149-8A137084224F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E0EA9-6493-4E0B-AE87-C3FCEAABDA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203B4-0820-4315-B149-8A137084224F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E0EA9-6493-4E0B-AE87-C3FCEAABDA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203B4-0820-4315-B149-8A137084224F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E0EA9-6493-4E0B-AE87-C3FCEAABDA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203B4-0820-4315-B149-8A137084224F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E0EA9-6493-4E0B-AE87-C3FCEAABDA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203B4-0820-4315-B149-8A137084224F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E0EA9-6493-4E0B-AE87-C3FCEAABDA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203B4-0820-4315-B149-8A137084224F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E0EA9-6493-4E0B-AE87-C3FCEAABDA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203B4-0820-4315-B149-8A137084224F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E0EA9-6493-4E0B-AE87-C3FCEAABDA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203B4-0820-4315-B149-8A137084224F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E0EA9-6493-4E0B-AE87-C3FCEAABDA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6203B4-0820-4315-B149-8A137084224F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5E0EA9-6493-4E0B-AE87-C3FCEAABDAA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ammā ammā ammā en ammā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(Tamil)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ammā ammā ammā en ammā ammā…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Mother, O my Mother…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un pādattil oru pūvāy nān irundāl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if I could be just a flower at your feet,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smtClean="0">
                <a:solidFill>
                  <a:srgbClr val="FFFFFF"/>
                </a:solidFill>
                <a:latin typeface="Calibri"/>
              </a:rPr>
              <a:t>unnai maṭṭum piḍittu nirpēn ammā </a:t>
            </a:r>
            <a:br>
              <a:rPr lang="en-US" sz="6000" smtClean="0">
                <a:solidFill>
                  <a:srgbClr val="FFFFFF"/>
                </a:solidFill>
                <a:latin typeface="Calibri"/>
              </a:rPr>
            </a:br>
            <a:r>
              <a:rPr lang="en-US" sz="6000" smtClean="0">
                <a:solidFill>
                  <a:srgbClr val="FFFFFF"/>
                </a:solidFill>
                <a:latin typeface="Calibri"/>
              </a:rPr>
              <a:t>undan aḍikaḷil śaraṇaḍaiyvēn</a:t>
            </a:r>
            <a:endParaRPr lang="en-US" sz="60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 would cling to you alone and never let go. I would surrender at your feet,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ammā ammā ammā en ammā ammā…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Mother… O my Mother…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300" smtClean="0">
                <a:solidFill>
                  <a:srgbClr val="FFFFFF"/>
                </a:solidFill>
                <a:latin typeface="Calibri"/>
              </a:rPr>
              <a:t>nī ennai eḍuttu pārppāyā ammā</a:t>
            </a:r>
            <a:br>
              <a:rPr lang="en-US" sz="6300" smtClean="0">
                <a:solidFill>
                  <a:srgbClr val="FFFFFF"/>
                </a:solidFill>
                <a:latin typeface="Calibri"/>
              </a:rPr>
            </a:br>
            <a:r>
              <a:rPr lang="en-US" sz="6300" smtClean="0">
                <a:solidFill>
                  <a:srgbClr val="FFFFFF"/>
                </a:solidFill>
                <a:latin typeface="Calibri"/>
              </a:rPr>
              <a:t>unnuḍan sērttu aṇaiyppāyā</a:t>
            </a:r>
            <a:endParaRPr lang="en-US" sz="63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Will you take me into your arms and hold me close, Mother?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un nāmam en nāvil japittu tudittu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kāttiruppēn ammā kāttiruppēn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500" smtClean="0">
                <a:solidFill>
                  <a:srgbClr val="FFFF00"/>
                </a:solidFill>
                <a:latin typeface="Calibri"/>
              </a:rPr>
              <a:t>Will you embrace me and keep me near? I will go on chanting your name with deep devotion, waiting for you, Mother…</a:t>
            </a:r>
            <a:endParaRPr lang="en-US" sz="5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anda nannāḷai vēṇḍi kāttiruppēn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 will wait, I will wait for that blessed day to come.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smtClean="0">
                <a:solidFill>
                  <a:srgbClr val="FFFFFF"/>
                </a:solidFill>
                <a:latin typeface="Calibri"/>
              </a:rPr>
              <a:t>ammā ammā ammā en ammā</a:t>
            </a:r>
            <a:br>
              <a:rPr lang="en-US" sz="6000" smtClean="0">
                <a:solidFill>
                  <a:srgbClr val="FFFFFF"/>
                </a:solidFill>
                <a:latin typeface="Calibri"/>
              </a:rPr>
            </a:br>
            <a:r>
              <a:rPr lang="en-US" sz="6000" smtClean="0">
                <a:solidFill>
                  <a:srgbClr val="FFFFFF"/>
                </a:solidFill>
                <a:latin typeface="Calibri"/>
              </a:rPr>
              <a:t>ammā varuvāy anbai taruvāy</a:t>
            </a:r>
            <a:endParaRPr lang="en-US" sz="60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Mother, O my Mother, come to me and give me your love.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ammā ammā ammā en ammā ammā…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Mother, my Mother…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800" smtClean="0">
                <a:solidFill>
                  <a:srgbClr val="FFFFFF"/>
                </a:solidFill>
                <a:latin typeface="Calibri"/>
              </a:rPr>
              <a:t>un anbin naṙumaṇam anubhavittu ammā</a:t>
            </a:r>
            <a:br>
              <a:rPr lang="en-US" sz="5800" smtClean="0">
                <a:solidFill>
                  <a:srgbClr val="FFFFFF"/>
                </a:solidFill>
                <a:latin typeface="Calibri"/>
              </a:rPr>
            </a:br>
            <a:r>
              <a:rPr lang="en-US" sz="5800" smtClean="0">
                <a:solidFill>
                  <a:srgbClr val="FFFFFF"/>
                </a:solidFill>
                <a:latin typeface="Calibri"/>
              </a:rPr>
              <a:t>ellōriḍamum parappavēṇḍum</a:t>
            </a:r>
            <a:endParaRPr lang="en-US" sz="58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400" smtClean="0">
                <a:solidFill>
                  <a:srgbClr val="FFFF00"/>
                </a:solidFill>
                <a:latin typeface="Calibri"/>
              </a:rPr>
              <a:t>Let me experience the fragrance of your love, Mother, and may I spread that fragrance to all beings everywhere</a:t>
            </a:r>
            <a:endParaRPr lang="en-US" sz="54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anda ānandattil nī sirikka sirikka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kāttiruppēn ammā kāttiruppēn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—seeing that, you will smile and laugh in blissful joy…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anda nannāḷai vēṇḍi kāttiruppēn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Mother, I will wait, I will wait for that blessed day to come.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236</Words>
  <Application>Microsoft Office PowerPoint</Application>
  <PresentationFormat>On-screen Show (4:3)</PresentationFormat>
  <Paragraphs>27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ammā ammā ammā en ammā</vt:lpstr>
      <vt:lpstr>ammā ammā ammā en ammā ammā…</vt:lpstr>
      <vt:lpstr>un pādattil oru pūvāy nān irundāl</vt:lpstr>
      <vt:lpstr>unnai maṭṭum piḍittu nirpēn ammā  undan aḍikaḷil śaraṇaḍaiyvēn</vt:lpstr>
      <vt:lpstr>ammā ammā ammā en ammā ammā…</vt:lpstr>
      <vt:lpstr>nī ennai eḍuttu pārppāyā ammā unnuḍan sērttu aṇaiyppāyā</vt:lpstr>
      <vt:lpstr>un nāmam en nāvil japittu tudittu kāttiruppēn ammā kāttiruppēn</vt:lpstr>
      <vt:lpstr>anda nannāḷai vēṇḍi kāttiruppēn</vt:lpstr>
      <vt:lpstr>ammā ammā ammā en ammā ammā varuvāy anbai taruvāy</vt:lpstr>
      <vt:lpstr>ammā ammā ammā en ammā ammā…</vt:lpstr>
      <vt:lpstr>un anbin naṙumaṇam anubhavittu ammā ellōriḍamum parappavēṇḍum</vt:lpstr>
      <vt:lpstr>anda ānandattil nī sirikka sirikka kāttiruppēn ammā kāttiruppēn</vt:lpstr>
      <vt:lpstr>anda nannāḷai vēṇḍi kāttiruppēn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ammā ammā ammā en ammā</dc:title>
  <dc:creator>Amrita</dc:creator>
  <cp:lastModifiedBy>Amrita</cp:lastModifiedBy>
  <cp:revision>1</cp:revision>
  <dcterms:created xsi:type="dcterms:W3CDTF">2025-07-01T16:25:56Z</dcterms:created>
  <dcterms:modified xsi:type="dcterms:W3CDTF">2025-07-01T16:28:14Z</dcterms:modified>
</cp:coreProperties>
</file>