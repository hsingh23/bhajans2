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C298-3EE9-4BFA-98C9-6A7BBB5F30A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19680-BBFC-4D69-A669-83D6A2864E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C298-3EE9-4BFA-98C9-6A7BBB5F30A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19680-BBFC-4D69-A669-83D6A2864E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C298-3EE9-4BFA-98C9-6A7BBB5F30A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19680-BBFC-4D69-A669-83D6A2864E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C298-3EE9-4BFA-98C9-6A7BBB5F30A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19680-BBFC-4D69-A669-83D6A2864E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C298-3EE9-4BFA-98C9-6A7BBB5F30A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19680-BBFC-4D69-A669-83D6A2864E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C298-3EE9-4BFA-98C9-6A7BBB5F30A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19680-BBFC-4D69-A669-83D6A2864E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C298-3EE9-4BFA-98C9-6A7BBB5F30A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19680-BBFC-4D69-A669-83D6A2864E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C298-3EE9-4BFA-98C9-6A7BBB5F30A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19680-BBFC-4D69-A669-83D6A2864E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C298-3EE9-4BFA-98C9-6A7BBB5F30A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19680-BBFC-4D69-A669-83D6A2864E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C298-3EE9-4BFA-98C9-6A7BBB5F30A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19680-BBFC-4D69-A669-83D6A2864E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C298-3EE9-4BFA-98C9-6A7BBB5F30A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19680-BBFC-4D69-A669-83D6A2864E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CC298-3EE9-4BFA-98C9-6A7BBB5F30A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19680-BBFC-4D69-A669-83D6A2864E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kānana kūriruḷ paṫṫi vaḷarnnoru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kānana kūriruḷ paṫṫi vaḷarnnoru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pāzhmuḷaṅkāṭṭil ninnuṫṫu patikkayāl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 tiny bamboo seed flew in the wind from a grove deep in the shadows of the dark forest.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ceṫṫamuḷayari kāṫṫēṫṫu nīṅgavē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nin prēma-vāḍiyil vīṇatō bhāgyamāy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By great good fortune, the wind carried it and placed it gently in your love-filled garden.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kaṇṇā mukiloḷi-varṇṇā… kaṇṇā mazhamukil-varṇṇā…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Krishna, dark as a rain-laden cloud!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gatakarma-anusārattin tāpavum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satkarma-sārattāl pōṣaṇavum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It grew, enduring the heat of past misdeeds and drawing nourishment from the fruits of virtue.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uṇaṅgi taḷirttu vāḍi kiḷirkkavē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yatnānusāram āyallō kriyāphalam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It wilted in the heat and sprouted with grace, understanding that it was experiencing the fruits of its actions.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kaṇṇā mukiloḷi varṇṇā… kaṇṇā mazhamukil-varṇṇā…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Krishna, dark as a rain-laden cloud!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varṣam-ozhiññu teḷiññoru vāḍiyil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veṇṇilāvetti pūntennalumāy itā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rains passed, and the garden bloomed. The fragrant breeze danced in, and moonlight poured down.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puṣpa-phalaṅgaḷāl tiṅgi-kuniyavē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sapta-svaraṅgaḷ utirttitā kaṇṇanum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fruits and flowers filled the garden, Krishna arrived, playing the seven melodious notes on his flute.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kaṇṇā mukiloḷi varṇṇā… kaṇṇā mazhamukil-varṇṇā…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Krishna, dark as a rain-laden cloud!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pūkkaḷum illāte kāykaḷum illāte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oṭṭoru śītaḷa-chāyayum illāte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bamboo reed stood quietly aside in a far garden nook, no fruits, no flowers, no shade to offer.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vāḍi tan kōṇil otuṅgi ninnīḍavē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kātilāy-ettītā kaṇṇande vākkukaḷ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Yet from its lonely corner, it heard Krishna’s voice.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kaṇṇā mukiloḷi varṇṇā… kaṇṇā mazhamukil-varṇṇā…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Krishna, dark as a rain-laden cloud!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kaṇṇanāl connoru kaṇṇande vēṇuvin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kātara-kathanam kātōrttu nilkkavē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It listened as Krishna spoke tenderly of the flute he held, born of yearning and love.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uḷkāmb-aṙiyāte artthiccu pāzhmanam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kaṇṇanōḍ-onnāy cērnnīḍumō prāṇan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900" smtClean="0">
                <a:solidFill>
                  <a:srgbClr val="FFFF00"/>
                </a:solidFill>
                <a:latin typeface="Calibri"/>
              </a:rPr>
              <a:t>A deep longing stirred in the reed’s heart, and it prayed, ‘Krishna, will I too be held to your lips? Will this life also merge into yours?’</a:t>
            </a:r>
            <a:endParaRPr lang="en-US" sz="4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kaṇṇā mukiloḷi varṇṇā… kaṇṇā mazhamukil-varṇṇā…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Krishna, dark as a rain-laden cloud!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</Words>
  <Application>Microsoft Office PowerPoint</Application>
  <PresentationFormat>On-screen Show (4:3)</PresentationFormat>
  <Paragraphs>33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kānana kūriruḷ paṫṫi vaḷarnnoru</vt:lpstr>
      <vt:lpstr>kānana kūriruḷ paṫṫi vaḷarnnoru pāzhmuḷaṅkāṭṭil ninnuṫṫu patikkayāl </vt:lpstr>
      <vt:lpstr>ceṫṫamuḷayari kāṫṫēṫṫu nīṅgavē nin prēma-vāḍiyil vīṇatō bhāgyamāy</vt:lpstr>
      <vt:lpstr>kaṇṇā mukiloḷi-varṇṇā… kaṇṇā mazhamukil-varṇṇā…</vt:lpstr>
      <vt:lpstr>gatakarma-anusārattin tāpavum satkarma-sārattāl pōṣaṇavum</vt:lpstr>
      <vt:lpstr>uṇaṅgi taḷirttu vāḍi kiḷirkkavē yatnānusāram āyallō kriyāphalam</vt:lpstr>
      <vt:lpstr>kaṇṇā mukiloḷi varṇṇā… kaṇṇā mazhamukil-varṇṇā…</vt:lpstr>
      <vt:lpstr>varṣam-ozhiññu teḷiññoru vāḍiyil veṇṇilāvetti pūntennalumāy itā</vt:lpstr>
      <vt:lpstr>puṣpa-phalaṅgaḷāl tiṅgi-kuniyavē sapta-svaraṅgaḷ utirttitā kaṇṇanum</vt:lpstr>
      <vt:lpstr>kaṇṇā mukiloḷi varṇṇā… kaṇṇā mazhamukil-varṇṇā…</vt:lpstr>
      <vt:lpstr>pūkkaḷum illāte kāykaḷum illāte oṭṭoru śītaḷa-chāyayum illāte</vt:lpstr>
      <vt:lpstr>vāḍi tan kōṇil otuṅgi ninnīḍavē kātilāy-ettītā kaṇṇande vākkukaḷ</vt:lpstr>
      <vt:lpstr>kaṇṇā mukiloḷi varṇṇā… kaṇṇā mazhamukil-varṇṇā…</vt:lpstr>
      <vt:lpstr>kaṇṇanāl connoru kaṇṇande vēṇuvin kātara-kathanam kātōrttu nilkkavē</vt:lpstr>
      <vt:lpstr>uḷkāmb-aṙiyāte artthiccu pāzhmanam kaṇṇanōḍ-onnāy cērnnīḍumō prāṇan</vt:lpstr>
      <vt:lpstr>kaṇṇā mukiloḷi varṇṇā… kaṇṇā mazhamukil-varṇṇā…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kānana kūriruḷ paṫṫi vaḷarnnoru</dc:title>
  <dc:creator>Amrita</dc:creator>
  <cp:lastModifiedBy>Amrita</cp:lastModifiedBy>
  <cp:revision>1</cp:revision>
  <dcterms:created xsi:type="dcterms:W3CDTF">2025-07-28T13:32:52Z</dcterms:created>
  <dcterms:modified xsi:type="dcterms:W3CDTF">2025-07-28T13:33:16Z</dcterms:modified>
</cp:coreProperties>
</file>