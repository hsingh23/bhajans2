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C656-4C53-47C9-8841-4BAE53320A9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087A4-14B5-427F-A075-940DD5066C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C656-4C53-47C9-8841-4BAE53320A9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087A4-14B5-427F-A075-940DD5066C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C656-4C53-47C9-8841-4BAE53320A9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087A4-14B5-427F-A075-940DD5066C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C656-4C53-47C9-8841-4BAE53320A9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087A4-14B5-427F-A075-940DD5066C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C656-4C53-47C9-8841-4BAE53320A9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087A4-14B5-427F-A075-940DD5066C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C656-4C53-47C9-8841-4BAE53320A9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087A4-14B5-427F-A075-940DD5066C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C656-4C53-47C9-8841-4BAE53320A9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087A4-14B5-427F-A075-940DD5066C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C656-4C53-47C9-8841-4BAE53320A9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087A4-14B5-427F-A075-940DD5066C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C656-4C53-47C9-8841-4BAE53320A9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087A4-14B5-427F-A075-940DD5066C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C656-4C53-47C9-8841-4BAE53320A9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087A4-14B5-427F-A075-940DD5066C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C656-4C53-47C9-8841-4BAE53320A9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087A4-14B5-427F-A075-940DD5066C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9C656-4C53-47C9-8841-4BAE53320A9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087A4-14B5-427F-A075-940DD5066CF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 nin ponniḷam paitalallē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 nin ponniḷam paitalallē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enne nin kaiyāl talōḍukillē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am I not your tender little one? Will you not gather me into your arms and caress me with your loving hands?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 maḍittaṭṭil pāḍi uṙakki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nitya-śānti kaniññ-ēkukillē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Will you not place me on your lap and sing me a lullaby, granting me eternal peace?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ānanda-dhāmattil ninnōḍoppam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kaḷiccu ciriccu ñān nṛttam āḍum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When will that sacred day dawn, when I may laugh and play with you, dancing in the abode of bliss where you are eternally enthroned?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puṇya-dinam tāyē ennu varum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janmam itennu saphalam ākum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When will that blessed day come, when the purpose of my life is fulfilled?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 amṛtēśvarī…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dēvī dayāmayī…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immortal Goddess… Devi, Compassionate One…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yuddha-kaḷamām en manassil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pōrāḍiḍān kāḷī śakti nalkū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Kali! Grant me the strength to fight the battle within my mind, to conquer the dark forces of negative tendencies.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nin cēlattumbin piḍi viḍāte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sanmārggē tuḍarān śakti nalkū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Give me the strength to cling to the hem of your saree and never let go—to walk steadfastly on the path of virtue you have shown.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 amṛtēśvarī…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dēvī dayāmayī…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immortal Goddess… Devi, Compassionate One…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ādhikaḷ ellām akaṫṫiḍunna nin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mandasmitam atil ennaliyum? 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will I dissolve into your beautiful smile? That smile which dispels the suffering of all who meditate upon it?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 snēha-sindhuvil ennu cērum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ennu ñān ammayil vannu cērum?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When will I plunge into the ocean of your love and become one with it? When, O Mother, will I reach and merge into you?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 amṛtēśvarī…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dēvī dayāmayī…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immortal Goddess… Devi, Compassionate One…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ammē nin ponniḷam paitalallē</vt:lpstr>
      <vt:lpstr>ammē nin ponniḷam paitalallē enne nin kaiyāl talōḍukillē</vt:lpstr>
      <vt:lpstr>nin maḍittaṭṭil pāḍi uṙakki  nitya-śānti kaniññ-ēkukillē</vt:lpstr>
      <vt:lpstr>ānanda-dhāmattil ninnōḍoppam kaḷiccu ciriccu ñān nṛttam āḍum</vt:lpstr>
      <vt:lpstr>puṇya-dinam tāyē ennu varum janmam itennu saphalam ākum</vt:lpstr>
      <vt:lpstr>ammē amṛtēśvarī… dēvī dayāmayī…</vt:lpstr>
      <vt:lpstr>yuddha-kaḷamām en manassil pōrāḍiḍān kāḷī śakti nalkū</vt:lpstr>
      <vt:lpstr>nin cēlattumbin piḍi viḍāte sanmārggē tuḍarān śakti nalkū</vt:lpstr>
      <vt:lpstr>ammē amṛtēśvarī… dēvī dayāmayī…</vt:lpstr>
      <vt:lpstr>ādhikaḷ ellām akaṫṫiḍunna nin mandasmitam atil ennaliyum? </vt:lpstr>
      <vt:lpstr>nin snēha-sindhuvil ennu cērum ennu ñān ammayil vannu cērum? </vt:lpstr>
      <vt:lpstr>ammē amṛtēśvarī… dēvī dayāmayī…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ammē nin ponniḷam paitalallē</dc:title>
  <dc:creator>Amrita</dc:creator>
  <cp:lastModifiedBy>Amrita</cp:lastModifiedBy>
  <cp:revision>1</cp:revision>
  <dcterms:created xsi:type="dcterms:W3CDTF">2025-07-13T13:32:50Z</dcterms:created>
  <dcterms:modified xsi:type="dcterms:W3CDTF">2025-07-13T13:33:43Z</dcterms:modified>
</cp:coreProperties>
</file>