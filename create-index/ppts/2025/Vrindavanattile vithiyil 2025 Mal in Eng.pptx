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7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CB6A2-3460-43A2-99C0-63B93F265392}" type="datetimeFigureOut">
              <a:rPr lang="en-US" smtClean="0"/>
              <a:pPr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51D8-3E92-4C47-B426-A8DE72C52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CB6A2-3460-43A2-99C0-63B93F265392}" type="datetimeFigureOut">
              <a:rPr lang="en-US" smtClean="0"/>
              <a:pPr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51D8-3E92-4C47-B426-A8DE72C52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CB6A2-3460-43A2-99C0-63B93F265392}" type="datetimeFigureOut">
              <a:rPr lang="en-US" smtClean="0"/>
              <a:pPr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51D8-3E92-4C47-B426-A8DE72C52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CB6A2-3460-43A2-99C0-63B93F265392}" type="datetimeFigureOut">
              <a:rPr lang="en-US" smtClean="0"/>
              <a:pPr/>
              <a:t>16-Sep-2025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51D8-3E92-4C47-B426-A8DE72C52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CB6A2-3460-43A2-99C0-63B93F265392}" type="datetimeFigureOut">
              <a:rPr lang="en-US" smtClean="0"/>
              <a:pPr/>
              <a:t>16-Sep-2025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51D8-3E92-4C47-B426-A8DE72C52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CB6A2-3460-43A2-99C0-63B93F265392}" type="datetimeFigureOut">
              <a:rPr lang="en-US" smtClean="0"/>
              <a:pPr/>
              <a:t>16-Sep-2025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51D8-3E92-4C47-B426-A8DE72C52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CB6A2-3460-43A2-99C0-63B93F265392}" type="datetimeFigureOut">
              <a:rPr lang="en-US" smtClean="0"/>
              <a:pPr/>
              <a:t>16-Sep-2025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51D8-3E92-4C47-B426-A8DE72C52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CB6A2-3460-43A2-99C0-63B93F265392}" type="datetimeFigureOut">
              <a:rPr lang="en-US" smtClean="0"/>
              <a:pPr/>
              <a:t>16-Sep-2025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51D8-3E92-4C47-B426-A8DE72C52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CB6A2-3460-43A2-99C0-63B93F265392}" type="datetimeFigureOut">
              <a:rPr lang="en-US" smtClean="0"/>
              <a:pPr/>
              <a:t>16-Sep-2025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51D8-3E92-4C47-B426-A8DE72C52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CB6A2-3460-43A2-99C0-63B93F265392}" type="datetimeFigureOut">
              <a:rPr lang="en-US" smtClean="0"/>
              <a:pPr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51D8-3E92-4C47-B426-A8DE72C52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CB6A2-3460-43A2-99C0-63B93F265392}" type="datetimeFigureOut">
              <a:rPr lang="en-US" smtClean="0"/>
              <a:pPr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51D8-3E92-4C47-B426-A8DE72C52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CB6A2-3460-43A2-99C0-63B93F265392}" type="datetimeFigureOut">
              <a:rPr lang="en-US" smtClean="0"/>
              <a:pPr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A51D8-3E92-4C47-B426-A8DE72C52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vṛndāvanattile vīthiyil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vṛndāvanattile vīthiyil ann-ende kaṇṇane oru nōkku kaṇḍu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caught a glimpse of my Krishna on a path in Vrindavan.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ā divya-darśanam en manōmukurattil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prēma-sugandham niṙaccu, prēma-sugandham niṙaccu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That divine darshan filled the tender bud of my heart with the sweet fragrance of love.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ini ennu kāṇum ā rūpam annōḷam en prāṇan tuḍikkumō kaṇṇā?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prāṇan tuḍikkumō kaṇṇā?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When will I behold your form again? Will the breath of life remain in this body until that blessed day when I see you again? O Krishna, will my life energy remain within me?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vṛndāvanattile vīthiyil ann-ende kaṇṇane oru nōkku kaṇḍu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caught a glimpse of my Krishna on a path in Vrindavan.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ōrō dināntyam varēykkum ā vīthiyil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aṅgaye ōrttu ñān kāttu nilppū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Until the day fades, I wait by the path, my mind filled with memories of you.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grīṣma-vasanta śiśiraṅgaḷ onnonnāy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minni māyunnatum kaṇḍu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watch as the seasons—spring, summer, autumn, and winter—come and go, again and again.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nī mātram entē varāttū kaṇṇā ī dāsikku darśanam ēkān?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Krishna, why do you not appear before me, and grant darshan to one who has surrendered at your feet?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vṛndāvanattile vīthiyil ann-ende kaṇṇane oru nōkku kaṇḍu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caught a glimpse of my Krishna on a path in Vrindavan.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oru dinam ninneyum kāttu ninnīḍavē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mizhiyiṇa tānē taḷarnn-uṙaṅgi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One day, as I waited for you, my weary eyes closed on their own.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oru mṛdu sparśanam tazhuki uṇartti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arikil ñān ninne darśiccu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gentle touch awakened me, and there you were, standing near.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dhanyam ākkiḍu ī mugdha-janmam kaṇṇā ninnil vilīnam ākaṭṭe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O Krishna, bless this life absorbed in you; so that I may become one with you!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278</Words>
  <Application>Microsoft Office PowerPoint</Application>
  <PresentationFormat>On-screen Show (4:3)</PresentationFormat>
  <Paragraphs>25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vṛndāvanattile vīthiyil</vt:lpstr>
      <vt:lpstr>vṛndāvanattile vīthiyil ann-ende kaṇṇane oru nōkku kaṇḍu</vt:lpstr>
      <vt:lpstr>ā divya-darśanam en manōmukurattil prēma-sugandham niṙaccu, prēma-sugandham niṙaccu</vt:lpstr>
      <vt:lpstr>ini ennu kāṇum ā rūpam annōḷam en prāṇan tuḍikkumō kaṇṇā? prāṇan tuḍikkumō kaṇṇā? </vt:lpstr>
      <vt:lpstr>vṛndāvanattile vīthiyil ann-ende kaṇṇane oru nōkku kaṇḍu</vt:lpstr>
      <vt:lpstr>ōrō dināntyam varēykkum ā vīthiyil aṅgaye ōrttu ñān kāttu nilppū</vt:lpstr>
      <vt:lpstr>grīṣma-vasanta śiśiraṅgaḷ onnonnāy minni māyunnatum kaṇḍu</vt:lpstr>
      <vt:lpstr>nī mātram entē varāttū kaṇṇā ī dāsikku darśanam ēkān? </vt:lpstr>
      <vt:lpstr>vṛndāvanattile vīthiyil ann-ende kaṇṇane oru nōkku kaṇḍu</vt:lpstr>
      <vt:lpstr>oru dinam ninneyum kāttu ninnīḍavē mizhiyiṇa tānē taḷarnn-uṙaṅgi</vt:lpstr>
      <vt:lpstr>oru mṛdu sparśanam tazhuki uṇartti arikil ñān ninne darśiccu</vt:lpstr>
      <vt:lpstr>dhanyam ākkiḍu ī mugdha-janmam kaṇṇā ninnil vilīnam ākaṭṭe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vṛndāvanattile vīthiyil</dc:title>
  <dc:creator>Amrita</dc:creator>
  <cp:lastModifiedBy>AMMA</cp:lastModifiedBy>
  <cp:revision>2</cp:revision>
  <dcterms:created xsi:type="dcterms:W3CDTF">2025-09-13T13:10:05Z</dcterms:created>
  <dcterms:modified xsi:type="dcterms:W3CDTF">2025-09-16T14:50:27Z</dcterms:modified>
</cp:coreProperties>
</file>