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5" r:id="rId9"/>
    <p:sldId id="262" r:id="rId10"/>
    <p:sldId id="263" r:id="rId11"/>
    <p:sldId id="266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jWgNIWdWbAGP1EWNQQQI48dWNY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pūvāli paśuvuṇḍu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marL="0" lvl="0" indent="0" algn="ctr" rtl="0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(English)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900"/>
              <a:buFont typeface="Calibri"/>
              <a:buNone/>
            </a:pP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pūvāli paśuvuṇḍu pūvākamaram uṇḍu</a:t>
            </a:r>
            <a:b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pūnuḷḷān pōrunnō uṇṇikaṇṇā</a:t>
            </a:r>
            <a:endParaRPr sz="5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100"/>
              <a:buNone/>
            </a:pPr>
            <a:r>
              <a:rPr lang="en-US" sz="51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There is a cow with a lovely tail, and a flame tree bursting into bloom. Little Krishna, will you come and pluck flowers with me?</a:t>
            </a:r>
            <a:endParaRPr sz="51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pūvāka kombile pūkkaḷ niṙaññoru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ponnu</a:t>
            </a:r>
            <a:r>
              <a:rPr lang="en-US" sz="5700">
                <a:solidFill>
                  <a:srgbClr val="FFFFFF"/>
                </a:solidFill>
              </a:rPr>
              <a:t>ñ</a:t>
            </a: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ñāl-āḍān vā uṇṇikkaṇṇā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you come and play with me on a swing tied to the flowering branch of the flame tree?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vṛndāvanattile sakhimāre kāṇānāyi</a:t>
            </a:r>
            <a:b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veṇṇakkaḷḷā varū uṇṇikkaṇṇā</a:t>
            </a:r>
            <a:endParaRPr sz="6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Little Krishna, O butter thief, come visit the gopikas of Vrindavan.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koti ūṙum ninnuḍe kuzhal-nādam kēḷkkānāyi</a:t>
            </a:r>
            <a:b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gōpi-gōpanmār kātōrkkayāy</a:t>
            </a:r>
            <a:endParaRPr sz="6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gopis and gopas long to hear your flute—they listen to its sweet melodies, and their yearning deepens.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kāḷindi tīrattil kaḷiyāḍān ōḍi vā</a:t>
            </a:r>
            <a:b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kārmēgha niṙamuḷḷa uṇṇikkaṇṇā</a:t>
            </a:r>
            <a:endParaRPr sz="5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Come running to play on the banks of the Kalindi, O Little Krishna, dark as a rain-filled cloud.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kaḷakūjanam ceyyum kiḷikaḷe kāṭṭīḍām</a:t>
            </a:r>
            <a:b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muḷam taṇḍil tīrttoru muraḷi nalkām</a:t>
            </a:r>
            <a:endParaRPr sz="5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I will show you the birds that sing sweet songs, I will give you a flute carved from a bamboo reed.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0"/>
              <a:buFont typeface="Calibri"/>
              <a:buNone/>
            </a:pP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rādhē gōvinda hari rādhēśyām</a:t>
            </a:r>
            <a:b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hari rādhē gōvinda hari rādhē śyām</a:t>
            </a:r>
            <a:endParaRPr sz="5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500"/>
              <a:buNone/>
            </a:pPr>
            <a:r>
              <a:rPr lang="en-US" sz="6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Govinda, the dark one, the beloved of Radha—Hari, Govinda, Radha’s Krishna!</a:t>
            </a:r>
            <a:endParaRPr sz="6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On-screen Show (4:3)</PresentationFormat>
  <Paragraphs>23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pūvāli paśuvuṇḍu</vt:lpstr>
      <vt:lpstr>rādhē gōvinda hari rādhēśyām hari rādhē gōvinda hari rādhē śyām</vt:lpstr>
      <vt:lpstr>pūvāli paśuvuṇḍu pūvākamaram uṇḍu pūnuḷḷān pōrunnō uṇṇikaṇṇā</vt:lpstr>
      <vt:lpstr>pūvāka kombile pūkkaḷ niṙaññoru ponnuññāl-āḍān vā uṇṇikkaṇṇā</vt:lpstr>
      <vt:lpstr>rādhē gōvinda hari rādhēśyām hari rādhē gōvinda hari rādhē śyām</vt:lpstr>
      <vt:lpstr>vṛndāvanattile sakhimāre kāṇānāyi veṇṇakkaḷḷā varū uṇṇikkaṇṇā</vt:lpstr>
      <vt:lpstr>koti ūṙum ninnuḍe kuzhal-nādam kēḷkkānāyi gōpi-gōpanmār kātōrkkayāy</vt:lpstr>
      <vt:lpstr>rādhē gōvinda hari rādhēśyām hari rādhē gōvinda hari rādhē śyām</vt:lpstr>
      <vt:lpstr>kāḷindi tīrattil kaḷiyāḍān ōḍi vā kārmēgha niṙamuḷḷa uṇṇikkaṇṇā</vt:lpstr>
      <vt:lpstr>kaḷakūjanam ceyyum kiḷikaḷe kāṭṭīḍām muḷam taṇḍil tīrttoru muraḷi nalkām</vt:lpstr>
      <vt:lpstr>rādhē gōvinda hari rādhēśyām hari rādhē gōvinda hari rādhē śyām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pūvāli paśuvuṇḍu</dc:title>
  <dc:creator>Amrita</dc:creator>
  <cp:lastModifiedBy>AMMA</cp:lastModifiedBy>
  <cp:revision>1</cp:revision>
  <dcterms:created xsi:type="dcterms:W3CDTF">2025-06-11T14:08:02Z</dcterms:created>
  <dcterms:modified xsi:type="dcterms:W3CDTF">2025-09-14T18:46:48Z</dcterms:modified>
</cp:coreProperties>
</file>