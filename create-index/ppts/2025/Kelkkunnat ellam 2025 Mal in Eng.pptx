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9C629-ABD5-4CA5-B522-26110BE4C737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8A23F-9ED0-4A0C-BBA9-4F51057B37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kēḷkkunnat-ellām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kēḷkkunnat-ellām ā pullāṅkuzhalinde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puḷakita-nādamāy tīruvatennō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Krishna, when will the day come when every sound I hear becomes the melody of your flute,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nānātva-rūpam ī prapañcattil ennu nin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cāruśyāma-rūpam kāṇum en kaṇṇā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every form I see becomes your beautiful dark form?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cintāsaraṇikaḷ śrī caraṇattil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gaṅgābhiṣēkamāy patiyuvat-ennō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will my thoughts flow like the pure waters of the Ganga, to bathe your lotus feet in sacred abhisheka?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nāmāmṛtatte nukarnnu nukarnn-ende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nāvu nin muraḷikayāvat-ennu?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When will the ceaseless chanting of your mantra on my lips bring peace to others, like the soothing music of your flute?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gōvindā hari gōvindā hari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gōvindā hari gōvindā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gōpālā hari gōpālā hari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gōpālā hari gōpālā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Govinda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karmaṅgaḷ ellām yōgamāy māṙi en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janmamā pādattil arpaṇam āyiḍān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Krishna, when will you bless me with the pure devotion that transforms every action into karmayoga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aḍimalariṇakaḷil avikala-bhakti 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aḍiyanum ēkunna nāḷ ini ennō?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—union with you? When, O Lord, will my whole life become a true offering at your lotus feet?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gōvindā hari… gōvindā hari… gōvindā hari… gōvindā…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gōpālā hari gōpālā hari… gōpālā hari gōpālā…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Govinda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kēḷkkunnat-ellām </vt:lpstr>
      <vt:lpstr>kēḷkkunnat-ellām ā pullāṅkuzhalinde puḷakita-nādamāy tīruvatennō</vt:lpstr>
      <vt:lpstr>nānātva-rūpam ī prapañcattil ennu nin cāruśyāma-rūpam kāṇum en kaṇṇā</vt:lpstr>
      <vt:lpstr>  cintāsaraṇikaḷ śrī caraṇattil gaṅgābhiṣēkamāy patiyuvat-ennō</vt:lpstr>
      <vt:lpstr>nāmāmṛtatte nukarnnu nukarnn-ende nāvu nin muraḷikayāvat-ennu? </vt:lpstr>
      <vt:lpstr>  gōvindā hari gōvindā hari gōvindā hari gōvindā gōpālā hari gōpālā hari gōpālā hari gōpālā</vt:lpstr>
      <vt:lpstr>  karmaṅgaḷ ellām yōgamāy māṙi en janmamā pādattil arpaṇam āyiḍān</vt:lpstr>
      <vt:lpstr>aḍimalariṇakaḷil avikala-bhakti nī aḍiyanum ēkunna nāḷ ini ennō? </vt:lpstr>
      <vt:lpstr>  gōvindā hari… gōvindā hari… gōvindā hari… gōvindā… gōpālā hari gōpālā hari… gōpālā hari gōpālā…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kēḷkkunnat-ellām </dc:title>
  <dc:creator>Amrita</dc:creator>
  <cp:lastModifiedBy>Amrita</cp:lastModifiedBy>
  <cp:revision>1</cp:revision>
  <dcterms:created xsi:type="dcterms:W3CDTF">2025-08-16T15:48:15Z</dcterms:created>
  <dcterms:modified xsi:type="dcterms:W3CDTF">2025-08-16T15:48:40Z</dcterms:modified>
</cp:coreProperties>
</file>