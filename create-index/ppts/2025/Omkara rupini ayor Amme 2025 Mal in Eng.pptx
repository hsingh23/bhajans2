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9DC74-5BF6-4383-97EB-1CF2B56D1D0D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7B7371-6907-41D5-A980-D1D02ED3E7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ōmkāra-rūpiṇi āyorammē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ōmkāra-rūpiṇi āyorammē sarvam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ōmkāram ennum aṙiññor-ammē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 is the personification of the syllable Om, the cosmic sound that symbolizes the Supreme Absolute.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ōmana-makkaḷe ennōti ennum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lōkare tannōḍ-aṇaykkum ammē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She knows all things spring from the sacred syllable Om; she embraces us all, lovingly calling each of us her darling children.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pāpāgni tannil eriññu ñānum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pāritil vallāt-alaññīḍunnu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wander this world, my heart being consumed in the fire of sin;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pārinnu sarvam nī nāthayallē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kāruṇyam alpam coriññīḍaṇē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are the sovereign of the universe—won’t you pour down your compassion on me?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kāruṇyam alpam coriññīḍaṇē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—won’t you pour down your compassion on me?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pādapadmattinn-ariku paṫṫān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pāram koticcu ñān kēṇiḍunnu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long to reach your lotus feet;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pādasarattile muttākki en janmam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pāvanī pāvanam ākkīḍumō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O Pure One, make me a bead on your anklet </a:t>
            </a:r>
          </a:p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let my life become blessed.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pāvanī pāvanam ākkīḍumō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Pure One, let my life become blessed.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144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ōmkāra-rūpiṇi āyorammē</vt:lpstr>
      <vt:lpstr>ōmkāra-rūpiṇi āyorammē sarvam ōmkāram ennum aṙiññor-ammē</vt:lpstr>
      <vt:lpstr>ōmana-makkaḷe ennōti ennum lōkare tannōḍ-aṇaykkum ammē</vt:lpstr>
      <vt:lpstr>pāpāgni tannil eriññu ñānum pāritil vallāt-alaññīḍunnu</vt:lpstr>
      <vt:lpstr>pārinnu sarvam nī nāthayallē kāruṇyam alpam coriññīḍaṇē</vt:lpstr>
      <vt:lpstr>kāruṇyam alpam coriññīḍaṇē</vt:lpstr>
      <vt:lpstr>pādapadmattinn-ariku paṫṫān pāram koticcu ñān kēṇiḍunnu</vt:lpstr>
      <vt:lpstr>pādasarattile muttākki en janmam pāvanī pāvanam ākkīḍumō</vt:lpstr>
      <vt:lpstr>pāvanī pāvanam ākkīḍumō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ōmkāra-rūpiṇi āyorammē</dc:title>
  <dc:creator>Amrita</dc:creator>
  <cp:lastModifiedBy>Amrita</cp:lastModifiedBy>
  <cp:revision>1</cp:revision>
  <dcterms:created xsi:type="dcterms:W3CDTF">2025-09-19T08:42:25Z</dcterms:created>
  <dcterms:modified xsi:type="dcterms:W3CDTF">2025-09-19T08:43:35Z</dcterms:modified>
</cp:coreProperties>
</file>