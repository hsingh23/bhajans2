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Oh Ma you are everywhere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All is within you </a:t>
            </a:r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Search and only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 is found  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Holy Mother so divine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Would you purify my mind?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Crying for you since the dawn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Holy mother you are all, 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Hear this call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By grace everything is done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Through you flows the sun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Wide blue sky without a cloud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witness ever bright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self is still as night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Divine light flowing through time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 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2763</TotalTime>
  <Words>45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Oh Ma you are everywhere All is within you </vt:lpstr>
      <vt:lpstr>Search and only Amma is found  </vt:lpstr>
      <vt:lpstr>Holy Mother so divine  Would you purify my mind?</vt:lpstr>
      <vt:lpstr>Crying for you since the dawn  Holy mother you are all,   Hear this call </vt:lpstr>
      <vt:lpstr>By grace everything is done Through you flows the sun</vt:lpstr>
      <vt:lpstr>Wide blue sky without a cloud</vt:lpstr>
      <vt:lpstr>The witness ever bright The self is still as night</vt:lpstr>
      <vt:lpstr>Divine light flowing through time</vt:lpstr>
      <vt:lpstr>Amma! Amma! Amma! Amma!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2025-08-12T17:10:07Z</dcterms:modified>
</cp:coreProperties>
</file>