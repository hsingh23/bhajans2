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7" r:id="rId2"/>
    <p:sldId id="294" r:id="rId3"/>
    <p:sldId id="295" r:id="rId4"/>
    <p:sldId id="292" r:id="rId5"/>
    <p:sldId id="293" r:id="rId6"/>
    <p:sldId id="296" r:id="rId7"/>
    <p:sldId id="288" r:id="rId8"/>
    <p:sldId id="289" r:id="rId9"/>
    <p:sldId id="297" r:id="rId10"/>
    <p:sldId id="301" r:id="rId11"/>
    <p:sldId id="298" r:id="rId12"/>
    <p:sldId id="299" r:id="rId13"/>
    <p:sldId id="291" r:id="rId14"/>
    <p:sldId id="30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65" d="100"/>
          <a:sy n="65" d="100"/>
        </p:scale>
        <p:origin x="-147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dēkhā</a:t>
            </a:r>
            <a:r>
              <a:rPr lang="en-US" sz="7200" dirty="0" smtClean="0"/>
              <a:t> </a:t>
            </a:r>
            <a:r>
              <a:rPr lang="en-US" sz="7200" dirty="0" err="1" smtClean="0"/>
              <a:t>thā</a:t>
            </a:r>
            <a:r>
              <a:rPr lang="en-US" sz="7200" dirty="0" smtClean="0"/>
              <a:t> </a:t>
            </a:r>
            <a:r>
              <a:rPr lang="en-US" sz="7200" dirty="0" err="1" smtClean="0"/>
              <a:t>pēhlī</a:t>
            </a:r>
            <a:r>
              <a:rPr lang="en-US" sz="7200" dirty="0" smtClean="0"/>
              <a:t> </a:t>
            </a:r>
            <a:r>
              <a:rPr lang="en-US" sz="7200" dirty="0" err="1" smtClean="0"/>
              <a:t>bār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80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8000" dirty="0" smtClean="0">
                <a:solidFill>
                  <a:srgbClr val="FFFF00"/>
                </a:solidFill>
              </a:rPr>
              <a:t>(Hindi)</a:t>
            </a:r>
            <a:endParaRPr lang="en-US" sz="8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dēkhā</a:t>
            </a:r>
            <a:r>
              <a:rPr lang="en-US" sz="6600" dirty="0" smtClean="0"/>
              <a:t> </a:t>
            </a:r>
            <a:r>
              <a:rPr lang="en-US" sz="6600" dirty="0" err="1" smtClean="0"/>
              <a:t>thā</a:t>
            </a:r>
            <a:r>
              <a:rPr lang="en-US" sz="6600" dirty="0" smtClean="0"/>
              <a:t> </a:t>
            </a:r>
            <a:r>
              <a:rPr lang="en-US" sz="6600" dirty="0" err="1" smtClean="0"/>
              <a:t>pēhlī</a:t>
            </a:r>
            <a:r>
              <a:rPr lang="en-US" sz="6600" dirty="0" smtClean="0"/>
              <a:t> </a:t>
            </a:r>
            <a:r>
              <a:rPr lang="en-US" sz="6600" dirty="0" err="1" smtClean="0"/>
              <a:t>bār</a:t>
            </a:r>
            <a:r>
              <a:rPr lang="en-US" sz="6600" dirty="0" smtClean="0"/>
              <a:t> </a:t>
            </a:r>
            <a:r>
              <a:rPr lang="en-US" sz="6600" dirty="0" err="1" smtClean="0"/>
              <a:t>usē</a:t>
            </a:r>
            <a:r>
              <a:rPr lang="en-US" sz="6600" dirty="0" smtClean="0"/>
              <a:t> </a:t>
            </a:r>
            <a:r>
              <a:rPr lang="en-US" sz="6600" dirty="0" err="1" smtClean="0"/>
              <a:t>mainē</a:t>
            </a:r>
            <a:r>
              <a:rPr lang="en-US" sz="6600" dirty="0" smtClean="0"/>
              <a:t> </a:t>
            </a:r>
            <a:r>
              <a:rPr lang="en-US" sz="6600" dirty="0" err="1" smtClean="0"/>
              <a:t>dēkhā</a:t>
            </a:r>
            <a:r>
              <a:rPr lang="en-US" sz="6600" dirty="0" smtClean="0"/>
              <a:t> </a:t>
            </a:r>
            <a:r>
              <a:rPr lang="en-US" sz="6600" dirty="0" err="1" smtClean="0"/>
              <a:t>thā</a:t>
            </a:r>
            <a:r>
              <a:rPr lang="en-US" sz="6600" dirty="0" smtClean="0"/>
              <a:t> </a:t>
            </a:r>
            <a:r>
              <a:rPr lang="en-US" sz="6600" dirty="0" err="1" smtClean="0"/>
              <a:t>pēhlī</a:t>
            </a:r>
            <a:r>
              <a:rPr lang="en-US" sz="6600" dirty="0" smtClean="0"/>
              <a:t> </a:t>
            </a:r>
            <a:r>
              <a:rPr lang="en-US" sz="6600" dirty="0" err="1" smtClean="0"/>
              <a:t>bār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I saw him for the first time,</a:t>
            </a:r>
            <a:br>
              <a:rPr lang="en-US" sz="6000" dirty="0" smtClean="0">
                <a:solidFill>
                  <a:srgbClr val="FFFF00"/>
                </a:solidFill>
              </a:rPr>
            </a:br>
            <a:r>
              <a:rPr lang="en-US" sz="6000" dirty="0" smtClean="0">
                <a:solidFill>
                  <a:srgbClr val="FFFF00"/>
                </a:solidFill>
              </a:rPr>
              <a:t> I had seen him for the very first time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vō</a:t>
            </a:r>
            <a:r>
              <a:rPr lang="en-US" sz="6600" dirty="0" smtClean="0"/>
              <a:t> </a:t>
            </a:r>
            <a:r>
              <a:rPr lang="en-US" sz="6600" dirty="0" err="1" smtClean="0"/>
              <a:t>jamunā</a:t>
            </a:r>
            <a:r>
              <a:rPr lang="en-US" sz="6600" dirty="0" smtClean="0"/>
              <a:t> </a:t>
            </a:r>
            <a:r>
              <a:rPr lang="en-US" sz="6600" dirty="0" err="1" smtClean="0"/>
              <a:t>kī</a:t>
            </a:r>
            <a:r>
              <a:rPr lang="en-US" sz="6600" dirty="0" smtClean="0"/>
              <a:t> </a:t>
            </a:r>
            <a:r>
              <a:rPr lang="en-US" sz="6600" dirty="0" err="1" smtClean="0"/>
              <a:t>rāh</a:t>
            </a:r>
            <a:r>
              <a:rPr lang="en-US" sz="6600" dirty="0" smtClean="0"/>
              <a:t> </a:t>
            </a:r>
            <a:r>
              <a:rPr lang="en-US" sz="6600" dirty="0" err="1" smtClean="0"/>
              <a:t>mēiṅ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there, on the path by the Yamuna.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bāl</a:t>
            </a:r>
            <a:r>
              <a:rPr lang="en-US" sz="6600" dirty="0" smtClean="0"/>
              <a:t> </a:t>
            </a:r>
            <a:r>
              <a:rPr lang="en-US" sz="6600" dirty="0" err="1" smtClean="0"/>
              <a:t>ghūṅgar</a:t>
            </a:r>
            <a:r>
              <a:rPr lang="en-US" sz="6600" dirty="0" smtClean="0"/>
              <a:t> </a:t>
            </a:r>
            <a:r>
              <a:rPr lang="en-US" sz="6600" dirty="0" err="1" smtClean="0"/>
              <a:t>vālē</a:t>
            </a:r>
            <a:r>
              <a:rPr lang="en-US" sz="6600" dirty="0" smtClean="0"/>
              <a:t> </a:t>
            </a:r>
            <a:r>
              <a:rPr lang="en-US" sz="6600" dirty="0" err="1" smtClean="0"/>
              <a:t>thē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ik</a:t>
            </a:r>
            <a:r>
              <a:rPr lang="en-US" sz="6600" dirty="0" smtClean="0"/>
              <a:t> </a:t>
            </a:r>
            <a:r>
              <a:rPr lang="en-US" sz="6600" dirty="0" err="1" smtClean="0"/>
              <a:t>muralī</a:t>
            </a:r>
            <a:r>
              <a:rPr lang="en-US" sz="6600" dirty="0" smtClean="0"/>
              <a:t> </a:t>
            </a:r>
            <a:r>
              <a:rPr lang="en-US" sz="6600" dirty="0" err="1" smtClean="0"/>
              <a:t>thī</a:t>
            </a:r>
            <a:r>
              <a:rPr lang="en-US" sz="6600" dirty="0" smtClean="0"/>
              <a:t> un </a:t>
            </a:r>
            <a:r>
              <a:rPr lang="en-US" sz="6600" dirty="0" err="1" smtClean="0"/>
              <a:t>hāthōṅ</a:t>
            </a:r>
            <a:r>
              <a:rPr lang="en-US" sz="6600" dirty="0" smtClean="0"/>
              <a:t> </a:t>
            </a:r>
            <a:r>
              <a:rPr lang="en-US" sz="6600" dirty="0" err="1" smtClean="0"/>
              <a:t>mēiṅ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His hair curled in ringlets, a flute held gently in his hands,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mōr</a:t>
            </a:r>
            <a:r>
              <a:rPr lang="en-US" sz="6600" dirty="0" smtClean="0"/>
              <a:t> </a:t>
            </a:r>
            <a:r>
              <a:rPr lang="en-US" sz="6600" dirty="0" err="1" smtClean="0"/>
              <a:t>paṅkh</a:t>
            </a:r>
            <a:r>
              <a:rPr lang="en-US" sz="6600" dirty="0" smtClean="0"/>
              <a:t> </a:t>
            </a:r>
            <a:r>
              <a:rPr lang="en-US" sz="6600" dirty="0" err="1" smtClean="0"/>
              <a:t>baiṭhī</a:t>
            </a:r>
            <a:r>
              <a:rPr lang="en-US" sz="6600" dirty="0" smtClean="0"/>
              <a:t> sir </a:t>
            </a:r>
            <a:r>
              <a:rPr lang="en-US" sz="6600" dirty="0" err="1" smtClean="0"/>
              <a:t>pē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aur</a:t>
            </a:r>
            <a:r>
              <a:rPr lang="en-US" sz="6600" dirty="0" smtClean="0"/>
              <a:t> </a:t>
            </a:r>
            <a:r>
              <a:rPr lang="en-US" sz="6600" dirty="0" err="1" smtClean="0"/>
              <a:t>ghuṅguṙū</a:t>
            </a:r>
            <a:r>
              <a:rPr lang="en-US" sz="6600" dirty="0" smtClean="0"/>
              <a:t> </a:t>
            </a:r>
            <a:r>
              <a:rPr lang="en-US" sz="6600" dirty="0" err="1" smtClean="0"/>
              <a:t>thī</a:t>
            </a:r>
            <a:r>
              <a:rPr lang="en-US" sz="6600" dirty="0" smtClean="0"/>
              <a:t> </a:t>
            </a:r>
            <a:r>
              <a:rPr lang="en-US" sz="6600" dirty="0" err="1" smtClean="0"/>
              <a:t>pāōṅ</a:t>
            </a:r>
            <a:r>
              <a:rPr lang="en-US" sz="6600" dirty="0" smtClean="0"/>
              <a:t> </a:t>
            </a:r>
            <a:r>
              <a:rPr lang="en-US" sz="6600" dirty="0" err="1" smtClean="0"/>
              <a:t>pē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a peacock feather rested on his head, and anklets adorned his feet.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dēkhā</a:t>
            </a:r>
            <a:r>
              <a:rPr lang="en-US" sz="6600" dirty="0" smtClean="0"/>
              <a:t> </a:t>
            </a:r>
            <a:r>
              <a:rPr lang="en-US" sz="6600" dirty="0" err="1" smtClean="0"/>
              <a:t>thā</a:t>
            </a:r>
            <a:r>
              <a:rPr lang="en-US" sz="6600" dirty="0" smtClean="0"/>
              <a:t> </a:t>
            </a:r>
            <a:r>
              <a:rPr lang="en-US" sz="6600" dirty="0" err="1" smtClean="0"/>
              <a:t>pēhlī</a:t>
            </a:r>
            <a:r>
              <a:rPr lang="en-US" sz="6600" dirty="0" smtClean="0"/>
              <a:t> </a:t>
            </a:r>
            <a:r>
              <a:rPr lang="en-US" sz="6600" dirty="0" err="1" smtClean="0"/>
              <a:t>bār</a:t>
            </a:r>
            <a:r>
              <a:rPr lang="en-US" sz="6600" dirty="0" smtClean="0"/>
              <a:t> </a:t>
            </a:r>
            <a:r>
              <a:rPr lang="en-US" sz="6600" dirty="0" err="1" smtClean="0"/>
              <a:t>usē</a:t>
            </a:r>
            <a:r>
              <a:rPr lang="en-US" sz="6600" dirty="0" smtClean="0"/>
              <a:t> </a:t>
            </a:r>
            <a:r>
              <a:rPr lang="en-US" sz="6600" dirty="0" err="1" smtClean="0"/>
              <a:t>mainē</a:t>
            </a:r>
            <a:r>
              <a:rPr lang="en-US" sz="6600" dirty="0" smtClean="0"/>
              <a:t> </a:t>
            </a:r>
            <a:r>
              <a:rPr lang="en-US" sz="6600" dirty="0" err="1" smtClean="0"/>
              <a:t>dēkhā</a:t>
            </a:r>
            <a:r>
              <a:rPr lang="en-US" sz="6600" dirty="0" smtClean="0"/>
              <a:t> </a:t>
            </a:r>
            <a:r>
              <a:rPr lang="en-US" sz="6600" dirty="0" err="1" smtClean="0"/>
              <a:t>thā</a:t>
            </a:r>
            <a:r>
              <a:rPr lang="en-US" sz="6600" dirty="0" smtClean="0"/>
              <a:t> </a:t>
            </a:r>
            <a:r>
              <a:rPr lang="en-US" sz="6600" dirty="0" err="1" smtClean="0"/>
              <a:t>pēhlī</a:t>
            </a:r>
            <a:r>
              <a:rPr lang="en-US" sz="6600" dirty="0" smtClean="0"/>
              <a:t> </a:t>
            </a:r>
            <a:r>
              <a:rPr lang="en-US" sz="6600" dirty="0" err="1" smtClean="0"/>
              <a:t>bār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I saw him for the first time,</a:t>
            </a:r>
            <a:br>
              <a:rPr lang="en-US" sz="6000" dirty="0" smtClean="0">
                <a:solidFill>
                  <a:srgbClr val="FFFF00"/>
                </a:solidFill>
              </a:rPr>
            </a:br>
            <a:r>
              <a:rPr lang="en-US" sz="6000" dirty="0" smtClean="0">
                <a:solidFill>
                  <a:srgbClr val="FFFF00"/>
                </a:solidFill>
              </a:rPr>
              <a:t> I had seen him for the very first time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aur</a:t>
            </a:r>
            <a:r>
              <a:rPr lang="en-US" sz="5400" dirty="0" smtClean="0"/>
              <a:t> </a:t>
            </a:r>
            <a:r>
              <a:rPr lang="en-US" sz="5400" dirty="0" err="1" smtClean="0"/>
              <a:t>āṅkhēṅ</a:t>
            </a:r>
            <a:r>
              <a:rPr lang="en-US" sz="5400" dirty="0" smtClean="0"/>
              <a:t> </a:t>
            </a:r>
            <a:r>
              <a:rPr lang="en-US" sz="5400" dirty="0" err="1" smtClean="0"/>
              <a:t>milī</a:t>
            </a:r>
            <a:r>
              <a:rPr lang="en-US" sz="5400" dirty="0" smtClean="0"/>
              <a:t>… </a:t>
            </a:r>
            <a:r>
              <a:rPr lang="en-US" sz="5400" dirty="0" err="1" smtClean="0"/>
              <a:t>hāyē</a:t>
            </a:r>
            <a:r>
              <a:rPr lang="en-US" sz="5400" dirty="0" smtClean="0"/>
              <a:t>/</a:t>
            </a:r>
            <a:br>
              <a:rPr lang="en-US" sz="5400" dirty="0" smtClean="0"/>
            </a:br>
            <a:r>
              <a:rPr lang="en-US" sz="5400" dirty="0" err="1" smtClean="0"/>
              <a:t>aur</a:t>
            </a:r>
            <a:r>
              <a:rPr lang="en-US" sz="5400" dirty="0" smtClean="0"/>
              <a:t> </a:t>
            </a:r>
            <a:r>
              <a:rPr lang="en-US" sz="5400" dirty="0" err="1" smtClean="0"/>
              <a:t>āṅkhēṅ</a:t>
            </a:r>
            <a:r>
              <a:rPr lang="en-US" sz="5400" dirty="0" smtClean="0"/>
              <a:t> </a:t>
            </a:r>
            <a:r>
              <a:rPr lang="en-US" sz="5400" dirty="0" err="1" smtClean="0"/>
              <a:t>milī</a:t>
            </a:r>
            <a:r>
              <a:rPr lang="en-US" sz="5400" dirty="0" smtClean="0"/>
              <a:t> un </a:t>
            </a:r>
            <a:r>
              <a:rPr lang="en-US" sz="5400" dirty="0" err="1" smtClean="0"/>
              <a:t>āṅkhōṅ</a:t>
            </a:r>
            <a:r>
              <a:rPr lang="en-US" sz="5400" dirty="0" smtClean="0"/>
              <a:t> </a:t>
            </a:r>
            <a:r>
              <a:rPr lang="en-US" sz="5400" dirty="0" err="1" smtClean="0"/>
              <a:t>sē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dil</a:t>
            </a:r>
            <a:r>
              <a:rPr lang="en-US" sz="5400" dirty="0" smtClean="0"/>
              <a:t> </a:t>
            </a:r>
            <a:r>
              <a:rPr lang="en-US" sz="5400" dirty="0" err="1" smtClean="0"/>
              <a:t>khō</a:t>
            </a:r>
            <a:r>
              <a:rPr lang="en-US" sz="5400" dirty="0" smtClean="0"/>
              <a:t> </a:t>
            </a:r>
            <a:r>
              <a:rPr lang="en-US" sz="5400" dirty="0" err="1" smtClean="0"/>
              <a:t>baiṭhī</a:t>
            </a:r>
            <a:r>
              <a:rPr lang="en-US" sz="5400" dirty="0" smtClean="0"/>
              <a:t> </a:t>
            </a:r>
            <a:r>
              <a:rPr lang="en-US" sz="5400" dirty="0" err="1" smtClean="0"/>
              <a:t>usī</a:t>
            </a:r>
            <a:r>
              <a:rPr lang="en-US" sz="5400" dirty="0" smtClean="0"/>
              <a:t> pal </a:t>
            </a:r>
            <a:r>
              <a:rPr lang="en-US" sz="5400" dirty="0" err="1" smtClean="0"/>
              <a:t>mēiṅ</a:t>
            </a:r>
            <a:r>
              <a:rPr lang="en-US" sz="5400" dirty="0" smtClean="0"/>
              <a:t>/</a:t>
            </a:r>
            <a:br>
              <a:rPr lang="en-US" sz="5400" dirty="0" smtClean="0"/>
            </a:br>
            <a:r>
              <a:rPr lang="en-US" sz="5400" dirty="0" smtClean="0"/>
              <a:t>us </a:t>
            </a:r>
            <a:r>
              <a:rPr lang="en-US" sz="5400" dirty="0" err="1" smtClean="0"/>
              <a:t>matvālī</a:t>
            </a:r>
            <a:r>
              <a:rPr lang="en-US" sz="5400" dirty="0" smtClean="0"/>
              <a:t> </a:t>
            </a:r>
            <a:r>
              <a:rPr lang="en-US" sz="5400" dirty="0" err="1" smtClean="0"/>
              <a:t>muskān</a:t>
            </a:r>
            <a:r>
              <a:rPr lang="en-US" sz="5400" dirty="0" smtClean="0"/>
              <a:t> </a:t>
            </a:r>
            <a:r>
              <a:rPr lang="en-US" sz="5400" dirty="0" err="1" smtClean="0"/>
              <a:t>mēiṅ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And then our eyes met… oh! My eyes met his—in that very moment, I lost my heart to that intoxicating smile.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dil</a:t>
            </a:r>
            <a:r>
              <a:rPr lang="en-US" sz="6600" dirty="0" smtClean="0"/>
              <a:t> </a:t>
            </a:r>
            <a:r>
              <a:rPr lang="en-US" sz="6600" dirty="0" err="1" smtClean="0"/>
              <a:t>kī</a:t>
            </a:r>
            <a:r>
              <a:rPr lang="en-US" sz="6600" dirty="0" smtClean="0"/>
              <a:t> </a:t>
            </a:r>
            <a:r>
              <a:rPr lang="en-US" sz="6600" dirty="0" err="1" smtClean="0"/>
              <a:t>bāt</a:t>
            </a:r>
            <a:r>
              <a:rPr lang="en-US" sz="6600" dirty="0" smtClean="0"/>
              <a:t> </a:t>
            </a:r>
            <a:r>
              <a:rPr lang="en-US" sz="6600" dirty="0" err="1" smtClean="0"/>
              <a:t>khul</a:t>
            </a:r>
            <a:r>
              <a:rPr lang="en-US" sz="6600" dirty="0" smtClean="0"/>
              <a:t> </a:t>
            </a:r>
            <a:r>
              <a:rPr lang="en-US" sz="6600" dirty="0" err="1" smtClean="0"/>
              <a:t>gayī</a:t>
            </a:r>
            <a:r>
              <a:rPr lang="en-US" sz="6600" dirty="0" smtClean="0"/>
              <a:t> </a:t>
            </a:r>
            <a:r>
              <a:rPr lang="en-US" sz="6600" dirty="0" err="1" smtClean="0"/>
              <a:t>akhiyōṅ</a:t>
            </a:r>
            <a:r>
              <a:rPr lang="en-US" sz="6600" dirty="0" smtClean="0"/>
              <a:t> </a:t>
            </a:r>
            <a:r>
              <a:rPr lang="en-US" sz="6600" dirty="0" err="1" smtClean="0"/>
              <a:t>mēiṅ</a:t>
            </a:r>
            <a:r>
              <a:rPr lang="en-US" sz="6600" dirty="0" smtClean="0"/>
              <a:t> - </a:t>
            </a:r>
            <a:r>
              <a:rPr lang="en-US" sz="6600" dirty="0" err="1" smtClean="0"/>
              <a:t>kis</a:t>
            </a:r>
            <a:r>
              <a:rPr lang="en-US" sz="6600" dirty="0" smtClean="0"/>
              <a:t> </a:t>
            </a:r>
            <a:r>
              <a:rPr lang="en-US" sz="6600" dirty="0" err="1" smtClean="0"/>
              <a:t>ghūnghaṭ</a:t>
            </a:r>
            <a:r>
              <a:rPr lang="en-US" sz="6600" dirty="0" smtClean="0"/>
              <a:t> </a:t>
            </a:r>
            <a:r>
              <a:rPr lang="en-US" sz="6600" dirty="0" err="1" smtClean="0"/>
              <a:t>mē</a:t>
            </a:r>
            <a:r>
              <a:rPr lang="en-US" sz="6600" dirty="0" smtClean="0"/>
              <a:t> </a:t>
            </a:r>
            <a:r>
              <a:rPr lang="en-US" sz="6600" dirty="0" err="1" smtClean="0"/>
              <a:t>chipāūṅ</a:t>
            </a:r>
            <a:r>
              <a:rPr lang="en-US" sz="6600" dirty="0" smtClean="0"/>
              <a:t> is </a:t>
            </a:r>
            <a:r>
              <a:rPr lang="en-US" sz="6600" dirty="0" err="1" smtClean="0"/>
              <a:t>dil</a:t>
            </a:r>
            <a:r>
              <a:rPr lang="en-US" sz="6600" dirty="0" smtClean="0"/>
              <a:t> </a:t>
            </a:r>
            <a:r>
              <a:rPr lang="en-US" sz="6600" dirty="0" err="1" smtClean="0"/>
              <a:t>ko</a:t>
            </a:r>
            <a:r>
              <a:rPr lang="en-US" sz="6600" dirty="0" smtClean="0"/>
              <a:t> </a:t>
            </a:r>
            <a:r>
              <a:rPr lang="en-US" sz="6600" dirty="0" err="1" smtClean="0"/>
              <a:t>maiṅ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The secret of my heart unfolded in my eyes. How can I hide this heart in any veil?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mērī</a:t>
            </a:r>
            <a:r>
              <a:rPr lang="en-US" sz="6600" dirty="0" smtClean="0"/>
              <a:t> </a:t>
            </a:r>
            <a:r>
              <a:rPr lang="en-US" sz="6600" dirty="0" err="1" smtClean="0"/>
              <a:t>kālī</a:t>
            </a:r>
            <a:r>
              <a:rPr lang="en-US" sz="6600" dirty="0" smtClean="0"/>
              <a:t> </a:t>
            </a:r>
            <a:r>
              <a:rPr lang="en-US" sz="6600" dirty="0" err="1" smtClean="0"/>
              <a:t>āṅkhēṅ</a:t>
            </a:r>
            <a:r>
              <a:rPr lang="en-US" sz="6600" dirty="0" smtClean="0"/>
              <a:t> ban </a:t>
            </a:r>
            <a:r>
              <a:rPr lang="en-US" sz="6600" dirty="0" err="1" smtClean="0"/>
              <a:t>gayīṅ</a:t>
            </a:r>
            <a:r>
              <a:rPr lang="en-US" sz="6600" dirty="0" smtClean="0"/>
              <a:t> </a:t>
            </a:r>
            <a:r>
              <a:rPr lang="en-US" sz="6600" dirty="0" err="1" smtClean="0"/>
              <a:t>hai</a:t>
            </a:r>
            <a:r>
              <a:rPr lang="en-US" sz="6600" dirty="0" smtClean="0"/>
              <a:t> </a:t>
            </a:r>
            <a:r>
              <a:rPr lang="en-US" sz="6600" dirty="0" err="1" smtClean="0"/>
              <a:t>nīlē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usē</a:t>
            </a:r>
            <a:r>
              <a:rPr lang="en-US" sz="6600" dirty="0" smtClean="0"/>
              <a:t> </a:t>
            </a:r>
            <a:r>
              <a:rPr lang="en-US" sz="6600" dirty="0" err="1" smtClean="0"/>
              <a:t>dēkh</a:t>
            </a:r>
            <a:r>
              <a:rPr lang="en-US" sz="6600" dirty="0" smtClean="0"/>
              <a:t> </a:t>
            </a:r>
            <a:r>
              <a:rPr lang="en-US" sz="6600" dirty="0" err="1" smtClean="0"/>
              <a:t>dēkh</a:t>
            </a:r>
            <a:r>
              <a:rPr lang="en-US" sz="6600" dirty="0" smtClean="0"/>
              <a:t> </a:t>
            </a:r>
            <a:r>
              <a:rPr lang="en-US" sz="6600" dirty="0" err="1" smtClean="0"/>
              <a:t>kē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My dark eyes have turned blue—from gazing at him, again and again.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ab</a:t>
            </a:r>
            <a:r>
              <a:rPr lang="en-US" sz="6600" dirty="0" smtClean="0"/>
              <a:t> </a:t>
            </a:r>
            <a:r>
              <a:rPr lang="en-US" sz="6600" dirty="0" err="1" smtClean="0"/>
              <a:t>kahāṅ</a:t>
            </a:r>
            <a:r>
              <a:rPr lang="en-US" sz="6600" dirty="0" smtClean="0"/>
              <a:t> </a:t>
            </a:r>
            <a:r>
              <a:rPr lang="en-US" sz="6600" dirty="0" err="1" smtClean="0"/>
              <a:t>sē</a:t>
            </a:r>
            <a:r>
              <a:rPr lang="en-US" sz="6600" dirty="0" smtClean="0"/>
              <a:t> ā </a:t>
            </a:r>
            <a:r>
              <a:rPr lang="en-US" sz="6600" dirty="0" err="1" smtClean="0"/>
              <a:t>rahī</a:t>
            </a:r>
            <a:r>
              <a:rPr lang="en-US" sz="6600" dirty="0" smtClean="0"/>
              <a:t> </a:t>
            </a:r>
            <a:r>
              <a:rPr lang="en-US" sz="6600" dirty="0" err="1" smtClean="0"/>
              <a:t>hai</a:t>
            </a:r>
            <a:r>
              <a:rPr lang="en-US" sz="6600" dirty="0" smtClean="0"/>
              <a:t> </a:t>
            </a:r>
            <a:r>
              <a:rPr lang="en-US" sz="6600" dirty="0" err="1" smtClean="0"/>
              <a:t>yē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bāṅsurī</a:t>
            </a:r>
            <a:r>
              <a:rPr lang="en-US" sz="6600" dirty="0" smtClean="0"/>
              <a:t> </a:t>
            </a:r>
            <a:r>
              <a:rPr lang="en-US" sz="6600" dirty="0" err="1" smtClean="0"/>
              <a:t>kī</a:t>
            </a:r>
            <a:r>
              <a:rPr lang="en-US" sz="6600" dirty="0" smtClean="0"/>
              <a:t> </a:t>
            </a:r>
            <a:r>
              <a:rPr lang="en-US" sz="6600" dirty="0" err="1" smtClean="0"/>
              <a:t>dhun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yē</a:t>
            </a:r>
            <a:r>
              <a:rPr lang="en-US" sz="6600" dirty="0" smtClean="0"/>
              <a:t> </a:t>
            </a:r>
            <a:r>
              <a:rPr lang="en-US" sz="6600" dirty="0" err="1" smtClean="0"/>
              <a:t>pāyal</a:t>
            </a:r>
            <a:r>
              <a:rPr lang="en-US" sz="6600" dirty="0" smtClean="0"/>
              <a:t> </a:t>
            </a:r>
            <a:r>
              <a:rPr lang="en-US" sz="6600" dirty="0" err="1" smtClean="0"/>
              <a:t>kī</a:t>
            </a:r>
            <a:r>
              <a:rPr lang="en-US" sz="6600" dirty="0" smtClean="0"/>
              <a:t> </a:t>
            </a:r>
            <a:r>
              <a:rPr lang="en-US" sz="6600" dirty="0" err="1" smtClean="0"/>
              <a:t>jhan</a:t>
            </a:r>
            <a:r>
              <a:rPr lang="en-US" sz="6600" dirty="0" smtClean="0"/>
              <a:t> </a:t>
            </a:r>
            <a:r>
              <a:rPr lang="en-US" sz="6600" dirty="0" err="1" smtClean="0"/>
              <a:t>jhan</a:t>
            </a:r>
            <a:r>
              <a:rPr lang="en-US" sz="6600" dirty="0" smtClean="0"/>
              <a:t>/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Now, where is this tune of the flute coming from? This tinkling of anklets—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mērē</a:t>
            </a:r>
            <a:r>
              <a:rPr lang="en-US" sz="5400" dirty="0" smtClean="0"/>
              <a:t> </a:t>
            </a:r>
            <a:r>
              <a:rPr lang="en-US" sz="5400" dirty="0" err="1" smtClean="0"/>
              <a:t>dil</a:t>
            </a:r>
            <a:r>
              <a:rPr lang="en-US" sz="5400" dirty="0" smtClean="0"/>
              <a:t> </a:t>
            </a:r>
            <a:r>
              <a:rPr lang="en-US" sz="5400" dirty="0" err="1" smtClean="0"/>
              <a:t>kī</a:t>
            </a:r>
            <a:r>
              <a:rPr lang="en-US" sz="5400" dirty="0" smtClean="0"/>
              <a:t> </a:t>
            </a:r>
            <a:r>
              <a:rPr lang="en-US" sz="5400" dirty="0" err="1" smtClean="0"/>
              <a:t>dhaḍkan</a:t>
            </a:r>
            <a:r>
              <a:rPr lang="en-US" sz="5400" dirty="0" smtClean="0"/>
              <a:t> </a:t>
            </a:r>
            <a:r>
              <a:rPr lang="en-US" sz="5400" dirty="0" err="1" smtClean="0"/>
              <a:t>hai</a:t>
            </a:r>
            <a:r>
              <a:rPr lang="en-US" sz="5400" dirty="0" smtClean="0"/>
              <a:t> </a:t>
            </a:r>
            <a:r>
              <a:rPr lang="en-US" sz="5400" dirty="0" err="1" smtClean="0"/>
              <a:t>uskī</a:t>
            </a:r>
            <a:r>
              <a:rPr lang="en-US" sz="5400" dirty="0" smtClean="0"/>
              <a:t> </a:t>
            </a:r>
            <a:r>
              <a:rPr lang="en-US" sz="5400" dirty="0" err="1" smtClean="0"/>
              <a:t>pāyal</a:t>
            </a:r>
            <a:r>
              <a:rPr lang="en-US" sz="5400" dirty="0" smtClean="0"/>
              <a:t> </a:t>
            </a:r>
            <a:r>
              <a:rPr lang="en-US" sz="5400" dirty="0" err="1" smtClean="0"/>
              <a:t>kī</a:t>
            </a:r>
            <a:r>
              <a:rPr lang="en-US" sz="5400" dirty="0" smtClean="0"/>
              <a:t> </a:t>
            </a:r>
            <a:r>
              <a:rPr lang="en-US" sz="5400" dirty="0" err="1" smtClean="0"/>
              <a:t>jhan</a:t>
            </a:r>
            <a:r>
              <a:rPr lang="en-US" sz="5400" dirty="0" smtClean="0"/>
              <a:t> </a:t>
            </a:r>
            <a:r>
              <a:rPr lang="en-US" sz="5400" dirty="0" err="1" smtClean="0"/>
              <a:t>jhan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har</a:t>
            </a:r>
            <a:r>
              <a:rPr lang="en-US" sz="5400" dirty="0" smtClean="0"/>
              <a:t> </a:t>
            </a:r>
            <a:r>
              <a:rPr lang="en-US" sz="5400" dirty="0" err="1" smtClean="0"/>
              <a:t>āh</a:t>
            </a:r>
            <a:r>
              <a:rPr lang="en-US" sz="5400" dirty="0" smtClean="0"/>
              <a:t> </a:t>
            </a:r>
            <a:r>
              <a:rPr lang="en-US" sz="5400" dirty="0" err="1" smtClean="0"/>
              <a:t>mērī</a:t>
            </a:r>
            <a:r>
              <a:rPr lang="en-US" sz="5400" dirty="0" smtClean="0"/>
              <a:t> </a:t>
            </a:r>
            <a:r>
              <a:rPr lang="en-US" sz="5400" dirty="0" err="1" smtClean="0"/>
              <a:t>hai</a:t>
            </a:r>
            <a:r>
              <a:rPr lang="en-US" sz="5400" dirty="0" smtClean="0"/>
              <a:t> </a:t>
            </a:r>
            <a:r>
              <a:rPr lang="en-US" sz="5400" dirty="0" err="1" smtClean="0"/>
              <a:t>uskī</a:t>
            </a:r>
            <a:r>
              <a:rPr lang="en-US" sz="5400" dirty="0" smtClean="0"/>
              <a:t> </a:t>
            </a:r>
            <a:r>
              <a:rPr lang="en-US" sz="5400" dirty="0" err="1" smtClean="0"/>
              <a:t>bāṅsurī</a:t>
            </a:r>
            <a:r>
              <a:rPr lang="en-US" sz="5400" dirty="0" smtClean="0"/>
              <a:t> </a:t>
            </a:r>
            <a:r>
              <a:rPr lang="en-US" sz="5400" dirty="0" err="1" smtClean="0"/>
              <a:t>kī</a:t>
            </a:r>
            <a:r>
              <a:rPr lang="en-US" sz="5400" dirty="0" smtClean="0"/>
              <a:t> </a:t>
            </a:r>
            <a:r>
              <a:rPr lang="en-US" sz="5400" dirty="0" err="1" smtClean="0"/>
              <a:t>dhun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my heartbeat is the sound of his anklets, every breath of mine echoes the melody of his flute.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ab</a:t>
            </a:r>
            <a:r>
              <a:rPr lang="en-US" sz="6600" dirty="0" smtClean="0"/>
              <a:t> </a:t>
            </a:r>
            <a:r>
              <a:rPr lang="en-US" sz="6600" dirty="0" err="1" smtClean="0"/>
              <a:t>lāj</a:t>
            </a:r>
            <a:r>
              <a:rPr lang="en-US" sz="6600" dirty="0" smtClean="0"/>
              <a:t> </a:t>
            </a:r>
            <a:r>
              <a:rPr lang="en-US" sz="6600" dirty="0" err="1" smtClean="0"/>
              <a:t>chōḍ</a:t>
            </a:r>
            <a:r>
              <a:rPr lang="en-US" sz="6600" dirty="0" smtClean="0"/>
              <a:t> </a:t>
            </a:r>
            <a:r>
              <a:rPr lang="en-US" sz="6600" dirty="0" err="1" smtClean="0"/>
              <a:t>kē</a:t>
            </a:r>
            <a:r>
              <a:rPr lang="en-US" sz="6600" dirty="0" smtClean="0"/>
              <a:t> </a:t>
            </a:r>
            <a:r>
              <a:rPr lang="en-US" sz="6600" dirty="0" err="1" smtClean="0"/>
              <a:t>gā</a:t>
            </a:r>
            <a:r>
              <a:rPr lang="en-US" sz="6600" dirty="0" smtClean="0"/>
              <a:t> </a:t>
            </a:r>
            <a:r>
              <a:rPr lang="en-US" sz="6600" dirty="0" err="1" smtClean="0"/>
              <a:t>mērē</a:t>
            </a:r>
            <a:r>
              <a:rPr lang="en-US" sz="6600" dirty="0" smtClean="0"/>
              <a:t> man – </a:t>
            </a:r>
            <a:r>
              <a:rPr lang="en-US" sz="6600" dirty="0" err="1" smtClean="0"/>
              <a:t>harī</a:t>
            </a:r>
            <a:r>
              <a:rPr lang="en-US" sz="6600" dirty="0" smtClean="0"/>
              <a:t> </a:t>
            </a:r>
            <a:r>
              <a:rPr lang="en-US" sz="6600" dirty="0" err="1" smtClean="0"/>
              <a:t>madhur</a:t>
            </a:r>
            <a:r>
              <a:rPr lang="en-US" sz="6600" dirty="0" smtClean="0"/>
              <a:t> </a:t>
            </a:r>
            <a:r>
              <a:rPr lang="en-US" sz="6600" dirty="0" err="1" smtClean="0"/>
              <a:t>nām</a:t>
            </a:r>
            <a:r>
              <a:rPr lang="en-US" sz="6600" dirty="0" smtClean="0"/>
              <a:t> </a:t>
            </a:r>
            <a:r>
              <a:rPr lang="en-US" sz="6600" dirty="0" err="1" smtClean="0"/>
              <a:t>kī</a:t>
            </a:r>
            <a:r>
              <a:rPr lang="en-US" sz="6600" dirty="0" smtClean="0"/>
              <a:t> </a:t>
            </a:r>
            <a:r>
              <a:rPr lang="en-US" sz="6600" dirty="0" err="1" smtClean="0"/>
              <a:t>dhun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Now, casting aside all shame, sing, O my heart, the melody of the sweet name of </a:t>
            </a:r>
            <a:r>
              <a:rPr lang="en-US" sz="5400" dirty="0" err="1" smtClean="0">
                <a:solidFill>
                  <a:srgbClr val="FFFF00"/>
                </a:solidFill>
              </a:rPr>
              <a:t>Hari</a:t>
            </a:r>
            <a:r>
              <a:rPr lang="en-US" sz="5400" dirty="0" smtClean="0">
                <a:solidFill>
                  <a:srgbClr val="FFFF00"/>
                </a:solidFill>
              </a:rPr>
              <a:t>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mēra</a:t>
            </a:r>
            <a:r>
              <a:rPr lang="en-US" sz="5400" dirty="0" smtClean="0"/>
              <a:t> </a:t>
            </a:r>
            <a:r>
              <a:rPr lang="en-US" sz="5400" dirty="0" err="1" smtClean="0"/>
              <a:t>dil</a:t>
            </a:r>
            <a:r>
              <a:rPr lang="en-US" sz="5400" dirty="0" smtClean="0"/>
              <a:t> </a:t>
            </a:r>
            <a:r>
              <a:rPr lang="en-US" sz="5400" dirty="0" err="1" smtClean="0"/>
              <a:t>pukāṙē</a:t>
            </a:r>
            <a:r>
              <a:rPr lang="en-US" sz="5400" dirty="0" smtClean="0"/>
              <a:t> </a:t>
            </a:r>
            <a:r>
              <a:rPr lang="en-US" sz="5400" dirty="0" err="1" smtClean="0"/>
              <a:t>harī</a:t>
            </a:r>
            <a:r>
              <a:rPr lang="en-US" sz="5400" dirty="0" smtClean="0"/>
              <a:t> </a:t>
            </a:r>
            <a:r>
              <a:rPr lang="en-US" sz="5400" dirty="0" err="1" smtClean="0"/>
              <a:t>harī</a:t>
            </a:r>
            <a:r>
              <a:rPr lang="en-US" sz="5400" dirty="0" smtClean="0"/>
              <a:t>… </a:t>
            </a:r>
            <a:br>
              <a:rPr lang="en-US" sz="5400" dirty="0" smtClean="0"/>
            </a:br>
            <a:r>
              <a:rPr lang="en-US" sz="5400" dirty="0" err="1" smtClean="0"/>
              <a:t>harī</a:t>
            </a:r>
            <a:r>
              <a:rPr lang="en-US" sz="5400" dirty="0" smtClean="0"/>
              <a:t> </a:t>
            </a:r>
            <a:r>
              <a:rPr lang="en-US" sz="5400" dirty="0" err="1" smtClean="0"/>
              <a:t>harī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mērī</a:t>
            </a:r>
            <a:r>
              <a:rPr lang="en-US" sz="5400" dirty="0" smtClean="0"/>
              <a:t> </a:t>
            </a:r>
            <a:r>
              <a:rPr lang="en-US" sz="5400" dirty="0" err="1" smtClean="0"/>
              <a:t>āh</a:t>
            </a:r>
            <a:r>
              <a:rPr lang="en-US" sz="5400" dirty="0" smtClean="0"/>
              <a:t> </a:t>
            </a:r>
            <a:r>
              <a:rPr lang="en-US" sz="5400" dirty="0" err="1" smtClean="0"/>
              <a:t>sunātī</a:t>
            </a:r>
            <a:r>
              <a:rPr lang="en-US" sz="5400" dirty="0" smtClean="0"/>
              <a:t> </a:t>
            </a:r>
            <a:r>
              <a:rPr lang="en-US" sz="5400" dirty="0" err="1" smtClean="0"/>
              <a:t>harī</a:t>
            </a:r>
            <a:r>
              <a:rPr lang="en-US" sz="5400" dirty="0" smtClean="0"/>
              <a:t> </a:t>
            </a:r>
            <a:r>
              <a:rPr lang="en-US" sz="5400" dirty="0" err="1" smtClean="0"/>
              <a:t>harī</a:t>
            </a:r>
            <a:r>
              <a:rPr lang="en-US" sz="5400" dirty="0" smtClean="0"/>
              <a:t>… </a:t>
            </a:r>
            <a:br>
              <a:rPr lang="en-US" sz="5400" dirty="0" smtClean="0"/>
            </a:br>
            <a:r>
              <a:rPr lang="en-US" sz="5400" dirty="0" err="1" smtClean="0"/>
              <a:t>harī</a:t>
            </a:r>
            <a:r>
              <a:rPr lang="en-US" sz="5400" dirty="0" smtClean="0"/>
              <a:t> </a:t>
            </a:r>
            <a:r>
              <a:rPr lang="en-US" sz="5400" dirty="0" err="1" smtClean="0"/>
              <a:t>harī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My heart calls out, </a:t>
            </a:r>
          </a:p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"</a:t>
            </a:r>
            <a:r>
              <a:rPr lang="en-US" sz="5400" dirty="0" err="1" smtClean="0">
                <a:solidFill>
                  <a:srgbClr val="FFFF00"/>
                </a:solidFill>
              </a:rPr>
              <a:t>Hari</a:t>
            </a:r>
            <a:r>
              <a:rPr lang="en-US" sz="5400" dirty="0" smtClean="0">
                <a:solidFill>
                  <a:srgbClr val="FFFF00"/>
                </a:solidFill>
              </a:rPr>
              <a:t> </a:t>
            </a:r>
            <a:r>
              <a:rPr lang="en-US" sz="5400" dirty="0" err="1" smtClean="0">
                <a:solidFill>
                  <a:srgbClr val="FFFF00"/>
                </a:solidFill>
              </a:rPr>
              <a:t>Hari</a:t>
            </a:r>
            <a:r>
              <a:rPr lang="en-US" sz="5400" dirty="0" smtClean="0">
                <a:solidFill>
                  <a:srgbClr val="FFFF00"/>
                </a:solidFill>
              </a:rPr>
              <a:t>..." </a:t>
            </a:r>
            <a:br>
              <a:rPr lang="en-US" sz="5400" dirty="0" smtClean="0">
                <a:solidFill>
                  <a:srgbClr val="FFFF00"/>
                </a:solidFill>
              </a:rPr>
            </a:br>
            <a:r>
              <a:rPr lang="en-US" sz="5400" dirty="0" smtClean="0">
                <a:solidFill>
                  <a:srgbClr val="FFFF00"/>
                </a:solidFill>
              </a:rPr>
              <a:t>My breaths echo, "</a:t>
            </a:r>
            <a:r>
              <a:rPr lang="en-US" sz="5400" dirty="0" err="1" smtClean="0">
                <a:solidFill>
                  <a:srgbClr val="FFFF00"/>
                </a:solidFill>
              </a:rPr>
              <a:t>Hari</a:t>
            </a:r>
            <a:r>
              <a:rPr lang="en-US" sz="5400" dirty="0" smtClean="0">
                <a:solidFill>
                  <a:srgbClr val="FFFF00"/>
                </a:solidFill>
              </a:rPr>
              <a:t> </a:t>
            </a:r>
            <a:r>
              <a:rPr lang="en-US" sz="5400" dirty="0" err="1" smtClean="0">
                <a:solidFill>
                  <a:srgbClr val="FFFF00"/>
                </a:solidFill>
              </a:rPr>
              <a:t>Hari</a:t>
            </a:r>
            <a:r>
              <a:rPr lang="en-US" sz="5400" dirty="0" smtClean="0">
                <a:solidFill>
                  <a:srgbClr val="FFFF00"/>
                </a:solidFill>
              </a:rPr>
              <a:t>..."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r>
              <a:rPr lang="en-US" sz="9600" dirty="0" err="1" smtClean="0"/>
              <a:t>harī</a:t>
            </a:r>
            <a:r>
              <a:rPr lang="en-US" sz="9600" dirty="0" smtClean="0"/>
              <a:t> </a:t>
            </a:r>
            <a:r>
              <a:rPr lang="en-US" sz="9600" dirty="0" err="1" smtClean="0"/>
              <a:t>harī</a:t>
            </a:r>
            <a:r>
              <a:rPr lang="en-US" sz="9600" dirty="0" smtClean="0"/>
              <a:t> </a:t>
            </a:r>
            <a:r>
              <a:rPr lang="en-US" sz="9600" dirty="0" err="1" smtClean="0"/>
              <a:t>harī</a:t>
            </a:r>
            <a:r>
              <a:rPr lang="en-US" sz="9600" dirty="0" smtClean="0"/>
              <a:t> </a:t>
            </a:r>
            <a:r>
              <a:rPr lang="en-US" sz="9600" dirty="0" err="1" smtClean="0"/>
              <a:t>harī</a:t>
            </a:r>
            <a:endParaRPr lang="en-US" sz="9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2915</TotalTime>
  <Words>305</Words>
  <Application>Microsoft Office PowerPoint</Application>
  <PresentationFormat>On-screen Show (4:3)</PresentationFormat>
  <Paragraphs>43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dēkhā thā pēhlī bār</vt:lpstr>
      <vt:lpstr>dēkhā thā pēhlī bār usē mainē dēkhā thā pēhlī bār</vt:lpstr>
      <vt:lpstr>vō jamunā kī rāh mēiṅ</vt:lpstr>
      <vt:lpstr>bāl ghūṅgar vālē thē ik muralī thī un hāthōṅ mēiṅ</vt:lpstr>
      <vt:lpstr>mōr paṅkh baiṭhī sir pē  aur ghuṅguṙū thī pāōṅ pē</vt:lpstr>
      <vt:lpstr>dēkhā thā pēhlī bār usē mainē dēkhā thā pēhlī bār</vt:lpstr>
      <vt:lpstr>aur āṅkhēṅ milī… hāyē/ aur āṅkhēṅ milī un āṅkhōṅ sē dil khō baiṭhī usī pal mēiṅ/ us matvālī muskān mēiṅ</vt:lpstr>
      <vt:lpstr>dil kī bāt khul gayī akhiyōṅ mēiṅ - kis ghūnghaṭ mē chipāūṅ is dil ko maiṅ</vt:lpstr>
      <vt:lpstr>mērī kālī āṅkhēṅ ban gayīṅ hai nīlē  usē dēkh dēkh kē</vt:lpstr>
      <vt:lpstr>ab kahāṅ sē ā rahī hai yē  bāṅsurī kī dhun yē pāyal kī jhan jhan/</vt:lpstr>
      <vt:lpstr>mērē dil kī dhaḍkan hai uskī pāyal kī jhan jhan har āh mērī hai uskī bāṅsurī kī dhun</vt:lpstr>
      <vt:lpstr>ab lāj chōḍ kē gā mērē man – harī madhur nām kī dhun</vt:lpstr>
      <vt:lpstr>mēra dil pukāṙē harī harī…  harī harī mērī āh sunātī harī harī…  harī harī</vt:lpstr>
      <vt:lpstr>harī harī harī harī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328</cp:revision>
  <dcterms:created xsi:type="dcterms:W3CDTF">2006-08-16T00:00:00Z</dcterms:created>
  <dcterms:modified xsi:type="dcterms:W3CDTF">2025-05-14T14:14:35Z</dcterms:modified>
</cp:coreProperties>
</file>