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2F93F-7FAA-44BC-9D09-0F32307BD629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201C2-BA0F-4363-9FCD-C1C281E3AD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2F93F-7FAA-44BC-9D09-0F32307BD629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201C2-BA0F-4363-9FCD-C1C281E3AD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2F93F-7FAA-44BC-9D09-0F32307BD629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201C2-BA0F-4363-9FCD-C1C281E3AD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2F93F-7FAA-44BC-9D09-0F32307BD629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201C2-BA0F-4363-9FCD-C1C281E3AD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2F93F-7FAA-44BC-9D09-0F32307BD629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201C2-BA0F-4363-9FCD-C1C281E3AD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2F93F-7FAA-44BC-9D09-0F32307BD629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201C2-BA0F-4363-9FCD-C1C281E3AD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2F93F-7FAA-44BC-9D09-0F32307BD629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201C2-BA0F-4363-9FCD-C1C281E3AD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2F93F-7FAA-44BC-9D09-0F32307BD629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201C2-BA0F-4363-9FCD-C1C281E3AD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2F93F-7FAA-44BC-9D09-0F32307BD629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201C2-BA0F-4363-9FCD-C1C281E3AD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2F93F-7FAA-44BC-9D09-0F32307BD629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201C2-BA0F-4363-9FCD-C1C281E3AD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2F93F-7FAA-44BC-9D09-0F32307BD629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201C2-BA0F-4363-9FCD-C1C281E3AD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D2F93F-7FAA-44BC-9D09-0F32307BD629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201C2-BA0F-4363-9FCD-C1C281E3AD1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praṇavākṣarāmṛta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praṇavākṣarāmṛta pāna-kutūhala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priyaśiva prītida nartana-rasikē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900" smtClean="0">
                <a:solidFill>
                  <a:srgbClr val="FFFF00"/>
                </a:solidFill>
                <a:latin typeface="Calibri"/>
              </a:rPr>
              <a:t>Mother! Beloved of Shiva, who rejoices in the bliss of the immortal nectar of the Pranava mantra—you, who are in love with dance</a:t>
            </a:r>
            <a:endParaRPr lang="en-US" sz="4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priyajana suta dhana yuvatī saukhyam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prēmamayi tava māyā-kalpitam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—it is through your divine illusion that dear ones, children, wealth, youth, and health come into our lives.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yauvana-prauḍha vimōhita-citram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kautuka vanmada krōdha-vilāsam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bloated ego, the delusions of youth, the plays of anger, jealousy, pride, and envy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kanmaṣa-hāriṇi ninpada-cintayil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janma-jarā-maraṇādi vināśam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—all these vanish when the mind becomes absorbed in contemplation of your lotus feet. Then, one becomes free of all sin and the endless cycle of birth and death.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vanbhava-sāgara-tīram aṇayuvān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tvanmaya-bhāvam anāratam ēkū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Mother, grant me the constant awareness that “I am you,” so that I may cross this vast ocean of samsara.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en manapañjara ramya-svarūpiṇī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cinmaya dvaita-vināśi cirantani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O beautiful Mother, dwelling within my heart! You are the pure consciousness that pervades the universe, ever new—you are the one who destroys the illusion of duality.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177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praṇavākṣarāmṛta</vt:lpstr>
      <vt:lpstr>praṇavākṣarāmṛta pāna-kutūhala priyaśiva prītida nartana-rasikē</vt:lpstr>
      <vt:lpstr>priyajana suta dhana yuvatī saukhyam prēmamayi tava māyā-kalpitam</vt:lpstr>
      <vt:lpstr>yauvana-prauḍha vimōhita-citram kautuka vanmada krōdha-vilāsam</vt:lpstr>
      <vt:lpstr>kanmaṣa-hāriṇi ninpada-cintayil janma-jarā-maraṇādi vināśam</vt:lpstr>
      <vt:lpstr>vanbhava-sāgara-tīram aṇayuvān tvanmaya-bhāvam anāratam ēkū</vt:lpstr>
      <vt:lpstr>en manapañjara ramya-svarūpiṇī cinmaya dvaita-vināśi cirantani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praṇavākṣarāmṛta</dc:title>
  <dc:creator>Amrita</dc:creator>
  <cp:lastModifiedBy>Amrita</cp:lastModifiedBy>
  <cp:revision>1</cp:revision>
  <dcterms:created xsi:type="dcterms:W3CDTF">2025-07-22T10:57:11Z</dcterms:created>
  <dcterms:modified xsi:type="dcterms:W3CDTF">2025-07-22T10:59:19Z</dcterms:modified>
</cp:coreProperties>
</file>