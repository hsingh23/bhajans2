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1" r:id="rId2"/>
    <p:sldId id="300" r:id="rId3"/>
    <p:sldId id="298" r:id="rId4"/>
    <p:sldId id="299" r:id="rId5"/>
    <p:sldId id="292" r:id="rId6"/>
    <p:sldId id="293" r:id="rId7"/>
    <p:sldId id="297" r:id="rId8"/>
    <p:sldId id="294" r:id="rId9"/>
    <p:sldId id="295" r:id="rId10"/>
    <p:sldId id="29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mizhinīril</a:t>
            </a:r>
            <a:r>
              <a:rPr lang="en-US" sz="6600" dirty="0" smtClean="0"/>
              <a:t> </a:t>
            </a:r>
            <a:r>
              <a:rPr lang="en-US" sz="6600" dirty="0" err="1" smtClean="0"/>
              <a:t>āzhnnu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smtClean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mizhinīril</a:t>
            </a:r>
            <a:r>
              <a:rPr lang="en-US" sz="6600" dirty="0" smtClean="0"/>
              <a:t> </a:t>
            </a:r>
            <a:r>
              <a:rPr lang="en-US" sz="6600" dirty="0" err="1" smtClean="0"/>
              <a:t>āzhnnu</a:t>
            </a:r>
            <a:r>
              <a:rPr lang="en-US" sz="6600" dirty="0" smtClean="0"/>
              <a:t> </a:t>
            </a:r>
            <a:r>
              <a:rPr lang="en-US" sz="6600" dirty="0" err="1" smtClean="0"/>
              <a:t>māzhkum</a:t>
            </a:r>
            <a:r>
              <a:rPr lang="en-US" sz="6600" dirty="0" smtClean="0"/>
              <a:t> </a:t>
            </a:r>
            <a:r>
              <a:rPr lang="en-US" sz="6600" dirty="0" err="1" smtClean="0"/>
              <a:t>manassil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uṇarv-ēkān</a:t>
            </a:r>
            <a:r>
              <a:rPr lang="en-US" sz="6600" dirty="0" smtClean="0"/>
              <a:t> </a:t>
            </a:r>
            <a:r>
              <a:rPr lang="en-US" sz="6600" dirty="0" err="1" smtClean="0"/>
              <a:t>aṇayū</a:t>
            </a:r>
            <a:r>
              <a:rPr lang="en-US" sz="6600" dirty="0" smtClean="0"/>
              <a:t> </a:t>
            </a:r>
            <a:r>
              <a:rPr lang="en-US" sz="6600" dirty="0" err="1" smtClean="0"/>
              <a:t>janani</a:t>
            </a:r>
            <a:r>
              <a:rPr lang="en-US" sz="6600" dirty="0" smtClean="0"/>
              <a:t>…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My heart is weary from tears that endlessly flow. Mother, make me anew.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kaniv-ūṙum</a:t>
            </a:r>
            <a:r>
              <a:rPr lang="en-US" sz="5400" dirty="0" smtClean="0"/>
              <a:t> </a:t>
            </a:r>
            <a:r>
              <a:rPr lang="en-US" sz="5400" dirty="0" err="1" smtClean="0"/>
              <a:t>tirumizhi</a:t>
            </a:r>
            <a:r>
              <a:rPr lang="en-US" sz="5400" dirty="0" smtClean="0"/>
              <a:t> </a:t>
            </a:r>
            <a:r>
              <a:rPr lang="en-US" sz="5400" dirty="0" err="1" smtClean="0"/>
              <a:t>tumbāl</a:t>
            </a:r>
            <a:r>
              <a:rPr lang="en-US" sz="5400" dirty="0" smtClean="0"/>
              <a:t> </a:t>
            </a:r>
            <a:r>
              <a:rPr lang="en-US" sz="5400" dirty="0" err="1" smtClean="0"/>
              <a:t>onn-aḍiyande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eriyunn-akam</a:t>
            </a:r>
            <a:r>
              <a:rPr lang="en-US" sz="5400" dirty="0" smtClean="0"/>
              <a:t> </a:t>
            </a:r>
            <a:r>
              <a:rPr lang="en-US" sz="5400" dirty="0" err="1" smtClean="0"/>
              <a:t>onnuzhiyū</a:t>
            </a:r>
            <a:r>
              <a:rPr lang="en-US" sz="5400" dirty="0" smtClean="0"/>
              <a:t> </a:t>
            </a:r>
            <a:r>
              <a:rPr lang="en-US" sz="5400" dirty="0" err="1" smtClean="0"/>
              <a:t>janani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eriyunn-akam</a:t>
            </a:r>
            <a:r>
              <a:rPr lang="en-US" sz="5400" dirty="0" smtClean="0"/>
              <a:t> </a:t>
            </a:r>
            <a:r>
              <a:rPr lang="en-US" sz="5400" dirty="0" err="1" smtClean="0"/>
              <a:t>onnuzhiyū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With </a:t>
            </a:r>
            <a:r>
              <a:rPr lang="en-US" sz="6000" dirty="0" smtClean="0">
                <a:solidFill>
                  <a:srgbClr val="FFFF00"/>
                </a:solidFill>
              </a:rPr>
              <a:t>your eyes, aglow with compassion, caress this aching heart.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janani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eriyunn-akam</a:t>
            </a:r>
            <a:r>
              <a:rPr lang="en-US" sz="7200" dirty="0" smtClean="0"/>
              <a:t> </a:t>
            </a:r>
            <a:r>
              <a:rPr lang="en-US" sz="7200" dirty="0" err="1" smtClean="0"/>
              <a:t>onnuzhiyū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O Mother, caress </a:t>
            </a:r>
            <a:r>
              <a:rPr lang="en-US" sz="7200" dirty="0" smtClean="0">
                <a:solidFill>
                  <a:srgbClr val="FFFF00"/>
                </a:solidFill>
              </a:rPr>
              <a:t>this aching heart.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nīḷum</a:t>
            </a:r>
            <a:r>
              <a:rPr lang="en-US" sz="6600" dirty="0" smtClean="0"/>
              <a:t> ī </a:t>
            </a:r>
            <a:r>
              <a:rPr lang="en-US" sz="6600" dirty="0" err="1" smtClean="0"/>
              <a:t>rāvil</a:t>
            </a:r>
            <a:r>
              <a:rPr lang="en-US" sz="6600" dirty="0" smtClean="0"/>
              <a:t> </a:t>
            </a:r>
            <a:r>
              <a:rPr lang="en-US" sz="6600" dirty="0" err="1" smtClean="0"/>
              <a:t>kāḷum</a:t>
            </a:r>
            <a:r>
              <a:rPr lang="en-US" sz="6600" dirty="0" smtClean="0"/>
              <a:t> </a:t>
            </a:r>
            <a:r>
              <a:rPr lang="en-US" sz="6600" dirty="0" err="1" smtClean="0"/>
              <a:t>manassil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pāḷunnu</a:t>
            </a:r>
            <a:r>
              <a:rPr lang="en-US" sz="6600" dirty="0" smtClean="0"/>
              <a:t> </a:t>
            </a:r>
            <a:r>
              <a:rPr lang="en-US" sz="6600" dirty="0" err="1" smtClean="0"/>
              <a:t>cintakaḷ</a:t>
            </a:r>
            <a:r>
              <a:rPr lang="en-US" sz="6600" dirty="0" smtClean="0"/>
              <a:t> </a:t>
            </a:r>
            <a:r>
              <a:rPr lang="en-US" sz="6600" dirty="0" err="1" smtClean="0"/>
              <a:t>ammē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The night stretches on, and my mind is on fire.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viḷaṙunnu</a:t>
            </a:r>
            <a:r>
              <a:rPr lang="en-US" sz="6600" dirty="0" smtClean="0"/>
              <a:t> </a:t>
            </a:r>
            <a:r>
              <a:rPr lang="en-US" sz="6600" dirty="0" err="1" smtClean="0"/>
              <a:t>vadanam</a:t>
            </a:r>
            <a:r>
              <a:rPr lang="en-US" sz="6600" dirty="0" smtClean="0"/>
              <a:t> </a:t>
            </a:r>
            <a:r>
              <a:rPr lang="en-US" sz="6600" dirty="0" err="1" smtClean="0"/>
              <a:t>pataṙunnu</a:t>
            </a:r>
            <a:r>
              <a:rPr lang="en-US" sz="6600" dirty="0" smtClean="0"/>
              <a:t> </a:t>
            </a:r>
            <a:r>
              <a:rPr lang="en-US" sz="6600" dirty="0" err="1" smtClean="0"/>
              <a:t>mizhikaḷ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tirayunn-aharniśam</a:t>
            </a:r>
            <a:r>
              <a:rPr lang="en-US" sz="6600" dirty="0" smtClean="0"/>
              <a:t> </a:t>
            </a:r>
            <a:r>
              <a:rPr lang="en-US" sz="6600" dirty="0" err="1" smtClean="0"/>
              <a:t>ninne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My thoughts run wild, my face has grown pale, and my eyes are weary. Day and night, I search for </a:t>
            </a:r>
            <a:r>
              <a:rPr lang="en-US" sz="5400" dirty="0" smtClean="0">
                <a:solidFill>
                  <a:srgbClr val="FFFF00"/>
                </a:solidFill>
              </a:rPr>
              <a:t>you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ammē</a:t>
            </a:r>
            <a:r>
              <a:rPr lang="en-US" sz="7200" dirty="0" smtClean="0"/>
              <a:t>… </a:t>
            </a:r>
            <a:r>
              <a:rPr lang="en-US" sz="7200" dirty="0" err="1" smtClean="0"/>
              <a:t>tirayunn-aharniśam</a:t>
            </a:r>
            <a:r>
              <a:rPr lang="en-US" sz="7200" dirty="0" smtClean="0"/>
              <a:t> </a:t>
            </a:r>
            <a:r>
              <a:rPr lang="en-US" sz="7200" dirty="0" err="1" smtClean="0"/>
              <a:t>ninne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—</a:t>
            </a:r>
            <a:r>
              <a:rPr lang="en-US" sz="6600" dirty="0" smtClean="0">
                <a:solidFill>
                  <a:srgbClr val="FFFF00"/>
                </a:solidFill>
              </a:rPr>
              <a:t>Mother, every moment, I yearn for you.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viṅgunn</a:t>
            </a:r>
            <a:r>
              <a:rPr lang="en-US" sz="6000" dirty="0" smtClean="0"/>
              <a:t>-en </a:t>
            </a:r>
            <a:r>
              <a:rPr lang="en-US" sz="6000" dirty="0" err="1" smtClean="0"/>
              <a:t>karaḷil</a:t>
            </a:r>
            <a:r>
              <a:rPr lang="en-US" sz="6000" dirty="0" smtClean="0"/>
              <a:t> </a:t>
            </a:r>
            <a:r>
              <a:rPr lang="en-US" sz="6000" dirty="0" err="1" smtClean="0"/>
              <a:t>tiṅgunna</a:t>
            </a:r>
            <a:r>
              <a:rPr lang="en-US" sz="6000" dirty="0" smtClean="0"/>
              <a:t> </a:t>
            </a:r>
            <a:r>
              <a:rPr lang="en-US" sz="6000" dirty="0" err="1" smtClean="0"/>
              <a:t>kadanam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cīntunnu</a:t>
            </a:r>
            <a:r>
              <a:rPr lang="en-US" sz="6000" dirty="0" smtClean="0"/>
              <a:t> </a:t>
            </a:r>
            <a:r>
              <a:rPr lang="en-US" sz="6000" dirty="0" err="1" smtClean="0"/>
              <a:t>cittam</a:t>
            </a:r>
            <a:r>
              <a:rPr lang="en-US" sz="6000" dirty="0" smtClean="0"/>
              <a:t> </a:t>
            </a:r>
            <a:r>
              <a:rPr lang="en-US" sz="6000" dirty="0" err="1" smtClean="0"/>
              <a:t>endammē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Sorrow surges within my weeping heart, as if it's being torn apart.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enmana</a:t>
            </a:r>
            <a:r>
              <a:rPr lang="en-US" sz="6000" dirty="0" smtClean="0"/>
              <a:t> </a:t>
            </a:r>
            <a:r>
              <a:rPr lang="en-US" sz="6000" dirty="0" err="1" smtClean="0"/>
              <a:t>poykayil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> </a:t>
            </a:r>
            <a:r>
              <a:rPr lang="en-US" sz="6000" dirty="0" err="1" smtClean="0"/>
              <a:t>vadanāmbujam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teḷiyunna</a:t>
            </a:r>
            <a:r>
              <a:rPr lang="en-US" sz="6000" dirty="0" smtClean="0"/>
              <a:t> </a:t>
            </a:r>
            <a:r>
              <a:rPr lang="en-US" sz="6000" dirty="0" err="1" smtClean="0"/>
              <a:t>sudinam</a:t>
            </a:r>
            <a:r>
              <a:rPr lang="en-US" sz="6000" dirty="0" smtClean="0"/>
              <a:t> </a:t>
            </a:r>
            <a:r>
              <a:rPr lang="en-US" sz="6000" dirty="0" err="1" smtClean="0"/>
              <a:t>ētammē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When </a:t>
            </a:r>
            <a:r>
              <a:rPr lang="en-US" sz="5400" dirty="0" smtClean="0">
                <a:solidFill>
                  <a:srgbClr val="FFFF00"/>
                </a:solidFill>
              </a:rPr>
              <a:t>will the blessed day dawn, when your lotus face shines clear in the lake of my heart?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ammē</a:t>
            </a:r>
            <a:r>
              <a:rPr lang="en-US" sz="7200" dirty="0" smtClean="0"/>
              <a:t>… </a:t>
            </a:r>
            <a:r>
              <a:rPr lang="en-US" sz="7200" dirty="0" err="1" smtClean="0"/>
              <a:t>teḷiyunna</a:t>
            </a:r>
            <a:r>
              <a:rPr lang="en-US" sz="7200" dirty="0" smtClean="0"/>
              <a:t> </a:t>
            </a:r>
            <a:r>
              <a:rPr lang="en-US" sz="7200" dirty="0" err="1" smtClean="0"/>
              <a:t>sudinam</a:t>
            </a:r>
            <a:r>
              <a:rPr lang="en-US" sz="7200" dirty="0" smtClean="0"/>
              <a:t> </a:t>
            </a:r>
            <a:r>
              <a:rPr lang="en-US" sz="7200" dirty="0" err="1" smtClean="0"/>
              <a:t>ētammē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O </a:t>
            </a:r>
            <a:r>
              <a:rPr lang="en-US" sz="6600" dirty="0" smtClean="0">
                <a:solidFill>
                  <a:srgbClr val="FFFF00"/>
                </a:solidFill>
              </a:rPr>
              <a:t>Mother, when will that sacred day arrive?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177</Words>
  <Application>Microsoft Office PowerPoint</Application>
  <PresentationFormat>On-screen Show (4:3)</PresentationFormat>
  <Paragraphs>31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mizhinīril āzhnnu</vt:lpstr>
      <vt:lpstr>mizhinīril āzhnnu māzhkum manassil uṇarv-ēkān aṇayū janani…</vt:lpstr>
      <vt:lpstr>kaniv-ūṙum tirumizhi tumbāl onn-aḍiyande eriyunn-akam onnuzhiyū janani eriyunn-akam onnuzhiyū</vt:lpstr>
      <vt:lpstr>janani eriyunn-akam onnuzhiyū</vt:lpstr>
      <vt:lpstr>nīḷum ī rāvil kāḷum manassil pāḷunnu cintakaḷ ammē</vt:lpstr>
      <vt:lpstr>viḷaṙunnu vadanam pataṙunnu mizhikaḷ tirayunn-aharniśam ninne</vt:lpstr>
      <vt:lpstr>ammē… tirayunn-aharniśam ninne</vt:lpstr>
      <vt:lpstr>viṅgunn-en karaḷil tiṅgunna kadanam cīntunnu cittam endammē</vt:lpstr>
      <vt:lpstr>enmana poykayil nin vadanāmbujam teḷiyunna sudinam ētammē</vt:lpstr>
      <vt:lpstr>ammē… teḷiyunna sudinam ētammē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2025-05-25T17:31:10Z</dcterms:modified>
</cp:coreProperties>
</file>