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C9BBB-F549-4CD8-AD3D-A7B734D860BF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935E3-08FB-4CF6-AB50-B9EB733F503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kive karāṅ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(Punjabi)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kive karāṅ mey kive karāṅ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teri pūjā dāttiye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teri pūjā dāttiye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How shall I perform your worship, O Mother, O Giver, how shall I perform your worship?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jal liyāndā… hōy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water,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jal liyāndā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machli dā jūṭhā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water, but the fish have already touched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machli dā jūṭhā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the fish have already touched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O Giver, how shall I perform your worship?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phul liyāntē… hōy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flowers,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phul liyāntē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bhavare dē jūṭhē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For your worship I bring flowers, but the bees have already touched them.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bhavare dē jūṭhē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the bees have already touched them.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O Giver, how shall I perform your worship?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dudh liyāndā… hōy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milk,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dudh liyāndā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bachaḍē dā jūṭhā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milk, but the calf has already drunk from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bachaḍē dā jūṭhā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the calf has already drunk from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O Giver, how shall I perform your worship?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phāl liyāntē... hōy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fruits,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phāl liyāntē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ciḍiyāṅ dē jūṭhē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fruits, but the birds have already tasted them.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ciḍiyāṅ dē jūṭhē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the birds have already tasted them.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O Giver, how shall I perform your worship?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ṣaid liyāndā… hōy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honey,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pūjā layi mey ṣaid liyāndā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makhiyāṅ dā jūṭhā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For your worship I bring honey, but the bees have already tasted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makhiyāṅ dā jūṭhā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but the bees have already tasted it.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O Giver, how shall I perform your worship?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mēri karle pūja svīkār dāttiye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haṭāvō saddi dūri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Accept my worship, O Giver, and remove this distance between us.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dāttiye… dāttiye…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Giver,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mērī bhakti pūrī karkē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pūjā kardē pūrī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Make my devotion whole, make my worship whole,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mērī pūjā kardē pūrī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make my worship whole,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mērī jīvan kardē pūrī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make my life whole, O 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 kive karāṅ…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Giver, how shall I perform your worship?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 dāttiye… mātā ṙāṇiye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pt-BR" sz="6600" smtClean="0">
                <a:solidFill>
                  <a:srgbClr val="FFFF00"/>
                </a:solidFill>
                <a:latin typeface="Calibri"/>
              </a:rPr>
              <a:t>O Giver, O Queen, O Mother!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442</Words>
  <Application>Microsoft Office PowerPoint</Application>
  <PresentationFormat>On-screen Show (4:3)</PresentationFormat>
  <Paragraphs>59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kive karāṅ</vt:lpstr>
      <vt:lpstr>kive karāṅ mey kive karāṅ teri pūjā dāttiye ō teri pūjā dāttiye</vt:lpstr>
      <vt:lpstr>pūjā layi mey jal liyāndā… hōy </vt:lpstr>
      <vt:lpstr>pūjā layi mey jal liyāndā ō machli dā jūṭhā </vt:lpstr>
      <vt:lpstr>ō machli dā jūṭhā </vt:lpstr>
      <vt:lpstr>ō dāttiye kive karāṅ… ō dāttiye kive karāṅ </vt:lpstr>
      <vt:lpstr>pūjā layi mey phul liyāntē… hōy </vt:lpstr>
      <vt:lpstr>pūjā layi mey phul liyāntē ō bhavare dē jūṭhē </vt:lpstr>
      <vt:lpstr>ō bhavare dē jūṭhē </vt:lpstr>
      <vt:lpstr>ō dāttiye kive karāṅ…  ō dāttiye kive karāṅ </vt:lpstr>
      <vt:lpstr>pūjā layi mey dudh liyāndā… hōy </vt:lpstr>
      <vt:lpstr>pūjā layi mey dudh liyāndā ō bachaḍē dā jūṭhā </vt:lpstr>
      <vt:lpstr>ō bachaḍē dā jūṭhā </vt:lpstr>
      <vt:lpstr>ō dāttiye kive karāṅ…  ō dāttiye kive karāṅ </vt:lpstr>
      <vt:lpstr>pūjā layi mey phāl liyāntē... hōy </vt:lpstr>
      <vt:lpstr>pūjā layi mey phāl liyāntē ō ciḍiyāṅ dē jūṭhē </vt:lpstr>
      <vt:lpstr>ō ciḍiyāṅ dē jūṭhē </vt:lpstr>
      <vt:lpstr>ō dāttiye kive karāṅ…  ō dāttiye kive karāṅ </vt:lpstr>
      <vt:lpstr>pūjā layi mey ṣaid liyāndā… hōy </vt:lpstr>
      <vt:lpstr>pūjā layi mey ṣaid liyāndā ō makhiyāṅ dā jūṭhā </vt:lpstr>
      <vt:lpstr>ō makhiyāṅ dā jūṭhā </vt:lpstr>
      <vt:lpstr>ō dāttiye kive karāṅ…  ō dāttiye kive karāṅ </vt:lpstr>
      <vt:lpstr>mēri karle pūja svīkār dāttiye haṭāvō saddi dūri </vt:lpstr>
      <vt:lpstr>dāttiye… dāttiye… </vt:lpstr>
      <vt:lpstr>mērī bhakti pūrī karkē pūjā kardē pūrī </vt:lpstr>
      <vt:lpstr>ō mērī pūjā kardē pūrī </vt:lpstr>
      <vt:lpstr>ō mērī jīvan kardē pūrī </vt:lpstr>
      <vt:lpstr>ō dāttiye kive karāṅ… ō dāttiye kive karāṅ… </vt:lpstr>
      <vt:lpstr>ō dāttiye… mātā ṙāṇiye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kive karāṅ</dc:title>
  <dc:creator>Amrita</dc:creator>
  <cp:lastModifiedBy>Amrita</cp:lastModifiedBy>
  <cp:revision>1</cp:revision>
  <dcterms:created xsi:type="dcterms:W3CDTF">2025-08-21T17:06:11Z</dcterms:created>
  <dcterms:modified xsi:type="dcterms:W3CDTF">2025-08-21T17:08:04Z</dcterms:modified>
</cp:coreProperties>
</file>