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3532-B06E-48D7-A68C-FD642194E2E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637A1-0B21-4B2B-9A42-0671914A6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3532-B06E-48D7-A68C-FD642194E2E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637A1-0B21-4B2B-9A42-0671914A6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3532-B06E-48D7-A68C-FD642194E2E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637A1-0B21-4B2B-9A42-0671914A6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3532-B06E-48D7-A68C-FD642194E2E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637A1-0B21-4B2B-9A42-0671914A6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3532-B06E-48D7-A68C-FD642194E2E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637A1-0B21-4B2B-9A42-0671914A6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3532-B06E-48D7-A68C-FD642194E2E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637A1-0B21-4B2B-9A42-0671914A6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3532-B06E-48D7-A68C-FD642194E2E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637A1-0B21-4B2B-9A42-0671914A6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3532-B06E-48D7-A68C-FD642194E2E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637A1-0B21-4B2B-9A42-0671914A6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3532-B06E-48D7-A68C-FD642194E2E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637A1-0B21-4B2B-9A42-0671914A6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3532-B06E-48D7-A68C-FD642194E2E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637A1-0B21-4B2B-9A42-0671914A6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3532-B06E-48D7-A68C-FD642194E2E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637A1-0B21-4B2B-9A42-0671914A6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33532-B06E-48D7-A68C-FD642194E2E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637A1-0B21-4B2B-9A42-0671914A679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rādhaye aṙiyillayō kaṇṇā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rādhaye aṙiyillayō kaṇṇā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vṛndāvanam nī maṙannō?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Krishna, do you not remember Radha? Have you forgotten Vrindavan?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pavitra-mānasā, parama-kṛpālō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mama hṛdayēśvarā paṙayū nī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O pure-hearted one, supremely compassionate, Lord of my heart, tell me…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rādhaye aṙiyillayō kaṇṇā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vṛndāvanam nī maṙannō?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Krishna, do you not remember Radha? Have you forgotten Vrindavan?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śrīrāgam pāḍi yamuna pinneyum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prēma-kallōlam tīrkkunnu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The Yamuna still sings in the melody of Sri Raga, her waves rising with the rhythm of love.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pontaḷa cūḍumō tṛppāda-pallava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narttana-sāyūjyam ōrkkunnu tēṅgunnu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She weeps in longing, recalling your dance, your tender lotus feet wearing golden anklets.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prēmārdra mānasā pōrukillē?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bhaktajana-priya pōrukillē? 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O Krishna! Your heart is tender with love for us, won’t you come? You who cherish your devotees with boundless love, won’t you come?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rādhaye aṙiyillayō kaṇṇā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vṛndāvanam nī maṙannō?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Krishna, do you not remember Radha? Have you forgotten Vrindavan?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manvantaraṅgaḷāy ninne tapam ceyyum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oru kṛṣṇa-tuḷasī-daḷam ivaḷ 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I am but a small Tulasi leaf, meditating on your form through endless ages.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innum ī sandhyayil ī pātavakkil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nin pada-nisvanam kātōrttirikkunnu 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And now, in this dusk, I wait by the path, longing to hear the music of your nearing steps.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prēmārdra-mānasā pōrukillē?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bhaktajana-priyā pōrukillē? 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O Krishna! Your heart is tender with love for us, won’t you come? You who cherish your devotees with boundless love, won’t you come?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rādhaye aṙiyillayō kaṇṇā</vt:lpstr>
      <vt:lpstr>rādhaye aṙiyillayō kaṇṇā vṛndāvanam nī maṙannō? </vt:lpstr>
      <vt:lpstr>pavitra-mānasā, parama-kṛpālō mama hṛdayēśvarā paṙayū nī</vt:lpstr>
      <vt:lpstr>rādhaye aṙiyillayō kaṇṇā vṛndāvanam nī maṙannō? </vt:lpstr>
      <vt:lpstr>śrīrāgam pāḍi yamuna pinneyum prēma-kallōlam tīrkkunnu </vt:lpstr>
      <vt:lpstr>pontaḷa cūḍumō tṛppāda-pallava narttana-sāyūjyam ōrkkunnu tēṅgunnu </vt:lpstr>
      <vt:lpstr>prēmārdra mānasā pōrukillē? bhaktajana-priya pōrukillē? </vt:lpstr>
      <vt:lpstr>rādhaye aṙiyillayō kaṇṇā vṛndāvanam nī maṙannō? </vt:lpstr>
      <vt:lpstr>manvantaraṅgaḷāy ninne tapam ceyyum oru kṛṣṇa-tuḷasī-daḷam ivaḷ </vt:lpstr>
      <vt:lpstr>innum ī sandhyayil ī pātavakkil nin pada-nisvanam kātōrttirikkunnu </vt:lpstr>
      <vt:lpstr>prēmārdra-mānasā pōrukillē? bhaktajana-priyā pōrukillē?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rādhaye aṙiyillayō kaṇṇā</dc:title>
  <dc:creator>Amrita</dc:creator>
  <cp:lastModifiedBy>Amrita</cp:lastModifiedBy>
  <cp:revision>1</cp:revision>
  <dcterms:created xsi:type="dcterms:W3CDTF">2025-08-18T13:58:30Z</dcterms:created>
  <dcterms:modified xsi:type="dcterms:W3CDTF">2025-08-18T13:58:58Z</dcterms:modified>
</cp:coreProperties>
</file>