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4B80F-9135-4569-8474-7BBCAEE7CFCA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AFA44-D6AF-4ED6-A805-890B01E6C88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4B80F-9135-4569-8474-7BBCAEE7CFCA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AFA44-D6AF-4ED6-A805-890B01E6C88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4B80F-9135-4569-8474-7BBCAEE7CFCA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AFA44-D6AF-4ED6-A805-890B01E6C88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4B80F-9135-4569-8474-7BBCAEE7CFCA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AFA44-D6AF-4ED6-A805-890B01E6C88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4B80F-9135-4569-8474-7BBCAEE7CFCA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AFA44-D6AF-4ED6-A805-890B01E6C88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4B80F-9135-4569-8474-7BBCAEE7CFCA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AFA44-D6AF-4ED6-A805-890B01E6C88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4B80F-9135-4569-8474-7BBCAEE7CFCA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AFA44-D6AF-4ED6-A805-890B01E6C88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4B80F-9135-4569-8474-7BBCAEE7CFCA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AFA44-D6AF-4ED6-A805-890B01E6C88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4B80F-9135-4569-8474-7BBCAEE7CFCA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AFA44-D6AF-4ED6-A805-890B01E6C88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4B80F-9135-4569-8474-7BBCAEE7CFCA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AFA44-D6AF-4ED6-A805-890B01E6C88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4B80F-9135-4569-8474-7BBCAEE7CFCA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AFA44-D6AF-4ED6-A805-890B01E6C88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A4B80F-9135-4569-8474-7BBCAEE7CFCA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4AFA44-D6AF-4ED6-A805-890B01E6C88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bhavakānanāgniyil bhavabhītayāyi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bhavakānanāgniyil bhavabhītayāyi ñān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bhavatāriṇī ninde padam aṇaññū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100" smtClean="0">
                <a:solidFill>
                  <a:srgbClr val="FFFF00"/>
                </a:solidFill>
                <a:latin typeface="Calibri"/>
              </a:rPr>
              <a:t>Afraid of the roaring fires in this wild forest of the world, I came to you, O Bhavatarini</a:t>
            </a:r>
            <a:endParaRPr lang="en-US" sz="61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4500" smtClean="0">
                <a:solidFill>
                  <a:srgbClr val="FFFFFF"/>
                </a:solidFill>
                <a:latin typeface="Calibri"/>
              </a:rPr>
              <a:t>bhavarōga-timirattinn-amaram ñān tēḍi</a:t>
            </a:r>
            <a:br>
              <a:rPr lang="en-US" sz="4500" smtClean="0">
                <a:solidFill>
                  <a:srgbClr val="FFFFFF"/>
                </a:solidFill>
                <a:latin typeface="Calibri"/>
              </a:rPr>
            </a:br>
            <a:r>
              <a:rPr lang="en-US" sz="4500" smtClean="0">
                <a:solidFill>
                  <a:srgbClr val="FFFFFF"/>
                </a:solidFill>
                <a:latin typeface="Calibri"/>
              </a:rPr>
              <a:t>ammē nin pariśuddha-padam aṇaññū</a:t>
            </a:r>
            <a:br>
              <a:rPr lang="en-US" sz="4500" smtClean="0">
                <a:solidFill>
                  <a:srgbClr val="FFFFFF"/>
                </a:solidFill>
                <a:latin typeface="Calibri"/>
              </a:rPr>
            </a:br>
            <a:r>
              <a:rPr lang="en-US" sz="4500" smtClean="0">
                <a:solidFill>
                  <a:srgbClr val="FFFFFF"/>
                </a:solidFill>
                <a:latin typeface="Calibri"/>
              </a:rPr>
              <a:t>end-ammē nin pariśuddha-padam aṇaññū</a:t>
            </a:r>
            <a:endParaRPr lang="en-US" sz="45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3700" smtClean="0">
                <a:solidFill>
                  <a:srgbClr val="FFFF00"/>
                </a:solidFill>
                <a:latin typeface="Calibri"/>
              </a:rPr>
              <a:t>—you who ferry us across the ocean of samsara. Seeking the medicine to cure the blindness caused by worldly illusion, O Mother, I came to your divine feet! My Mother, I reached the refuge of your sacred feet.</a:t>
            </a:r>
            <a:endParaRPr lang="en-US" sz="3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400" smtClean="0">
                <a:solidFill>
                  <a:srgbClr val="FFFFFF"/>
                </a:solidFill>
                <a:latin typeface="Calibri"/>
              </a:rPr>
              <a:t>amṛtatvam aṇayunna vazhikāṭṭān ī pāril</a:t>
            </a:r>
            <a:br>
              <a:rPr lang="en-US" sz="6400" smtClean="0">
                <a:solidFill>
                  <a:srgbClr val="FFFFFF"/>
                </a:solidFill>
                <a:latin typeface="Calibri"/>
              </a:rPr>
            </a:br>
            <a:r>
              <a:rPr lang="en-US" sz="6400" smtClean="0">
                <a:solidFill>
                  <a:srgbClr val="FFFFFF"/>
                </a:solidFill>
                <a:latin typeface="Calibri"/>
              </a:rPr>
              <a:t>ammē nī enyē ār-anyamāyī</a:t>
            </a:r>
            <a:endParaRPr lang="en-US" sz="64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400" smtClean="0">
                <a:solidFill>
                  <a:srgbClr val="FFFF00"/>
                </a:solidFill>
                <a:latin typeface="Calibri"/>
              </a:rPr>
              <a:t>In this world, who else is there but you to lead us on the path to immortality?</a:t>
            </a:r>
            <a:endParaRPr lang="en-US" sz="64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kāṇunnill-avaniyil maṫṫill-abhayamāy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nin kazhalenyē dayāvāridhē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nin kazhalenyē dayāvāridhē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500" smtClean="0">
                <a:solidFill>
                  <a:srgbClr val="FFFF00"/>
                </a:solidFill>
                <a:latin typeface="Calibri"/>
              </a:rPr>
              <a:t>I see no one else to take refuge in—nothing but your lotus feet. O ocean of compassion, only your lotus feet are my refuge.</a:t>
            </a:r>
            <a:endParaRPr lang="en-US" sz="5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kadanam oru koḍuṅkāṫṫāy irambīḍunnū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sadayam nī rakṣaykkāy vannīḍaṇē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Sorrow comes roaring like a typhoon-please come and rescue me!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300" smtClean="0">
                <a:solidFill>
                  <a:srgbClr val="FFFFFF"/>
                </a:solidFill>
                <a:latin typeface="Calibri"/>
              </a:rPr>
              <a:t>azhalinde tīnāḷam ālunnu cuṫṫilum</a:t>
            </a:r>
            <a:br>
              <a:rPr lang="en-US" sz="5300" smtClean="0">
                <a:solidFill>
                  <a:srgbClr val="FFFFFF"/>
                </a:solidFill>
                <a:latin typeface="Calibri"/>
              </a:rPr>
            </a:br>
            <a:r>
              <a:rPr lang="en-US" sz="5300" smtClean="0">
                <a:solidFill>
                  <a:srgbClr val="FFFFFF"/>
                </a:solidFill>
                <a:latin typeface="Calibri"/>
              </a:rPr>
              <a:t>nin nāma-rūpāmṛtam auṣadham</a:t>
            </a:r>
            <a:br>
              <a:rPr lang="en-US" sz="5300" smtClean="0">
                <a:solidFill>
                  <a:srgbClr val="FFFFFF"/>
                </a:solidFill>
                <a:latin typeface="Calibri"/>
              </a:rPr>
            </a:br>
            <a:r>
              <a:rPr lang="en-US" sz="5300" smtClean="0">
                <a:solidFill>
                  <a:srgbClr val="FFFFFF"/>
                </a:solidFill>
                <a:latin typeface="Calibri"/>
              </a:rPr>
              <a:t>nin nāma-rūpāmṛtam auṣadham</a:t>
            </a:r>
            <a:endParaRPr lang="en-US" sz="53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Flaming burdens close in from every side. The only healing is your immortal name and form.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ambikē kāruṇya-vārirāśē 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sāntvanam ēkān aṇaññīḍaṇē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900" smtClean="0">
                <a:solidFill>
                  <a:srgbClr val="FFFF00"/>
                </a:solidFill>
                <a:latin typeface="Calibri"/>
              </a:rPr>
              <a:t>O Mother Ambika, boundless sea of compassion, come and comfort this aching heart.</a:t>
            </a:r>
            <a:endParaRPr lang="en-US" sz="59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ātmārpaṇattinde kāvya-sūnaṅgaḷāl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kōrttōru hāram aṇiyicciḍām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kōrttōru hāram aṇiyicciḍām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700" smtClean="0">
                <a:solidFill>
                  <a:srgbClr val="FFFF00"/>
                </a:solidFill>
                <a:latin typeface="Calibri"/>
              </a:rPr>
              <a:t>I shall weave for you a garland of verses, each flower blossoming from the surrender of my self. With that garland, O Mother, I shall adorn you.</a:t>
            </a:r>
            <a:endParaRPr lang="en-US" sz="4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216</Words>
  <Application>Microsoft Office PowerPoint</Application>
  <PresentationFormat>On-screen Show (4:3)</PresentationFormat>
  <Paragraphs>19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bhavakānanāgniyil bhavabhītayāyi</vt:lpstr>
      <vt:lpstr>bhavakānanāgniyil bhavabhītayāyi ñān bhavatāriṇī ninde padam aṇaññū</vt:lpstr>
      <vt:lpstr>bhavarōga-timirattinn-amaram ñān tēḍi ammē nin pariśuddha-padam aṇaññū end-ammē nin pariśuddha-padam aṇaññū</vt:lpstr>
      <vt:lpstr>amṛtatvam aṇayunna vazhikāṭṭān ī pāril ammē nī enyē ār-anyamāyī</vt:lpstr>
      <vt:lpstr>kāṇunnill-avaniyil maṫṫill-abhayamāy nin kazhalenyē dayāvāridhē nin kazhalenyē dayāvāridhē</vt:lpstr>
      <vt:lpstr>kadanam oru koḍuṅkāṫṫāy irambīḍunnū sadayam nī rakṣaykkāy vannīḍaṇē</vt:lpstr>
      <vt:lpstr>azhalinde tīnāḷam ālunnu cuṫṫilum nin nāma-rūpāmṛtam auṣadham nin nāma-rūpāmṛtam auṣadham</vt:lpstr>
      <vt:lpstr>ambikē kāruṇya-vārirāśē  sāntvanam ēkān aṇaññīḍaṇē</vt:lpstr>
      <vt:lpstr>ātmārpaṇattinde kāvya-sūnaṅgaḷāl kōrttōru hāram aṇiyicciḍām kōrttōru hāram aṇiyicciḍām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bhavakānanāgniyil bhavabhītayāyi</dc:title>
  <dc:creator>Amrita</dc:creator>
  <cp:lastModifiedBy>Amrita</cp:lastModifiedBy>
  <cp:revision>1</cp:revision>
  <dcterms:created xsi:type="dcterms:W3CDTF">2025-06-04T12:47:59Z</dcterms:created>
  <dcterms:modified xsi:type="dcterms:W3CDTF">2025-06-04T12:48:51Z</dcterms:modified>
</cp:coreProperties>
</file>