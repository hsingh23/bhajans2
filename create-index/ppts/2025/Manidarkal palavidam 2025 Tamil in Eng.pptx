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FF02-BD79-4B9B-9E82-24CCD6115665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8BC49-A306-4E33-84B9-5B51B57226F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FF02-BD79-4B9B-9E82-24CCD6115665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8BC49-A306-4E33-84B9-5B51B57226F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FF02-BD79-4B9B-9E82-24CCD6115665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8BC49-A306-4E33-84B9-5B51B57226F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FF02-BD79-4B9B-9E82-24CCD6115665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8BC49-A306-4E33-84B9-5B51B57226F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FF02-BD79-4B9B-9E82-24CCD6115665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8BC49-A306-4E33-84B9-5B51B57226F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FF02-BD79-4B9B-9E82-24CCD6115665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8BC49-A306-4E33-84B9-5B51B57226F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FF02-BD79-4B9B-9E82-24CCD6115665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8BC49-A306-4E33-84B9-5B51B57226F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FF02-BD79-4B9B-9E82-24CCD6115665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8BC49-A306-4E33-84B9-5B51B57226F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FF02-BD79-4B9B-9E82-24CCD6115665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8BC49-A306-4E33-84B9-5B51B57226F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FF02-BD79-4B9B-9E82-24CCD6115665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8BC49-A306-4E33-84B9-5B51B57226F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FF02-BD79-4B9B-9E82-24CCD6115665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8BC49-A306-4E33-84B9-5B51B57226F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CFF02-BD79-4B9B-9E82-24CCD6115665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8BC49-A306-4E33-84B9-5B51B57226F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manidarkaḷ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palavidam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pt-BR" sz="5600" dirty="0" smtClean="0">
                <a:solidFill>
                  <a:srgbClr val="FFFFFF"/>
                </a:solidFill>
                <a:latin typeface="Calibri"/>
              </a:rPr>
              <a:t>manidarkaḷ palavidam, manaṅkaḷum palavitam</a:t>
            </a:r>
            <a:br>
              <a:rPr lang="pt-BR" sz="5600" dirty="0" smtClean="0">
                <a:solidFill>
                  <a:srgbClr val="FFFFFF"/>
                </a:solidFill>
                <a:latin typeface="Calibri"/>
              </a:rPr>
            </a:br>
            <a:r>
              <a:rPr lang="pt-BR" sz="5600" dirty="0" smtClean="0">
                <a:solidFill>
                  <a:srgbClr val="FFFFFF"/>
                </a:solidFill>
                <a:latin typeface="Calibri"/>
              </a:rPr>
              <a:t>manam evidamō vāzhkaiyum avidam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Humans are of many kinds, and minds too are of many kinds. Where the mind dwells, there too life will follow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manadil tōnḍrum inbamum tunbamum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manamē bandhamum muktiyum tantiḍum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. The joys and sorrows arise both in the mind; it is the mind itself that grants both bondage and liberation.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pt-BR" sz="5600" dirty="0" smtClean="0">
                <a:solidFill>
                  <a:srgbClr val="FFFFFF"/>
                </a:solidFill>
                <a:latin typeface="Calibri"/>
              </a:rPr>
              <a:t>manidarkaḷ palavidam, manaṅkaḷum palavitam</a:t>
            </a:r>
            <a:br>
              <a:rPr lang="pt-BR" sz="5600" dirty="0" smtClean="0">
                <a:solidFill>
                  <a:srgbClr val="FFFFFF"/>
                </a:solidFill>
                <a:latin typeface="Calibri"/>
              </a:rPr>
            </a:br>
            <a:r>
              <a:rPr lang="pt-BR" sz="5600" dirty="0" smtClean="0">
                <a:solidFill>
                  <a:srgbClr val="FFFFFF"/>
                </a:solidFill>
                <a:latin typeface="Calibri"/>
              </a:rPr>
              <a:t>manam evidamō vāzhkaiyum avidam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Humans are of many kinds, and minds too are of many kinds. Where the mind dwells, there too life will follow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kēṭṭatai maṙappavar kātukaḷ-aṫṫravar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ellām uḷaṙuvār paṇbillādavar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Those who forget what they have heard are careless, those who repeat everything without imbibing the teaching are insincere.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payantara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uṙaippavar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aṙivinil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sānḍrōr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400" dirty="0" smtClean="0">
                <a:solidFill>
                  <a:srgbClr val="FFFFFF"/>
                </a:solidFill>
                <a:latin typeface="Calibri"/>
              </a:rPr>
            </a:b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manidā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sol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inta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mūvaril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nī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yār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? </a:t>
            </a:r>
            <a:endParaRPr lang="en-US" sz="54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Those who speak with insight are the truly wise. O human, tell me—among these three, which one are you?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manidā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ō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manidā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sintittu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pār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inta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mūvaril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nī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yār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?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human, reflect and see —among these three, which one are you?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uṇarcciyil vāzhbavar vikāra manitar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sintanai seybavar vicāra manitar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Those who live on impulse are emotional humans. Those who reflect are the thoughtful.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pakuttaṙibavarē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vivēka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manitar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700" dirty="0" smtClean="0">
                <a:solidFill>
                  <a:srgbClr val="FFFFFF"/>
                </a:solidFill>
                <a:latin typeface="Calibri"/>
              </a:rPr>
            </a:b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manidā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sol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inta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mūvaril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nī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yār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? </a:t>
            </a:r>
            <a:endParaRPr lang="en-US" sz="57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 Those who live with discernment are the truly wise. O human, tell me—among these three, which one are you?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manidā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ō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manidā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sintittu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pār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inta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mūvaril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nī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yār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?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human, reflect and see —among these three, which one are you?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tanakkena sērppavar suyanalakkārar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piṙar poruḷ parippavar vañcanai-yāḷar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Those who hoard only for themselves are the selfish, those who snatch the wealth of others are deceivers,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pakirntuṇḍu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vāzhbavar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uttama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manitar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700" dirty="0" smtClean="0">
                <a:solidFill>
                  <a:srgbClr val="FFFFFF"/>
                </a:solidFill>
                <a:latin typeface="Calibri"/>
              </a:rPr>
            </a:b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manidā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sol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inta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mūvaril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nī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yār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? </a:t>
            </a:r>
            <a:endParaRPr lang="en-US" sz="57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  those who share with others are noble humans. O human, tell me—among these three, which one are you?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manidā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ō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manidā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sintittu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pār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inta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mūvaril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nī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yār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?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human, reflect and see —among these three, which one are you?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292</Words>
  <Application>Microsoft Office PowerPoint</Application>
  <PresentationFormat>On-screen Show (4:3)</PresentationFormat>
  <Paragraphs>27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manidarkaḷ palavidam</vt:lpstr>
      <vt:lpstr>manidarkaḷ palavidam, manaṅkaḷum palavitam manam evidamō vāzhkaiyum avidam</vt:lpstr>
      <vt:lpstr>manadil tōnḍrum inbamum tunbamum manamē bandhamum muktiyum tantiḍum</vt:lpstr>
      <vt:lpstr>manidarkaḷ palavidam, manaṅkaḷum palavitam manam evidamō vāzhkaiyum avidam</vt:lpstr>
      <vt:lpstr>kēṭṭatai maṙappavar kātukaḷ-aṫṫravar ellām uḷaṙuvār paṇbillādavar</vt:lpstr>
      <vt:lpstr>payantara uṙaippavar aṙivinil sānḍrōr manidā sol inta mūvaril nī yār? </vt:lpstr>
      <vt:lpstr>manidā ō manidā sintittu pār inta mūvaril nī yār? </vt:lpstr>
      <vt:lpstr>uṇarcciyil vāzhbavar vikāra manitar sintanai seybavar vicāra manitar</vt:lpstr>
      <vt:lpstr>pakuttaṙibavarē vivēka manitar manidā sol inta mūvaril nī yār? </vt:lpstr>
      <vt:lpstr>manidā ō manidā sintittu pār inta mūvaril nī yār? </vt:lpstr>
      <vt:lpstr>tanakkena sērppavar suyanalakkārar piṙar poruḷ parippavar vañcanai-yāḷar</vt:lpstr>
      <vt:lpstr>pakirntuṇḍu vāzhbavar uttama manitar manidā sol inta mūvaril nī yār? </vt:lpstr>
      <vt:lpstr>manidā ō manidā sintittu pār inta mūvaril nī yār?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manidarkaḷ palavidam</dc:title>
  <dc:creator>Amrita</dc:creator>
  <cp:lastModifiedBy>Amrita</cp:lastModifiedBy>
  <cp:revision>1</cp:revision>
  <dcterms:created xsi:type="dcterms:W3CDTF">2025-08-23T15:20:20Z</dcterms:created>
  <dcterms:modified xsi:type="dcterms:W3CDTF">2025-08-23T15:22:09Z</dcterms:modified>
</cp:coreProperties>
</file>