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90" r:id="rId3"/>
    <p:sldId id="291" r:id="rId4"/>
    <p:sldId id="292" r:id="rId5"/>
    <p:sldId id="295" r:id="rId6"/>
    <p:sldId id="288" r:id="rId7"/>
    <p:sldId id="296" r:id="rId8"/>
    <p:sldId id="297" r:id="rId9"/>
    <p:sldId id="28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 lines twice according</a:t>
            </a:r>
            <a:r>
              <a:rPr lang="en-US" baseline="0" dirty="0" smtClean="0"/>
              <a:t> to recording</a:t>
            </a:r>
            <a:r>
              <a:rPr lang="en-US" dirty="0" smtClean="0"/>
              <a:t>. But , may</a:t>
            </a:r>
            <a:r>
              <a:rPr lang="en-US" baseline="0" dirty="0" smtClean="0"/>
              <a:t> change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satyam</a:t>
            </a:r>
            <a:r>
              <a:rPr lang="en-US" sz="7200" dirty="0" smtClean="0"/>
              <a:t> </a:t>
            </a:r>
            <a:r>
              <a:rPr lang="en-US" sz="7200" dirty="0" err="1" smtClean="0"/>
              <a:t>jñānam</a:t>
            </a:r>
            <a:r>
              <a:rPr lang="en-US" sz="7200" dirty="0" smtClean="0"/>
              <a:t> </a:t>
            </a:r>
            <a:r>
              <a:rPr lang="en-US" sz="7200" dirty="0" err="1" smtClean="0"/>
              <a:t>anantam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</a:t>
            </a:r>
            <a:r>
              <a:rPr lang="en-IN" sz="6600" dirty="0" err="1" smtClean="0">
                <a:solidFill>
                  <a:srgbClr val="FFFF00"/>
                </a:solidFill>
              </a:rPr>
              <a:t>Samskritam</a:t>
            </a:r>
            <a:r>
              <a:rPr lang="en-IN" sz="6600" dirty="0" smtClean="0">
                <a:solidFill>
                  <a:srgbClr val="FFFF00"/>
                </a:solidFill>
              </a:rPr>
              <a:t>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satyam</a:t>
            </a:r>
            <a:r>
              <a:rPr lang="en-US" sz="7200" dirty="0" smtClean="0"/>
              <a:t> </a:t>
            </a:r>
            <a:r>
              <a:rPr lang="en-US" sz="7200" dirty="0" err="1" smtClean="0"/>
              <a:t>jñānam</a:t>
            </a:r>
            <a:r>
              <a:rPr lang="en-US" sz="7200" dirty="0" smtClean="0"/>
              <a:t> </a:t>
            </a:r>
            <a:r>
              <a:rPr lang="en-US" sz="7200" dirty="0" err="1" smtClean="0"/>
              <a:t>anantam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śivatatva</a:t>
            </a:r>
            <a:r>
              <a:rPr lang="en-US" sz="7200" dirty="0" smtClean="0"/>
              <a:t> </a:t>
            </a:r>
            <a:r>
              <a:rPr lang="en-US" sz="7200" dirty="0" err="1" smtClean="0"/>
              <a:t>viśēṣam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Truth, knowledge, infinity—the unique essence of Shiva, the highest reality.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sṛṣṭi-sthiti-laya</a:t>
            </a:r>
            <a:r>
              <a:rPr lang="en-US" sz="6600" dirty="0" smtClean="0"/>
              <a:t> </a:t>
            </a:r>
            <a:r>
              <a:rPr lang="en-US" sz="6600" dirty="0" err="1" smtClean="0"/>
              <a:t>spandam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śivatāṇḍava</a:t>
            </a:r>
            <a:r>
              <a:rPr lang="en-US" sz="6600" dirty="0" smtClean="0"/>
              <a:t> </a:t>
            </a:r>
            <a:r>
              <a:rPr lang="en-US" sz="6600" dirty="0" err="1" smtClean="0"/>
              <a:t>naṭanam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pulse of creation, sustenance, and dissolution, the dance of the cosmic </a:t>
            </a:r>
            <a:r>
              <a:rPr lang="en-US" sz="5400" dirty="0" err="1" smtClean="0">
                <a:solidFill>
                  <a:srgbClr val="FFFF00"/>
                </a:solidFill>
              </a:rPr>
              <a:t>Tandava</a:t>
            </a:r>
            <a:r>
              <a:rPr lang="en-US" sz="5400" dirty="0" smtClean="0">
                <a:solidFill>
                  <a:srgbClr val="FFFF00"/>
                </a:solidFill>
              </a:rPr>
              <a:t>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anupama-sundara</a:t>
            </a:r>
            <a:r>
              <a:rPr lang="en-US" sz="6600" dirty="0" smtClean="0"/>
              <a:t> </a:t>
            </a:r>
            <a:r>
              <a:rPr lang="en-US" sz="6600" dirty="0" err="1" smtClean="0"/>
              <a:t>rūpam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śruti-laya-tāḷa</a:t>
            </a:r>
            <a:r>
              <a:rPr lang="en-US" sz="6600" dirty="0" smtClean="0"/>
              <a:t> </a:t>
            </a:r>
            <a:r>
              <a:rPr lang="en-US" sz="6600" dirty="0" err="1" smtClean="0"/>
              <a:t>nikētam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Of incomparable, beautiful form, the abode </a:t>
            </a:r>
            <a:r>
              <a:rPr lang="en-US" sz="6000" smtClean="0">
                <a:solidFill>
                  <a:srgbClr val="FFFF00"/>
                </a:solidFill>
              </a:rPr>
              <a:t>of </a:t>
            </a:r>
            <a:r>
              <a:rPr lang="en-US" sz="6000" smtClean="0">
                <a:solidFill>
                  <a:srgbClr val="FFFF00"/>
                </a:solidFill>
              </a:rPr>
              <a:t>rhythm</a:t>
            </a:r>
            <a:r>
              <a:rPr lang="en-US" sz="6000" dirty="0" smtClean="0">
                <a:solidFill>
                  <a:srgbClr val="FFFF00"/>
                </a:solidFill>
              </a:rPr>
              <a:t>, melody, and beat.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 smtClean="0"/>
              <a:t>guṇa-nirguṇa</a:t>
            </a:r>
            <a:r>
              <a:rPr lang="en-US" sz="8000" dirty="0" smtClean="0"/>
              <a:t> </a:t>
            </a:r>
            <a:r>
              <a:rPr lang="en-US" sz="8000" dirty="0" err="1" smtClean="0"/>
              <a:t>nilayam</a:t>
            </a:r>
            <a:r>
              <a:rPr lang="en-US" sz="8000" dirty="0" smtClean="0"/>
              <a:t> </a:t>
            </a:r>
            <a:br>
              <a:rPr lang="en-US" sz="8000" dirty="0" smtClean="0"/>
            </a:br>
            <a:r>
              <a:rPr lang="en-US" sz="8000" dirty="0" err="1" smtClean="0"/>
              <a:t>śivaliṅgam-arūpam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seat of both attributes and the </a:t>
            </a:r>
            <a:r>
              <a:rPr lang="en-US" sz="6000" dirty="0" err="1" smtClean="0">
                <a:solidFill>
                  <a:srgbClr val="FFFF00"/>
                </a:solidFill>
              </a:rPr>
              <a:t>attributeless</a:t>
            </a:r>
            <a:r>
              <a:rPr lang="en-US" sz="6000" dirty="0" smtClean="0">
                <a:solidFill>
                  <a:srgbClr val="FFFF00"/>
                </a:solidFill>
              </a:rPr>
              <a:t>, the Shiva lingam, beyond all form.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paramēśvara</a:t>
            </a:r>
            <a:r>
              <a:rPr lang="en-US" sz="6000" dirty="0" smtClean="0"/>
              <a:t> </a:t>
            </a:r>
            <a:r>
              <a:rPr lang="en-US" sz="6000" dirty="0" err="1" smtClean="0"/>
              <a:t>nāmam</a:t>
            </a:r>
            <a:r>
              <a:rPr lang="en-US" sz="6000" dirty="0" smtClean="0"/>
              <a:t> </a:t>
            </a:r>
            <a:r>
              <a:rPr lang="en-US" sz="6000" dirty="0" err="1" smtClean="0"/>
              <a:t>jagadāśraya-dhāmam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śubha-maṅgaḷarūpam</a:t>
            </a:r>
            <a:r>
              <a:rPr lang="en-US" sz="6000" dirty="0" smtClean="0"/>
              <a:t> </a:t>
            </a:r>
            <a:r>
              <a:rPr lang="en-US" sz="6000" dirty="0" err="1" smtClean="0"/>
              <a:t>kailāsa-nivāsam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The name of </a:t>
            </a:r>
            <a:r>
              <a:rPr lang="en-US" sz="4800" dirty="0" err="1" smtClean="0">
                <a:solidFill>
                  <a:srgbClr val="FFFF00"/>
                </a:solidFill>
              </a:rPr>
              <a:t>Parameshvara</a:t>
            </a:r>
            <a:r>
              <a:rPr lang="en-US" sz="4800" dirty="0" smtClean="0">
                <a:solidFill>
                  <a:srgbClr val="FFFF00"/>
                </a:solidFill>
              </a:rPr>
              <a:t> (Supreme Lord), the refuge and support of the universe. The auspicious form, dwelling in </a:t>
            </a:r>
            <a:r>
              <a:rPr lang="en-US" sz="4800" dirty="0" err="1" smtClean="0">
                <a:solidFill>
                  <a:srgbClr val="FFFF00"/>
                </a:solidFill>
              </a:rPr>
              <a:t>Kailāsa</a:t>
            </a:r>
            <a:r>
              <a:rPr lang="en-US" sz="4800" dirty="0" smtClean="0">
                <a:solidFill>
                  <a:srgbClr val="FFFF00"/>
                </a:solidFill>
              </a:rPr>
              <a:t>, 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pañcākṣari-mantram</a:t>
            </a:r>
            <a:r>
              <a:rPr lang="en-US" sz="6600" dirty="0" smtClean="0"/>
              <a:t> </a:t>
            </a:r>
            <a:r>
              <a:rPr lang="en-US" sz="6600" dirty="0" err="1" smtClean="0"/>
              <a:t>bhavahara</a:t>
            </a:r>
            <a:r>
              <a:rPr lang="en-US" sz="6600" dirty="0" smtClean="0"/>
              <a:t> </a:t>
            </a:r>
            <a:r>
              <a:rPr lang="en-US" sz="6600" dirty="0" err="1" smtClean="0"/>
              <a:t>pāvana</a:t>
            </a:r>
            <a:r>
              <a:rPr lang="en-US" sz="6600" dirty="0" smtClean="0"/>
              <a:t> </a:t>
            </a:r>
            <a:r>
              <a:rPr lang="en-US" sz="6600" dirty="0" err="1" smtClean="0"/>
              <a:t>mantram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the five-</a:t>
            </a:r>
            <a:r>
              <a:rPr lang="en-US" sz="6600" dirty="0" err="1" smtClean="0">
                <a:solidFill>
                  <a:srgbClr val="FFFF00"/>
                </a:solidFill>
              </a:rPr>
              <a:t>syllabled</a:t>
            </a:r>
            <a:r>
              <a:rPr lang="en-US" sz="6600" dirty="0" smtClean="0">
                <a:solidFill>
                  <a:srgbClr val="FFFF00"/>
                </a:solidFill>
              </a:rPr>
              <a:t> mantra—purifying and liberating.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śubhakara</a:t>
            </a:r>
            <a:r>
              <a:rPr lang="en-US" sz="6000" dirty="0" smtClean="0"/>
              <a:t> </a:t>
            </a:r>
            <a:r>
              <a:rPr lang="en-US" sz="6000" dirty="0" err="1" smtClean="0"/>
              <a:t>purahara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śiva</a:t>
            </a:r>
            <a:r>
              <a:rPr lang="en-US" sz="6000" dirty="0" smtClean="0"/>
              <a:t> </a:t>
            </a:r>
            <a:r>
              <a:rPr lang="en-US" sz="6000" dirty="0" err="1" smtClean="0"/>
              <a:t>śiva</a:t>
            </a:r>
            <a:r>
              <a:rPr lang="en-US" sz="6000" dirty="0" smtClean="0"/>
              <a:t> </a:t>
            </a:r>
            <a:r>
              <a:rPr lang="en-US" sz="6000" dirty="0" err="1" smtClean="0"/>
              <a:t>hara</a:t>
            </a:r>
            <a:r>
              <a:rPr lang="en-US" sz="6000" dirty="0" smtClean="0"/>
              <a:t> </a:t>
            </a:r>
            <a:r>
              <a:rPr lang="en-US" sz="6000" dirty="0" err="1" smtClean="0"/>
              <a:t>hara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jani-mṛti-duḥkha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nivāraṇa</a:t>
            </a:r>
            <a:r>
              <a:rPr lang="en-US" sz="6000" dirty="0" smtClean="0"/>
              <a:t> </a:t>
            </a:r>
            <a:r>
              <a:rPr lang="en-US" sz="6000" dirty="0" err="1" smtClean="0"/>
              <a:t>mantram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Giver of blessings, destroyer of the cities—Shiva, Shiva! Hara, Hara! The mantra that ends the sorrow of birth and death.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r>
              <a:rPr lang="en-US" dirty="0" smtClean="0"/>
              <a:t> </a:t>
            </a:r>
            <a:r>
              <a:rPr lang="en-US" dirty="0" err="1" smtClean="0"/>
              <a:t>namaḥ</a:t>
            </a:r>
            <a:r>
              <a:rPr lang="en-US" dirty="0" smtClean="0"/>
              <a:t> </a:t>
            </a:r>
            <a:r>
              <a:rPr lang="en-US" dirty="0" err="1" smtClean="0"/>
              <a:t>śivāya</a:t>
            </a:r>
            <a:r>
              <a:rPr lang="en-US" dirty="0" smtClean="0"/>
              <a:t> </a:t>
            </a:r>
            <a:r>
              <a:rPr lang="en-US" dirty="0" err="1" smtClean="0"/>
              <a:t>ōm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Salutations to Shiva, the auspicious Lord.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179</Words>
  <Application>Microsoft Office PowerPoint</Application>
  <PresentationFormat>On-screen Show (4:3)</PresentationFormat>
  <Paragraphs>29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satyam jñānam anantam</vt:lpstr>
      <vt:lpstr>satyam jñānam anantam śivatatva viśēṣam</vt:lpstr>
      <vt:lpstr>sṛṣṭi-sthiti-laya spandam śivatāṇḍava naṭanam</vt:lpstr>
      <vt:lpstr>anupama-sundara rūpam śruti-laya-tāḷa nikētam</vt:lpstr>
      <vt:lpstr>guṇa-nirguṇa nilayam  śivaliṅgam-arūpam</vt:lpstr>
      <vt:lpstr>paramēśvara nāmam jagadāśraya-dhāmam śubha-maṅgaḷarūpam kailāsa-nivāsam</vt:lpstr>
      <vt:lpstr>pañcākṣari-mantram bhavahara pāvana mantram</vt:lpstr>
      <vt:lpstr>śubhakara purahara  śiva śiva hara hara  jani-mṛti-duḥkha  nivāraṇa mantram</vt:lpstr>
      <vt:lpstr>ōm namaḥ śivāya ōm namaḥ śivāya ōm ōm namaḥ śivāya ōm namaḥ śivāya ōm ōm namaḥ śivāya ōm namaḥ śivāya ōm ōm namaḥ śivāya ōm namaḥ śivāya ōm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2025-09-23T14:47:20Z</dcterms:modified>
</cp:coreProperties>
</file>