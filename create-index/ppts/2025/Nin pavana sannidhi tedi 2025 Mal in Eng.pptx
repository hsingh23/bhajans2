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D529D-43C4-449B-A8C8-7C64C25A1490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C1003-46AD-4F0F-ABBE-6A0E47B5341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pāvana-sannidhi tēḍi tēḍi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nin pāvana-sannidhi tēḍi tēḍi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oru prēma-gītam mūḷi mūḷi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Seeking your divine abode, humming a song of love, 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pādāmbuja-madhu nukarānāy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paṙann-aṇaññoru tēn-vaṇḍu ñān 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am a honey bee, who has flown here to drink the nectar from your lotus feet.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 prēma-rasāmrṭam nuṇaññu nuṇaññu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unmādam pūṇḍu mayaṅgumī enne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Drinking the ambrosia of your love, I am left intoxicated and dazed.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pāda-padma-daḷam kūmbiyatin-uḷḷil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paṙann-akalāte kāttīḍuk-ammē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Mother! Fold the petals of your lotus feet, that I may never fly away.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nin pāvana-sannidhi tēḍi tēḍi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oru prēma-gītam mūḷi mūḷi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Seeking your divine abode, humming a song of love, 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bhavabhōga-sukhaṅgaḷ tēḍi alayāte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prēma-vairāgyam nilanirtti ennum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 not let me wander in search of fleeting comforts, keep me ever steadfast in love and dispassion.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divya-kusumamām ninnil amarnnu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snēha-gānam mūḷi rasikkaṭṭe ñān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me dwell within the divine flower that is you, singing and rejoicing in blissful songs of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ninnile nīyum ennile ñānum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onnenn-advaitamām uṇmayil uṇaraṭṭe 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me awaken to the non-dual truth that the you within you and the me within me are one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cidākāśattilēkk-uyarnnu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 divya-cētassil layiccu cērnnīḍaṭṭe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. Let me soar into the boundless sky of inner space, and dissolve in the radiance of your divine consciousness.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nin pāvana-sannidhi tēḍi tēḍi</vt:lpstr>
      <vt:lpstr>nin pāvana-sannidhi tēḍi tēḍi oru prēma-gītam mūḷi mūḷi </vt:lpstr>
      <vt:lpstr>nin pādāmbuja-madhu nukarānāy paṙann-aṇaññoru tēn-vaṇḍu ñān ammē</vt:lpstr>
      <vt:lpstr>ā prēma-rasāmrṭam nuṇaññu nuṇaññu unmādam pūṇḍu mayaṅgumī enne </vt:lpstr>
      <vt:lpstr>nin pāda-padma-daḷam kūmbiyatin-uḷḷil  paṙann-akalāte kāttīḍuk-ammē</vt:lpstr>
      <vt:lpstr>nin pāvana-sannidhi tēḍi tēḍi oru prēma-gītam mūḷi mūḷi </vt:lpstr>
      <vt:lpstr>bhavabhōga-sukhaṅgaḷ tēḍi alayāte prēma-vairāgyam nilanirtti ennum </vt:lpstr>
      <vt:lpstr>divya-kusumamām ninnil amarnnu nin snēha-gānam mūḷi rasikkaṭṭe ñān</vt:lpstr>
      <vt:lpstr>ninnile nīyum ennile ñānum onnenn-advaitamām uṇmayil uṇaraṭṭe </vt:lpstr>
      <vt:lpstr>nin cidākāśattilēkk-uyarnnu ñān ā divya-cētassil layiccu cērnnīḍaṭṭe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pāvana-sannidhi tēḍi tēḍi</dc:title>
  <dc:creator>Amrita</dc:creator>
  <cp:lastModifiedBy>Amrita</cp:lastModifiedBy>
  <cp:revision>1</cp:revision>
  <dcterms:created xsi:type="dcterms:W3CDTF">2025-08-25T12:45:02Z</dcterms:created>
  <dcterms:modified xsi:type="dcterms:W3CDTF">2025-08-25T12:45:29Z</dcterms:modified>
</cp:coreProperties>
</file>