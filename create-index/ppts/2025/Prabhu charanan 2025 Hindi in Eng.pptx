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E8824-64B4-4648-AB67-339A3FBCED8C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631E5-3593-473A-921E-34B001B3E7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prabhu caraṇan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prabhu caraṇanu meiṅ prīt lagā lē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prabhu pyārē kō mīt banā lē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Develop love for the feet of the Lord, and make the beloved Lord your closest friend.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vōhī sabkē snēhī trātā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vō pāvan bhāvōṅ kē dātā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He alone is the compassionate savior of all, the giver of pure feelings.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 bhī jiskō bāndh na pāyē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us nirguṇ kō mīt banā 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Even time itself cannot bind him. Make that formless One your true friend.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prabhu caraṇanu meiṅ prīt lagā lē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prabhu pyārē kō mīt banā lē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Develop love for the feet of the Lord, and make the beloved Lord your closest friend.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jag kē karm tō duḥkh hī dētē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sab kō tyāg kē āvō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The actions of the world bring only sorrow, so let them all go and come to the Lord.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prabhu hī sukh kā dhām hai bandē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usmeiṅ hī bas jāvō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Lord alone is the abode of happiness—dwell in Him.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jag meiṅ rahtē bhī mērē mitvā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 kō svarg banā 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Even while living in this world, my friend, you can make the world itself a heaven.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prabhu caraṇanu meiṅ prīt lagā lē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prabhu pyārē kō mīt banā lē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Develop love for the feet of the Lord, and make the beloved Lord your closest friend.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prīt usī kī sāñcī jisnē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sab sansār racāyā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True love belongs only to Him who created the whole universe.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 sē sab rūpōṅ kō dhar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jan-jan kō bilgāyā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Through Maya He has taken on all forms and manifested countless beings.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aisē māyā-pati kō bandē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apnē man meiṅ basā 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seeker, establish that Lord of Maya within your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prabhu caraṇanu meiṅ prīt lagā lē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prabhu pyārē kō mīt banā lē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Develop love for the feet of the Lord, and make the beloved Lord your closest friend.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rāmakṛṣṇa… hari hari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rāmakṛṣṇa… hari hari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rāmakṛṣṇa… hari hari – hari hari bōl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6600" smtClean="0">
                <a:solidFill>
                  <a:srgbClr val="FFFF00"/>
                </a:solidFill>
                <a:latin typeface="Calibri"/>
              </a:rPr>
              <a:t>O Lord Rama, O Lord Krishna!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prabhu caraṇan</vt:lpstr>
      <vt:lpstr>prabhu caraṇanu meiṅ prīt lagā lē prabhu pyārē kō mīt banā lē</vt:lpstr>
      <vt:lpstr>vōhī sabkē snēhī trātā vō pāvan bhāvōṅ kē dātā</vt:lpstr>
      <vt:lpstr>kāl bhī jiskō bāndh na pāyē us nirguṇ kō mīt banā lē</vt:lpstr>
      <vt:lpstr>prabhu caraṇanu meiṅ prīt lagā lē prabhu pyārē kō mīt banā lē</vt:lpstr>
      <vt:lpstr>jag kē karm tō duḥkh hī dētē sab kō tyāg kē āvō</vt:lpstr>
      <vt:lpstr>prabhu hī sukh kā dhām hai bandē usmeiṅ hī bas jāvō</vt:lpstr>
      <vt:lpstr>jag meiṅ rahtē bhī mērē mitvā jag kō svarg banā lē</vt:lpstr>
      <vt:lpstr>prabhu caraṇanu meiṅ prīt lagā lē prabhu pyārē kō mīt banā lē</vt:lpstr>
      <vt:lpstr>prīt usī kī sāñcī jisnē sab sansār racāyā</vt:lpstr>
      <vt:lpstr>māyā sē sab rūpōṅ kō dhar jan-jan kō bilgāyā</vt:lpstr>
      <vt:lpstr>aisē māyā-pati kō bandē apnē man meiṅ basā lē</vt:lpstr>
      <vt:lpstr>prabhu caraṇanu meiṅ prīt lagā lē prabhu pyārē kō mīt banā lē</vt:lpstr>
      <vt:lpstr>rāmakṛṣṇa… hari hari  rāmakṛṣṇa… hari hari rāmakṛṣṇa… hari hari – hari hari bōl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prabhu caraṇan</dc:title>
  <dc:creator>Amrita</dc:creator>
  <cp:lastModifiedBy>Amrita</cp:lastModifiedBy>
  <cp:revision>1</cp:revision>
  <dcterms:created xsi:type="dcterms:W3CDTF">2025-09-10T14:32:46Z</dcterms:created>
  <dcterms:modified xsi:type="dcterms:W3CDTF">2025-09-10T14:33:54Z</dcterms:modified>
</cp:coreProperties>
</file>