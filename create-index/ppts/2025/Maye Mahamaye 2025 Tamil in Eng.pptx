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1" r:id="rId2"/>
    <p:sldId id="295" r:id="rId3"/>
    <p:sldId id="296" r:id="rId4"/>
    <p:sldId id="292" r:id="rId5"/>
    <p:sldId id="297" r:id="rId6"/>
    <p:sldId id="300" r:id="rId7"/>
    <p:sldId id="293" r:id="rId8"/>
    <p:sldId id="298" r:id="rId9"/>
    <p:sldId id="301" r:id="rId10"/>
    <p:sldId id="294" r:id="rId11"/>
    <p:sldId id="299" r:id="rId12"/>
    <p:sldId id="30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101" d="100"/>
          <a:sy n="101" d="100"/>
        </p:scale>
        <p:origin x="-1928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māyē</a:t>
            </a:r>
            <a:r>
              <a:rPr lang="en-US" sz="7200" dirty="0" smtClean="0"/>
              <a:t>… </a:t>
            </a:r>
            <a:r>
              <a:rPr lang="en-US" sz="7200" dirty="0" err="1" smtClean="0"/>
              <a:t>mahāmāyē</a:t>
            </a:r>
            <a:r>
              <a:rPr lang="en-US" sz="7200" dirty="0" smtClean="0"/>
              <a:t>… ī</a:t>
            </a:r>
            <a:br>
              <a:rPr lang="en-US" sz="7200" dirty="0" smtClean="0"/>
            </a:br>
            <a:r>
              <a:rPr lang="en-US" sz="7200" dirty="0" err="1" smtClean="0"/>
              <a:t>lōkam</a:t>
            </a:r>
            <a:r>
              <a:rPr lang="en-US" sz="7200" dirty="0" smtClean="0"/>
              <a:t> </a:t>
            </a:r>
            <a:r>
              <a:rPr lang="en-US" sz="7200" dirty="0" err="1" smtClean="0"/>
              <a:t>ellām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mahāmāyē</a:t>
            </a:r>
            <a:r>
              <a:rPr lang="en-US" sz="6000" dirty="0" smtClean="0"/>
              <a:t>… ī</a:t>
            </a:r>
            <a:br>
              <a:rPr lang="en-US" sz="6000" dirty="0" smtClean="0"/>
            </a:br>
            <a:r>
              <a:rPr lang="en-US" sz="6000" dirty="0" err="1" smtClean="0"/>
              <a:t>lōkam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mayakkiḍunna</a:t>
            </a:r>
            <a:r>
              <a:rPr lang="en-US" sz="6000" dirty="0" smtClean="0"/>
              <a:t> </a:t>
            </a:r>
            <a:r>
              <a:rPr lang="en-US" sz="6000" dirty="0" err="1" smtClean="0"/>
              <a:t>tāyē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ōhō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Mother, you are </a:t>
            </a:r>
            <a:r>
              <a:rPr lang="en-US" sz="5400" dirty="0" err="1" smtClean="0">
                <a:solidFill>
                  <a:srgbClr val="FFFF00"/>
                </a:solidFill>
              </a:rPr>
              <a:t>Mahamaya</a:t>
            </a:r>
            <a:r>
              <a:rPr lang="en-US" sz="5400" dirty="0" smtClean="0">
                <a:solidFill>
                  <a:srgbClr val="FFFF00"/>
                </a:solidFill>
              </a:rPr>
              <a:t> — the great divine Illusion, enchanting and deluding the entire world.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kāḷi</a:t>
            </a:r>
            <a:r>
              <a:rPr lang="en-US" sz="6600" dirty="0" smtClean="0"/>
              <a:t>… </a:t>
            </a:r>
            <a:r>
              <a:rPr lang="en-US" sz="6600" dirty="0" err="1" smtClean="0"/>
              <a:t>mahākāḷi</a:t>
            </a:r>
            <a:r>
              <a:rPr lang="en-US" sz="6600" dirty="0" smtClean="0"/>
              <a:t>…</a:t>
            </a:r>
            <a:br>
              <a:rPr lang="en-US" sz="6600" dirty="0" smtClean="0"/>
            </a:br>
            <a:r>
              <a:rPr lang="en-US" sz="6600" dirty="0" err="1" smtClean="0"/>
              <a:t>śōkam</a:t>
            </a:r>
            <a:r>
              <a:rPr lang="en-US" sz="6600" dirty="0" smtClean="0"/>
              <a:t> </a:t>
            </a:r>
            <a:r>
              <a:rPr lang="en-US" sz="6600" dirty="0" err="1" smtClean="0"/>
              <a:t>ellām</a:t>
            </a:r>
            <a:r>
              <a:rPr lang="en-US" sz="6600" dirty="0" smtClean="0"/>
              <a:t> </a:t>
            </a:r>
            <a:r>
              <a:rPr lang="en-US" sz="6600" dirty="0" err="1" smtClean="0"/>
              <a:t>akaṫṫiḍum</a:t>
            </a:r>
            <a:r>
              <a:rPr lang="en-US" sz="6600" dirty="0" smtClean="0"/>
              <a:t> </a:t>
            </a:r>
            <a:r>
              <a:rPr lang="en-US" sz="6600" dirty="0" err="1" smtClean="0"/>
              <a:t>karāḷi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You are Kali — the one who transcends time, and </a:t>
            </a:r>
            <a:r>
              <a:rPr lang="en-US" sz="4400" dirty="0" err="1" smtClean="0">
                <a:solidFill>
                  <a:srgbClr val="FFFF00"/>
                </a:solidFill>
              </a:rPr>
              <a:t>Mahakali</a:t>
            </a:r>
            <a:r>
              <a:rPr lang="en-US" sz="4400" dirty="0" smtClean="0">
                <a:solidFill>
                  <a:srgbClr val="FFFF00"/>
                </a:solidFill>
              </a:rPr>
              <a:t>, of immeasurable power and might. You are </a:t>
            </a:r>
            <a:r>
              <a:rPr lang="en-US" sz="4400" dirty="0" err="1" smtClean="0">
                <a:solidFill>
                  <a:srgbClr val="FFFF00"/>
                </a:solidFill>
              </a:rPr>
              <a:t>Karali</a:t>
            </a:r>
            <a:r>
              <a:rPr lang="en-US" sz="4400" dirty="0" smtClean="0">
                <a:solidFill>
                  <a:srgbClr val="FFFF00"/>
                </a:solidFill>
              </a:rPr>
              <a:t>, the fierce one who dispels all sorrow.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mūnnaḍiyāl</a:t>
            </a:r>
            <a:r>
              <a:rPr lang="en-US" sz="5400" dirty="0" smtClean="0"/>
              <a:t> </a:t>
            </a:r>
            <a:r>
              <a:rPr lang="en-US" sz="5400" dirty="0" err="1" smtClean="0"/>
              <a:t>mūnnu</a:t>
            </a:r>
            <a:r>
              <a:rPr lang="en-US" sz="5400" dirty="0" smtClean="0"/>
              <a:t> </a:t>
            </a:r>
            <a:r>
              <a:rPr lang="en-US" sz="5400" dirty="0" err="1" smtClean="0"/>
              <a:t>lōkam</a:t>
            </a:r>
            <a:r>
              <a:rPr lang="en-US" sz="5400" dirty="0" smtClean="0"/>
              <a:t> </a:t>
            </a:r>
            <a:r>
              <a:rPr lang="en-US" sz="5400" dirty="0" err="1" smtClean="0"/>
              <a:t>aḷannu</a:t>
            </a:r>
            <a:r>
              <a:rPr lang="en-US" sz="5400" dirty="0" smtClean="0"/>
              <a:t> </a:t>
            </a:r>
            <a:r>
              <a:rPr lang="en-US" sz="5400" dirty="0" err="1" smtClean="0"/>
              <a:t>vāmanan</a:t>
            </a:r>
            <a:r>
              <a:rPr lang="en-US" sz="5400" dirty="0" smtClean="0"/>
              <a:t> – </a:t>
            </a:r>
            <a:r>
              <a:rPr lang="en-US" sz="5400" dirty="0" err="1" smtClean="0"/>
              <a:t>ōhō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mūvulakam</a:t>
            </a:r>
            <a:r>
              <a:rPr lang="en-US" sz="5400" dirty="0" smtClean="0"/>
              <a:t> </a:t>
            </a:r>
            <a:r>
              <a:rPr lang="en-US" sz="5400" dirty="0" err="1" smtClean="0"/>
              <a:t>mizhimunayāl</a:t>
            </a:r>
            <a:r>
              <a:rPr lang="en-US" sz="5400" dirty="0" smtClean="0"/>
              <a:t> </a:t>
            </a:r>
            <a:r>
              <a:rPr lang="en-US" sz="5400" dirty="0" err="1" smtClean="0"/>
              <a:t>aḷanna</a:t>
            </a:r>
            <a:r>
              <a:rPr lang="en-US" sz="5400" dirty="0" smtClean="0"/>
              <a:t> </a:t>
            </a:r>
            <a:r>
              <a:rPr lang="en-US" sz="5400" dirty="0" err="1" smtClean="0"/>
              <a:t>tāy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err="1" smtClean="0">
                <a:solidFill>
                  <a:srgbClr val="FFFF00"/>
                </a:solidFill>
              </a:rPr>
              <a:t>Vamana</a:t>
            </a:r>
            <a:r>
              <a:rPr lang="en-US" sz="4400" dirty="0" smtClean="0">
                <a:solidFill>
                  <a:srgbClr val="FFFF00"/>
                </a:solidFill>
              </a:rPr>
              <a:t> measured the three worlds in just three steps — but you, O Mother, measured them with a mere glance from the corner of your eye.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mukkaṇṇane</a:t>
            </a:r>
            <a:r>
              <a:rPr lang="en-US" sz="5400" dirty="0" smtClean="0"/>
              <a:t> </a:t>
            </a:r>
            <a:r>
              <a:rPr lang="en-US" sz="5400" dirty="0" err="1" smtClean="0"/>
              <a:t>mūkanākki</a:t>
            </a:r>
            <a:r>
              <a:rPr lang="en-US" sz="5400" dirty="0" smtClean="0"/>
              <a:t> </a:t>
            </a:r>
            <a:r>
              <a:rPr lang="en-US" sz="5400" dirty="0" err="1" smtClean="0"/>
              <a:t>bharaṇa-nipuṇa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mūvulakin</a:t>
            </a:r>
            <a:r>
              <a:rPr lang="en-US" sz="5400" dirty="0" smtClean="0"/>
              <a:t> </a:t>
            </a:r>
            <a:r>
              <a:rPr lang="en-US" sz="5400" dirty="0" err="1" smtClean="0"/>
              <a:t>adhipatiyāy</a:t>
            </a:r>
            <a:r>
              <a:rPr lang="en-US" sz="5400" dirty="0" smtClean="0"/>
              <a:t> </a:t>
            </a:r>
            <a:r>
              <a:rPr lang="en-US" sz="5400" dirty="0" err="1" smtClean="0"/>
              <a:t>annapūrṇṇa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You are the great Empress who silenced even three-eyed Shiva. O </a:t>
            </a:r>
            <a:r>
              <a:rPr lang="en-US" sz="4800" dirty="0" err="1" smtClean="0">
                <a:solidFill>
                  <a:srgbClr val="FFFF00"/>
                </a:solidFill>
              </a:rPr>
              <a:t>Annapoorna</a:t>
            </a:r>
            <a:r>
              <a:rPr lang="en-US" sz="4800" dirty="0" smtClean="0">
                <a:solidFill>
                  <a:srgbClr val="FFFF00"/>
                </a:solidFill>
              </a:rPr>
              <a:t>, you became the sovereign of the three worlds.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mahāmāyē</a:t>
            </a:r>
            <a:r>
              <a:rPr lang="en-US" sz="6000" dirty="0" smtClean="0"/>
              <a:t>… ī</a:t>
            </a:r>
            <a:br>
              <a:rPr lang="en-US" sz="6000" dirty="0" smtClean="0"/>
            </a:br>
            <a:r>
              <a:rPr lang="en-US" sz="6000" dirty="0" err="1" smtClean="0"/>
              <a:t>lōkam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mayakkiḍunna</a:t>
            </a:r>
            <a:r>
              <a:rPr lang="en-US" sz="6000" dirty="0" smtClean="0"/>
              <a:t> </a:t>
            </a:r>
            <a:r>
              <a:rPr lang="en-US" sz="6000" dirty="0" err="1" smtClean="0"/>
              <a:t>tāyē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ōhō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Mother, you are </a:t>
            </a:r>
            <a:r>
              <a:rPr lang="en-US" sz="5400" dirty="0" err="1" smtClean="0">
                <a:solidFill>
                  <a:srgbClr val="FFFF00"/>
                </a:solidFill>
              </a:rPr>
              <a:t>Mahamaya</a:t>
            </a:r>
            <a:r>
              <a:rPr lang="en-US" sz="5400" dirty="0" smtClean="0">
                <a:solidFill>
                  <a:srgbClr val="FFFF00"/>
                </a:solidFill>
              </a:rPr>
              <a:t> — the great divine Illusion, enchanting and deluding the entire world.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kaḍamizhiyāl</a:t>
            </a:r>
            <a:r>
              <a:rPr lang="en-US" sz="6000" dirty="0" smtClean="0"/>
              <a:t> </a:t>
            </a:r>
            <a:r>
              <a:rPr lang="en-US" sz="6000" dirty="0" err="1" smtClean="0"/>
              <a:t>eytu</a:t>
            </a:r>
            <a:r>
              <a:rPr lang="en-US" sz="6000" dirty="0" smtClean="0"/>
              <a:t> </a:t>
            </a:r>
            <a:r>
              <a:rPr lang="en-US" sz="6000" dirty="0" err="1" smtClean="0"/>
              <a:t>ende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iḷakki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ahā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alakaḷ-ārnna</a:t>
            </a:r>
            <a:r>
              <a:rPr lang="en-US" sz="6000" dirty="0" smtClean="0"/>
              <a:t> </a:t>
            </a:r>
            <a:r>
              <a:rPr lang="en-US" sz="6000" dirty="0" err="1" smtClean="0"/>
              <a:t>mana-sarassin</a:t>
            </a:r>
            <a:r>
              <a:rPr lang="en-US" sz="6000" dirty="0" smtClean="0"/>
              <a:t> </a:t>
            </a:r>
            <a:r>
              <a:rPr lang="en-US" sz="6000" dirty="0" err="1" smtClean="0"/>
              <a:t>malam</a:t>
            </a:r>
            <a:r>
              <a:rPr lang="en-US" sz="6000" dirty="0" smtClean="0"/>
              <a:t> </a:t>
            </a:r>
            <a:r>
              <a:rPr lang="en-US" sz="6000" dirty="0" err="1" smtClean="0"/>
              <a:t>akaṫṫi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You shot an arrow from the corner of your eye and churned the depths of my mind. You cleansed the restless waves in the lake of my heart.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madhu</a:t>
            </a:r>
            <a:r>
              <a:rPr lang="en-US" sz="5400" dirty="0" smtClean="0"/>
              <a:t> </a:t>
            </a:r>
            <a:r>
              <a:rPr lang="en-US" sz="5400" dirty="0" err="1" smtClean="0"/>
              <a:t>ozhukum</a:t>
            </a:r>
            <a:r>
              <a:rPr lang="en-US" sz="5400" dirty="0" smtClean="0"/>
              <a:t> </a:t>
            </a:r>
            <a:r>
              <a:rPr lang="en-US" sz="5400" dirty="0" err="1" smtClean="0"/>
              <a:t>mozhi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malarāl</a:t>
            </a:r>
            <a:r>
              <a:rPr lang="en-US" sz="5400" dirty="0" smtClean="0"/>
              <a:t> madam </a:t>
            </a:r>
            <a:r>
              <a:rPr lang="en-US" sz="5400" dirty="0" err="1" smtClean="0"/>
              <a:t>aḍakki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hāy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sudha</a:t>
            </a:r>
            <a:r>
              <a:rPr lang="en-US" sz="5400" dirty="0" smtClean="0"/>
              <a:t> </a:t>
            </a:r>
            <a:r>
              <a:rPr lang="en-US" sz="5400" dirty="0" err="1" smtClean="0"/>
              <a:t>pakarum</a:t>
            </a:r>
            <a:r>
              <a:rPr lang="en-US" sz="5400" dirty="0" smtClean="0"/>
              <a:t> </a:t>
            </a:r>
            <a:r>
              <a:rPr lang="en-US" sz="5400" dirty="0" err="1" smtClean="0"/>
              <a:t>oru</a:t>
            </a:r>
            <a:r>
              <a:rPr lang="en-US" sz="5400" dirty="0" smtClean="0"/>
              <a:t> </a:t>
            </a:r>
            <a:r>
              <a:rPr lang="en-US" sz="5400" dirty="0" err="1" smtClean="0"/>
              <a:t>ciriyāl</a:t>
            </a:r>
            <a:r>
              <a:rPr lang="en-US" sz="5400" dirty="0" smtClean="0"/>
              <a:t> </a:t>
            </a:r>
            <a:r>
              <a:rPr lang="en-US" sz="5400" dirty="0" err="1" smtClean="0"/>
              <a:t>manam</a:t>
            </a:r>
            <a:r>
              <a:rPr lang="en-US" sz="5400" dirty="0" smtClean="0"/>
              <a:t> </a:t>
            </a:r>
            <a:r>
              <a:rPr lang="en-US" sz="5400" dirty="0" err="1" smtClean="0"/>
              <a:t>mayakki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With words as sweet as flowing honey, you humbled my pride. With a smile full of bliss, you captivated my soul.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mahāmāyē</a:t>
            </a:r>
            <a:r>
              <a:rPr lang="en-US" sz="6000" dirty="0" smtClean="0"/>
              <a:t>… ī</a:t>
            </a:r>
            <a:br>
              <a:rPr lang="en-US" sz="6000" dirty="0" smtClean="0"/>
            </a:br>
            <a:r>
              <a:rPr lang="en-US" sz="6000" dirty="0" err="1" smtClean="0"/>
              <a:t>lōkam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mayakkiḍunna</a:t>
            </a:r>
            <a:r>
              <a:rPr lang="en-US" sz="6000" dirty="0" smtClean="0"/>
              <a:t> </a:t>
            </a:r>
            <a:r>
              <a:rPr lang="en-US" sz="6000" dirty="0" err="1" smtClean="0"/>
              <a:t>tāyē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ōhō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Mother, you are </a:t>
            </a:r>
            <a:r>
              <a:rPr lang="en-US" sz="5400" dirty="0" err="1" smtClean="0">
                <a:solidFill>
                  <a:srgbClr val="FFFF00"/>
                </a:solidFill>
              </a:rPr>
              <a:t>Mahamaya</a:t>
            </a:r>
            <a:r>
              <a:rPr lang="en-US" sz="5400" dirty="0" smtClean="0">
                <a:solidFill>
                  <a:srgbClr val="FFFF00"/>
                </a:solidFill>
              </a:rPr>
              <a:t> — the great divine Illusion, enchanting and deluding the entire world.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trimūrtti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mahēśi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mahādēvi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– </a:t>
            </a:r>
            <a:r>
              <a:rPr lang="en-US" sz="5400" dirty="0" err="1" smtClean="0"/>
              <a:t>ellā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jīvanum</a:t>
            </a:r>
            <a:r>
              <a:rPr lang="en-US" sz="5400" dirty="0" smtClean="0"/>
              <a:t> </a:t>
            </a:r>
            <a:r>
              <a:rPr lang="en-US" sz="5400" dirty="0" err="1" smtClean="0"/>
              <a:t>jagattum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parabrahmavum</a:t>
            </a:r>
            <a:r>
              <a:rPr lang="en-US" sz="5400" dirty="0" smtClean="0"/>
              <a:t> </a:t>
            </a:r>
            <a:r>
              <a:rPr lang="en-US" sz="5400" dirty="0" err="1" smtClean="0"/>
              <a:t>nīyē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Great Goddess, you are Brahma, Vishnu, and Shiva — you are all that exists, both the individual soul and the entire universe. . Mother, you are the Absolute Reality;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allātī</a:t>
            </a:r>
            <a:r>
              <a:rPr lang="en-US" sz="5400" dirty="0" smtClean="0"/>
              <a:t> </a:t>
            </a:r>
            <a:r>
              <a:rPr lang="en-US" sz="5400" dirty="0" err="1" smtClean="0"/>
              <a:t>mūvulakil</a:t>
            </a:r>
            <a:r>
              <a:rPr lang="en-US" sz="5400" dirty="0" smtClean="0"/>
              <a:t> </a:t>
            </a:r>
            <a:r>
              <a:rPr lang="en-US" sz="5400" dirty="0" err="1" smtClean="0"/>
              <a:t>ārum</a:t>
            </a:r>
            <a:r>
              <a:rPr lang="en-US" sz="5400" dirty="0" smtClean="0"/>
              <a:t> </a:t>
            </a:r>
            <a:r>
              <a:rPr lang="en-US" sz="5400" dirty="0" err="1" smtClean="0"/>
              <a:t>illammē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satyam</a:t>
            </a:r>
            <a:r>
              <a:rPr lang="en-US" sz="5400" dirty="0" smtClean="0"/>
              <a:t> </a:t>
            </a:r>
            <a:r>
              <a:rPr lang="en-US" sz="5400" dirty="0" err="1" smtClean="0"/>
              <a:t>bōdhippicciḍātta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mahāmāyayum</a:t>
            </a:r>
            <a:r>
              <a:rPr lang="en-US" sz="5400" dirty="0" smtClean="0"/>
              <a:t> </a:t>
            </a:r>
            <a:r>
              <a:rPr lang="en-US" sz="5400" dirty="0" err="1" smtClean="0"/>
              <a:t>nīyē</a:t>
            </a:r>
            <a:r>
              <a:rPr lang="en-US" sz="5400" dirty="0" smtClean="0"/>
              <a:t>/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there is none other for me in this world. You are </a:t>
            </a:r>
            <a:r>
              <a:rPr lang="en-US" sz="4800" dirty="0" err="1" smtClean="0">
                <a:solidFill>
                  <a:srgbClr val="FFFF00"/>
                </a:solidFill>
              </a:rPr>
              <a:t>Mahamaya</a:t>
            </a:r>
            <a:r>
              <a:rPr lang="en-US" sz="4800" dirty="0" smtClean="0">
                <a:solidFill>
                  <a:srgbClr val="FFFF00"/>
                </a:solidFill>
              </a:rPr>
              <a:t> — the Great Divine Illusion who veils the truth from mortal eyes.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mahāmāyē</a:t>
            </a:r>
            <a:r>
              <a:rPr lang="en-US" sz="6000" dirty="0" smtClean="0"/>
              <a:t>… ī</a:t>
            </a:r>
            <a:br>
              <a:rPr lang="en-US" sz="6000" dirty="0" smtClean="0"/>
            </a:br>
            <a:r>
              <a:rPr lang="en-US" sz="6000" dirty="0" err="1" smtClean="0"/>
              <a:t>lōkam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mayakkiḍunna</a:t>
            </a:r>
            <a:r>
              <a:rPr lang="en-US" sz="6000" dirty="0" smtClean="0"/>
              <a:t> </a:t>
            </a:r>
            <a:r>
              <a:rPr lang="en-US" sz="6000" dirty="0" err="1" smtClean="0"/>
              <a:t>tāyē</a:t>
            </a:r>
            <a:r>
              <a:rPr lang="en-US" sz="6000" dirty="0" smtClean="0"/>
              <a:t>… </a:t>
            </a:r>
            <a:r>
              <a:rPr lang="en-US" sz="6000" dirty="0" err="1" smtClean="0"/>
              <a:t>ōhō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Mother, you are </a:t>
            </a:r>
            <a:r>
              <a:rPr lang="en-US" sz="5400" dirty="0" err="1" smtClean="0">
                <a:solidFill>
                  <a:srgbClr val="FFFF00"/>
                </a:solidFill>
              </a:rPr>
              <a:t>Mahamaya</a:t>
            </a:r>
            <a:r>
              <a:rPr lang="en-US" sz="5400" dirty="0" smtClean="0">
                <a:solidFill>
                  <a:srgbClr val="FFFF00"/>
                </a:solidFill>
              </a:rPr>
              <a:t> — the great divine Illusion, enchanting and deluding the entire world.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344</Words>
  <Application>Microsoft Office PowerPoint</Application>
  <PresentationFormat>On-screen Show (4:3)</PresentationFormat>
  <Paragraphs>37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māyē… mahāmāyē… ī lōkam ellām</vt:lpstr>
      <vt:lpstr>māyē… mahāmāyē… ī lōkam ellām mayakkiḍunna tāyē… ōhō</vt:lpstr>
      <vt:lpstr>kāḷi… mahākāḷi… śōkam ellām akaṫṫiḍum karāḷi</vt:lpstr>
      <vt:lpstr>mūnnaḍiyāl mūnnu lōkam aḷannu vāmanan – ōhō mūvulakam mizhimunayāl aḷanna tāy nī</vt:lpstr>
      <vt:lpstr>mukkaṇṇane mūkanākki bharaṇa-nipuṇa nī mūvulakin adhipatiyāy annapūrṇṇa nī</vt:lpstr>
      <vt:lpstr>māyē… mahāmāyē… ī lōkam ellām mayakkiḍunna tāyē… ōhō</vt:lpstr>
      <vt:lpstr>kaḍamizhiyāl eytu ende manam iḷakki nī ahā alakaḷ-ārnna mana-sarassin malam akaṫṫi nī</vt:lpstr>
      <vt:lpstr>madhu ozhukum mozhi malarāl madam aḍakki nī hāy sudha pakarum oru ciriyāl manam mayakki nī</vt:lpstr>
      <vt:lpstr>māyē… mahāmāyē… ī lōkam ellām mayakkiḍunna tāyē… ōhō</vt:lpstr>
      <vt:lpstr>trimūrtti nī mahēśi nī mahādēvi nī – ellā jīvanum jagattum parabrahmavum nīyē</vt:lpstr>
      <vt:lpstr>nī allātī mūvulakil ārum illammē satyam bōdhippicciḍātta mahāmāyayum nīyē/</vt:lpstr>
      <vt:lpstr>māyē… mahāmāyē… ī lōkam ellām mayakkiḍunna tāyē… ōhō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2025-07-30T12:04:36Z</dcterms:modified>
</cp:coreProperties>
</file>