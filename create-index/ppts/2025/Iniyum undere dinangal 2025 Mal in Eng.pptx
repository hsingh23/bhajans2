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7C15F-D0EF-4765-8676-E57884DA8E8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C0A1E-25A5-4882-A365-D60A19EC3E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iniyum uṇḍēṙe dinaṅgaḷ enikk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iniyum uṇḍēṙe dinaṅgaḷ enikk-ennu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anudinam collunnor-en manassē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Each day, my mind reminds me that I still have a long life to live.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aṙiyumō jīvande avadhiyī bhūmiyil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avivēka-rūpanām nī mozhiyū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But O mind, you are the very embodiment of ignorance—how can you possibly know the lifespan of this jiva on earth?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kuḍilata nī nin svarūpam ākki jīva-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gati ēṙe yātanāpūrṇṇam ākki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You have made deception your very nature and filled my path with suffering.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dharmārttha-kāma-mōkṣaṅgaḷ vidūramām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svapnam ākki, kālam vyartham ākki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A life of dharma—meant to bring prosperity, the fulfilment of desires, and ultimate liberation—you have turned into a distant, fading dream. You have squandered all my time.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paṙayuka nī etra mānava-janmaṅgaḷ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patitam ākki pāram viphalam ākki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Tell me—how many lifetimes have you wasted, dragging me down?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paṙayuka sārthakam ākēṇḍ-orījanmam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itu nī tulaykkuvān mōhippatō? 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Will you ruin this one too—this life, meant for the realization of my true Self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oru noḍi nī onnu tiriyukillē ninde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vikala-svabhāvam veḍiyukillē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Will you not turn inward, even for a moment? Cast aside this contrary nature of yours.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sahajāvabōdhattil aliyukille? svātma-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sukha-makarandam nukarukillē?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you not merge into your true essence—pure awareness? Will you not taste the nectar of infinite bliss?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191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iniyum uṇḍēṙe dinaṅgaḷ enikk</vt:lpstr>
      <vt:lpstr>iniyum uṇḍēṙe dinaṅgaḷ enikk-ennu anudinam collunnor-en manassē</vt:lpstr>
      <vt:lpstr>aṙiyumō jīvande avadhiyī bhūmiyil avivēka-rūpanām nī mozhiyū</vt:lpstr>
      <vt:lpstr>kuḍilata nī nin svarūpam ākki jīva- gati ēṙe yātanāpūrṇṇam ākki</vt:lpstr>
      <vt:lpstr>dharmārttha-kāma-mōkṣaṅgaḷ vidūramām svapnam ākki, kālam vyartham ākki</vt:lpstr>
      <vt:lpstr>paṙayuka nī etra mānava-janmaṅgaḷ patitam ākki pāram viphalam ākki</vt:lpstr>
      <vt:lpstr>paṙayuka sārthakam ākēṇḍ-orījanmam itu nī tulaykkuvān mōhippatō? </vt:lpstr>
      <vt:lpstr>oru noḍi nī onnu tiriyukillē ninde vikala-svabhāvam veḍiyukillē</vt:lpstr>
      <vt:lpstr>sahajāvabōdhattil aliyukille? svātma- sukha-makarandam nukarukillē?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iniyum uṇḍēṙe dinaṅgaḷ enikk</dc:title>
  <dc:creator>Amrita</dc:creator>
  <cp:lastModifiedBy>Amrita</cp:lastModifiedBy>
  <cp:revision>1</cp:revision>
  <dcterms:created xsi:type="dcterms:W3CDTF">2025-06-09T10:07:23Z</dcterms:created>
  <dcterms:modified xsi:type="dcterms:W3CDTF">2025-06-09T10:09:34Z</dcterms:modified>
</cp:coreProperties>
</file>