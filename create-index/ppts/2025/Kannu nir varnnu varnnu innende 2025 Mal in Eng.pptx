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74D2B-3869-4367-9669-0D41046805E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8A598-2F12-4E7B-B05C-DE7C58C09C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kaṇṇunīr vārnnu vārnn-innende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kaṇṇunīr vārnnu vārnn-innende kaṇṇiṇa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kaṇṇande niṙam ārnnu… śyāma-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varṇṇande niṙam ārnnu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Tears streaming endlessly from my eyes have turned my lids the dark hue of my Lord.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kaṇṇunīrāl oru sāgaram tīrkkāte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karuṇakkaḍal ozhukkū kaṇṇā karuṇakkaḍal ozhukkū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 not wait for me to weep an ocean of tears, O Krishna, let your ocean of compassion flow toward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muraḷīdharā ninde padatāru tēḍi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padayātrayāyitā bhagavānē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padayātrayāyitā bhagavānē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O Bearer of the flute, I journey on foot, seeking your lotus feet, O Bhagavan.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āruṇḍī ēzhaye pālikkān ippāril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giridhārī nī allāt-āruṇḍu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giridhārī nī allāt-āruṇḍu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Who else in this world will care for this wretched one, but you—the One who lifted Govardhana?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maṅgaḷa dēvā! en saṅkaḍam tīrkkuvān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saṅkōcam entinu sarvēśvarā…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saṅkōcam entinu sarvēśvarā…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Most Auspicious Lord, why do you hesitate to end my sorrows? Supreme God, why do you delay?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kazhal paṅkajam tannōḍu vērpeṭṭa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jīvitam maṅgaḷamalla dēvā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jīvitam maṅgaḷamalla dēvā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A life apart from your lotus feet is full of misery— O Deva, it is truly inauspicious.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kaṇṇā… kaḍalvarṇṇā… mukilvarṇṇā… maṇivarṇṇā…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Krishna, whose hue is that of the ocean, of dark monsoon clouds, and the deep blue sapphire…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kaṇṇunīr vārnnu vārnn-innende</vt:lpstr>
      <vt:lpstr>kaṇṇunīr vārnnu vārnn-innende kaṇṇiṇa kaṇṇande niṙam ārnnu… śyāma- varṇṇande niṙam ārnnu</vt:lpstr>
      <vt:lpstr>kaṇṇunīrāl oru sāgaram tīrkkāte karuṇakkaḍal ozhukkū kaṇṇā karuṇakkaḍal ozhukkū</vt:lpstr>
      <vt:lpstr>muraḷīdharā ninde padatāru tēḍi ñān padayātrayāyitā bhagavānē padayātrayāyitā bhagavānē</vt:lpstr>
      <vt:lpstr>āruṇḍī ēzhaye pālikkān ippāril giridhārī nī allāt-āruṇḍu giridhārī nī allāt-āruṇḍu</vt:lpstr>
      <vt:lpstr>maṅgaḷa dēvā! en saṅkaḍam tīrkkuvān saṅkōcam entinu sarvēśvarā… saṅkōcam entinu sarvēśvarā…</vt:lpstr>
      <vt:lpstr>nin kazhal paṅkajam tannōḍu vērpeṭṭa jīvitam maṅgaḷamalla dēvā jīvitam maṅgaḷamalla dēvā</vt:lpstr>
      <vt:lpstr>kaṇṇā… kaḍalvarṇṇā… mukilvarṇṇā… maṇivarṇṇā…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kaṇṇunīr vārnnu vārnn-innende</dc:title>
  <dc:creator>Amrita</dc:creator>
  <cp:lastModifiedBy>Amrita</cp:lastModifiedBy>
  <cp:revision>1</cp:revision>
  <dcterms:created xsi:type="dcterms:W3CDTF">2025-06-06T08:40:32Z</dcterms:created>
  <dcterms:modified xsi:type="dcterms:W3CDTF">2025-06-06T08:42:07Z</dcterms:modified>
</cp:coreProperties>
</file>