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6" r:id="rId2"/>
    <p:sldId id="294" r:id="rId3"/>
    <p:sldId id="290" r:id="rId4"/>
    <p:sldId id="289" r:id="rId5"/>
    <p:sldId id="291" r:id="rId6"/>
    <p:sldId id="287" r:id="rId7"/>
    <p:sldId id="292" r:id="rId8"/>
    <p:sldId id="288" r:id="rId9"/>
    <p:sldId id="29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65" d="100"/>
          <a:sy n="65" d="100"/>
        </p:scale>
        <p:origin x="-147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maṇicceppu</a:t>
            </a:r>
            <a:r>
              <a:rPr lang="en-US" sz="5400" dirty="0" smtClean="0"/>
              <a:t> </a:t>
            </a:r>
            <a:r>
              <a:rPr lang="en-US" sz="5400" dirty="0" err="1" smtClean="0"/>
              <a:t>tuṙakkave</a:t>
            </a:r>
            <a:r>
              <a:rPr lang="en-US" sz="5400" dirty="0" smtClean="0"/>
              <a:t> </a:t>
            </a:r>
            <a:r>
              <a:rPr lang="en-US" sz="5400" dirty="0" err="1" smtClean="0"/>
              <a:t>orikkal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2025 </a:t>
            </a:r>
            <a:r>
              <a:rPr lang="en-US" sz="6000" smtClean="0">
                <a:solidFill>
                  <a:srgbClr val="FFFF00"/>
                </a:solidFill>
              </a:rPr>
              <a:t>(Malayalam)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maṇicceppu</a:t>
            </a:r>
            <a:r>
              <a:rPr lang="en-US" sz="5400" dirty="0" smtClean="0"/>
              <a:t> </a:t>
            </a:r>
            <a:r>
              <a:rPr lang="en-US" sz="5400" dirty="0" err="1" smtClean="0"/>
              <a:t>tuṙakkave</a:t>
            </a:r>
            <a:r>
              <a:rPr lang="en-US" sz="5400" dirty="0" smtClean="0"/>
              <a:t> </a:t>
            </a:r>
            <a:r>
              <a:rPr lang="en-US" sz="5400" dirty="0" err="1" smtClean="0"/>
              <a:t>orikkal</a:t>
            </a:r>
            <a:r>
              <a:rPr lang="en-US" sz="5400" dirty="0" smtClean="0"/>
              <a:t> </a:t>
            </a:r>
            <a:r>
              <a:rPr lang="en-US" sz="5400" dirty="0" err="1" smtClean="0"/>
              <a:t>mazhamukilvarṇṇan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makuḍattil</a:t>
            </a:r>
            <a:r>
              <a:rPr lang="en-US" sz="5400" dirty="0" smtClean="0"/>
              <a:t> </a:t>
            </a:r>
            <a:r>
              <a:rPr lang="en-US" sz="5400" dirty="0" err="1" smtClean="0"/>
              <a:t>cūḍiya</a:t>
            </a:r>
            <a:r>
              <a:rPr lang="en-US" sz="5400" dirty="0" smtClean="0"/>
              <a:t> </a:t>
            </a:r>
            <a:r>
              <a:rPr lang="en-US" sz="5400" dirty="0" err="1" smtClean="0"/>
              <a:t>mayilppīli</a:t>
            </a:r>
            <a:r>
              <a:rPr lang="en-US" sz="5400" dirty="0" smtClean="0"/>
              <a:t> </a:t>
            </a:r>
            <a:r>
              <a:rPr lang="en-US" sz="5400" dirty="0" err="1" smtClean="0"/>
              <a:t>kāṇke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When I opened my treasure chest, seeing the peacock feather Krishna had worn on his crown,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maṙannu</a:t>
            </a:r>
            <a:r>
              <a:rPr lang="en-US" sz="5400" dirty="0" smtClean="0"/>
              <a:t> </a:t>
            </a:r>
            <a:r>
              <a:rPr lang="en-US" sz="5400" dirty="0" err="1" smtClean="0"/>
              <a:t>ñān</a:t>
            </a:r>
            <a:r>
              <a:rPr lang="en-US" sz="5400" dirty="0" smtClean="0"/>
              <a:t> </a:t>
            </a:r>
            <a:r>
              <a:rPr lang="en-US" sz="5400" dirty="0" err="1" smtClean="0"/>
              <a:t>svayam</a:t>
            </a:r>
            <a:r>
              <a:rPr lang="en-US" sz="5400" dirty="0" smtClean="0"/>
              <a:t> </a:t>
            </a:r>
            <a:r>
              <a:rPr lang="en-US" sz="5400" dirty="0" err="1" smtClean="0"/>
              <a:t>innu</a:t>
            </a:r>
            <a:r>
              <a:rPr lang="en-US" sz="5400" dirty="0" smtClean="0"/>
              <a:t> </a:t>
            </a:r>
            <a:r>
              <a:rPr lang="en-US" sz="5400" dirty="0" err="1" smtClean="0"/>
              <a:t>mādhavanēkiya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manōjñamām</a:t>
            </a:r>
            <a:r>
              <a:rPr lang="en-US" sz="5400" dirty="0" smtClean="0"/>
              <a:t> </a:t>
            </a:r>
            <a:r>
              <a:rPr lang="en-US" sz="5400" dirty="0" err="1" smtClean="0"/>
              <a:t>nimiṣaṅgaḷ</a:t>
            </a:r>
            <a:r>
              <a:rPr lang="en-US" sz="5400" dirty="0" smtClean="0"/>
              <a:t> </a:t>
            </a:r>
            <a:r>
              <a:rPr lang="en-US" sz="5400" dirty="0" err="1" smtClean="0"/>
              <a:t>ōrttirunnu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 </a:t>
            </a:r>
            <a:r>
              <a:rPr lang="en-US" sz="6000" dirty="0" smtClean="0">
                <a:solidFill>
                  <a:srgbClr val="FFFF00"/>
                </a:solidFill>
              </a:rPr>
              <a:t>forgot myself in the reverie of the sweet moments he gifted to me.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smṛticceppu</a:t>
            </a:r>
            <a:r>
              <a:rPr lang="en-US" sz="6000" dirty="0" smtClean="0"/>
              <a:t> </a:t>
            </a:r>
            <a:r>
              <a:rPr lang="en-US" sz="6000" dirty="0" err="1" smtClean="0"/>
              <a:t>tuṙakkumō</a:t>
            </a:r>
            <a:r>
              <a:rPr lang="en-US" sz="6000" dirty="0" smtClean="0"/>
              <a:t> ‘</a:t>
            </a:r>
            <a:r>
              <a:rPr lang="en-US" sz="6000" dirty="0" err="1" smtClean="0"/>
              <a:t>mathuraykku</a:t>
            </a:r>
            <a:r>
              <a:rPr lang="en-US" sz="6000" dirty="0" smtClean="0"/>
              <a:t> </a:t>
            </a:r>
            <a:r>
              <a:rPr lang="en-US" sz="6000" dirty="0" err="1" smtClean="0"/>
              <a:t>rājan</a:t>
            </a:r>
            <a:r>
              <a:rPr lang="en-US" sz="6000" dirty="0" smtClean="0"/>
              <a:t>’ </a:t>
            </a:r>
            <a:r>
              <a:rPr lang="en-US" sz="6000" dirty="0" err="1" smtClean="0"/>
              <a:t>avan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niṙamaṫṫī</a:t>
            </a:r>
            <a:r>
              <a:rPr lang="en-US" sz="6000" dirty="0" smtClean="0"/>
              <a:t> </a:t>
            </a:r>
            <a:r>
              <a:rPr lang="en-US" sz="6000" dirty="0" err="1" smtClean="0"/>
              <a:t>mayilppīli</a:t>
            </a:r>
            <a:r>
              <a:rPr lang="en-US" sz="6000" dirty="0" smtClean="0"/>
              <a:t> </a:t>
            </a:r>
            <a:r>
              <a:rPr lang="en-US" sz="6000" dirty="0" err="1" smtClean="0"/>
              <a:t>manam</a:t>
            </a:r>
            <a:r>
              <a:rPr lang="en-US" sz="6000" dirty="0" smtClean="0"/>
              <a:t> </a:t>
            </a:r>
            <a:r>
              <a:rPr lang="en-US" sz="6000" dirty="0" err="1" smtClean="0"/>
              <a:t>kāṇumō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Will the Lord of Mathura unlock his chest of memories and remember this heart, now a faded peacock feather?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jalamiṫṫu</a:t>
            </a:r>
            <a:r>
              <a:rPr lang="en-US" sz="6000" dirty="0" smtClean="0"/>
              <a:t> </a:t>
            </a:r>
            <a:r>
              <a:rPr lang="en-US" sz="6000" dirty="0" err="1" smtClean="0"/>
              <a:t>mizhikaḷil</a:t>
            </a:r>
            <a:r>
              <a:rPr lang="en-US" sz="6000" dirty="0" smtClean="0"/>
              <a:t> </a:t>
            </a:r>
            <a:r>
              <a:rPr lang="en-US" sz="6000" dirty="0" err="1" smtClean="0"/>
              <a:t>niṙayumō</a:t>
            </a:r>
            <a:r>
              <a:rPr lang="en-US" sz="6000" dirty="0" smtClean="0"/>
              <a:t> </a:t>
            </a:r>
            <a:r>
              <a:rPr lang="en-US" sz="6000" dirty="0" err="1" smtClean="0"/>
              <a:t>kuḷirēkum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iḷam</a:t>
            </a:r>
            <a:r>
              <a:rPr lang="en-US" sz="6000" dirty="0" smtClean="0"/>
              <a:t> </a:t>
            </a:r>
            <a:r>
              <a:rPr lang="en-US" sz="6000" dirty="0" err="1" smtClean="0"/>
              <a:t>tennalāy</a:t>
            </a:r>
            <a:r>
              <a:rPr lang="en-US" sz="6000" dirty="0" smtClean="0"/>
              <a:t> </a:t>
            </a:r>
            <a:r>
              <a:rPr lang="en-US" sz="6000" dirty="0" err="1" smtClean="0"/>
              <a:t>iha</a:t>
            </a:r>
            <a:r>
              <a:rPr lang="en-US" sz="6000" dirty="0" smtClean="0"/>
              <a:t> </a:t>
            </a:r>
            <a:r>
              <a:rPr lang="en-US" sz="6000" dirty="0" err="1" smtClean="0"/>
              <a:t>niṙaññīḍumō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Will </a:t>
            </a:r>
            <a:r>
              <a:rPr lang="en-US" sz="6600" dirty="0" smtClean="0">
                <a:solidFill>
                  <a:srgbClr val="FFFF00"/>
                </a:solidFill>
              </a:rPr>
              <a:t>his eyes fill up with tears, will he come to me as a gentle breeze?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mathuraykku</a:t>
            </a:r>
            <a:r>
              <a:rPr lang="en-US" sz="5400" dirty="0" smtClean="0"/>
              <a:t> </a:t>
            </a:r>
            <a:r>
              <a:rPr lang="en-US" sz="5400" dirty="0" err="1" smtClean="0"/>
              <a:t>madhuram</a:t>
            </a:r>
            <a:r>
              <a:rPr lang="en-US" sz="5400" dirty="0" smtClean="0"/>
              <a:t> </a:t>
            </a:r>
            <a:r>
              <a:rPr lang="en-US" sz="5400" dirty="0" err="1" smtClean="0"/>
              <a:t>sumadhuram</a:t>
            </a:r>
            <a:r>
              <a:rPr lang="en-US" sz="5400" dirty="0" smtClean="0"/>
              <a:t> </a:t>
            </a:r>
            <a:r>
              <a:rPr lang="en-US" sz="5400" dirty="0" err="1" smtClean="0"/>
              <a:t>pakarunnōn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adharam</a:t>
            </a:r>
            <a:r>
              <a:rPr lang="en-US" sz="5400" dirty="0" smtClean="0"/>
              <a:t> </a:t>
            </a:r>
            <a:r>
              <a:rPr lang="en-US" sz="5400" dirty="0" err="1" smtClean="0"/>
              <a:t>dhariccayā</a:t>
            </a:r>
            <a:r>
              <a:rPr lang="en-US" sz="5400" dirty="0" smtClean="0"/>
              <a:t> </a:t>
            </a:r>
            <a:r>
              <a:rPr lang="en-US" sz="5400" dirty="0" err="1" smtClean="0"/>
              <a:t>muraḷika</a:t>
            </a:r>
            <a:r>
              <a:rPr lang="en-US" sz="5400" dirty="0" smtClean="0"/>
              <a:t> </a:t>
            </a:r>
            <a:r>
              <a:rPr lang="en-US" sz="5400" dirty="0" err="1" smtClean="0"/>
              <a:t>kāṇumō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Will the one who brings sweetness to Mathura see the flute of my heart that yearns with longing,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virahāpaśruti</a:t>
            </a:r>
            <a:r>
              <a:rPr lang="en-US" sz="6000" dirty="0" smtClean="0"/>
              <a:t> </a:t>
            </a:r>
            <a:r>
              <a:rPr lang="en-US" sz="6000" dirty="0" err="1" smtClean="0"/>
              <a:t>mīṭṭum</a:t>
            </a:r>
            <a:r>
              <a:rPr lang="en-US" sz="6000" dirty="0" smtClean="0"/>
              <a:t> en </a:t>
            </a:r>
            <a:r>
              <a:rPr lang="en-US" sz="6000" dirty="0" err="1" smtClean="0"/>
              <a:t>manōmuraḷika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prēmārdra-śrutipūrṇṇam</a:t>
            </a:r>
            <a:r>
              <a:rPr lang="en-US" sz="6000" dirty="0" smtClean="0"/>
              <a:t> </a:t>
            </a:r>
            <a:r>
              <a:rPr lang="en-US" sz="6000" dirty="0" err="1" smtClean="0"/>
              <a:t>ākkīḍumō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will </a:t>
            </a:r>
            <a:r>
              <a:rPr lang="en-US" sz="6600" dirty="0" smtClean="0">
                <a:solidFill>
                  <a:srgbClr val="FFFF00"/>
                </a:solidFill>
              </a:rPr>
              <a:t>he fill it with songs of love?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gōvarddhanavum</a:t>
            </a:r>
            <a:r>
              <a:rPr lang="en-US" sz="6000" dirty="0" smtClean="0"/>
              <a:t> </a:t>
            </a:r>
            <a:r>
              <a:rPr lang="en-US" sz="6000" dirty="0" err="1" smtClean="0"/>
              <a:t>gōkkaḷum</a:t>
            </a:r>
            <a:r>
              <a:rPr lang="en-US" sz="6000" dirty="0" smtClean="0"/>
              <a:t> </a:t>
            </a:r>
            <a:r>
              <a:rPr lang="en-US" sz="6000" dirty="0" err="1" smtClean="0"/>
              <a:t>yamunayum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gōparum</a:t>
            </a:r>
            <a:r>
              <a:rPr lang="en-US" sz="6000" dirty="0" smtClean="0"/>
              <a:t> </a:t>
            </a:r>
            <a:r>
              <a:rPr lang="en-US" sz="6000" dirty="0" err="1" smtClean="0"/>
              <a:t>mēvumī</a:t>
            </a:r>
            <a:r>
              <a:rPr lang="en-US" sz="6000" dirty="0" smtClean="0"/>
              <a:t> </a:t>
            </a:r>
            <a:r>
              <a:rPr lang="en-US" sz="6000" dirty="0" err="1" smtClean="0"/>
              <a:t>gōkulam</a:t>
            </a:r>
            <a:r>
              <a:rPr lang="en-US" sz="6000" dirty="0" smtClean="0"/>
              <a:t> </a:t>
            </a:r>
            <a:r>
              <a:rPr lang="en-US" sz="6000" dirty="0" err="1" smtClean="0"/>
              <a:t>kāṇumō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Will he see the </a:t>
            </a:r>
            <a:r>
              <a:rPr lang="en-US" sz="4800" dirty="0" err="1" smtClean="0">
                <a:solidFill>
                  <a:srgbClr val="FFFF00"/>
                </a:solidFill>
              </a:rPr>
              <a:t>Govardhana</a:t>
            </a:r>
            <a:r>
              <a:rPr lang="en-US" sz="4800" dirty="0" smtClean="0">
                <a:solidFill>
                  <a:srgbClr val="FFFF00"/>
                </a:solidFill>
              </a:rPr>
              <a:t> Mountain, the cows, the Yamuna River, the </a:t>
            </a:r>
            <a:r>
              <a:rPr lang="en-US" sz="4800" dirty="0" err="1" smtClean="0">
                <a:solidFill>
                  <a:srgbClr val="FFFF00"/>
                </a:solidFill>
              </a:rPr>
              <a:t>gopis</a:t>
            </a:r>
            <a:r>
              <a:rPr lang="en-US" sz="4800" dirty="0" smtClean="0">
                <a:solidFill>
                  <a:srgbClr val="FFFF00"/>
                </a:solidFill>
              </a:rPr>
              <a:t> and </a:t>
            </a:r>
            <a:r>
              <a:rPr lang="en-US" sz="4800" dirty="0" err="1" smtClean="0">
                <a:solidFill>
                  <a:srgbClr val="FFFF00"/>
                </a:solidFill>
              </a:rPr>
              <a:t>gopas</a:t>
            </a:r>
            <a:r>
              <a:rPr lang="en-US" sz="4800" dirty="0" smtClean="0">
                <a:solidFill>
                  <a:srgbClr val="FFFF00"/>
                </a:solidFill>
              </a:rPr>
              <a:t> who live here in </a:t>
            </a:r>
            <a:r>
              <a:rPr lang="en-US" sz="4800" dirty="0" err="1" smtClean="0">
                <a:solidFill>
                  <a:srgbClr val="FFFF00"/>
                </a:solidFill>
              </a:rPr>
              <a:t>Gokulam</a:t>
            </a:r>
            <a:r>
              <a:rPr lang="en-US" sz="4800" dirty="0" smtClean="0">
                <a:solidFill>
                  <a:srgbClr val="FFFF00"/>
                </a:solidFill>
              </a:rPr>
              <a:t>? 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gōpikā-hṛdayanavanītam</a:t>
            </a:r>
            <a:r>
              <a:rPr lang="en-US" sz="6000" dirty="0" smtClean="0"/>
              <a:t> </a:t>
            </a:r>
            <a:r>
              <a:rPr lang="en-US" sz="6000" dirty="0" err="1" smtClean="0"/>
              <a:t>urukunnu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gōpanandanan</a:t>
            </a:r>
            <a:r>
              <a:rPr lang="en-US" sz="6000" dirty="0" smtClean="0"/>
              <a:t> </a:t>
            </a:r>
            <a:r>
              <a:rPr lang="en-US" sz="6000" dirty="0" err="1" smtClean="0"/>
              <a:t>āgamiccīḍumō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The </a:t>
            </a:r>
            <a:r>
              <a:rPr lang="en-US" sz="4800" dirty="0" smtClean="0">
                <a:solidFill>
                  <a:srgbClr val="FFFF00"/>
                </a:solidFill>
              </a:rPr>
              <a:t>hearts of the </a:t>
            </a:r>
            <a:r>
              <a:rPr lang="en-US" sz="4800" dirty="0" err="1" smtClean="0">
                <a:solidFill>
                  <a:srgbClr val="FFFF00"/>
                </a:solidFill>
              </a:rPr>
              <a:t>gopis</a:t>
            </a:r>
            <a:r>
              <a:rPr lang="en-US" sz="4800" dirty="0" smtClean="0">
                <a:solidFill>
                  <a:srgbClr val="FFFF00"/>
                </a:solidFill>
              </a:rPr>
              <a:t>, like the fresh butter beloved by the Lord, are now melting with longing… Will the son of Nanda return to us?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2771</TotalTime>
  <Words>203</Words>
  <Application>Microsoft Office PowerPoint</Application>
  <PresentationFormat>On-screen Show (4:3)</PresentationFormat>
  <Paragraphs>27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maṇicceppu tuṙakkave orikkal</vt:lpstr>
      <vt:lpstr>maṇicceppu tuṙakkave orikkal mazhamukilvarṇṇan makuḍattil cūḍiya mayilppīli kāṇke</vt:lpstr>
      <vt:lpstr>maṙannu ñān svayam innu mādhavanēkiya manōjñamām nimiṣaṅgaḷ ōrttirunnu</vt:lpstr>
      <vt:lpstr>smṛticceppu tuṙakkumō ‘mathuraykku rājan’ avan niṙamaṫṫī mayilppīli manam kāṇumō</vt:lpstr>
      <vt:lpstr>jalamiṫṫu mizhikaḷil niṙayumō kuḷirēkum iḷam tennalāy iha niṙaññīḍumō</vt:lpstr>
      <vt:lpstr>mathuraykku madhuram sumadhuram pakarunnōn adharam dhariccayā muraḷika kāṇumō</vt:lpstr>
      <vt:lpstr>virahāpaśruti mīṭṭum en manōmuraḷika prēmārdra-śrutipūrṇṇam ākkīḍumō</vt:lpstr>
      <vt:lpstr>gōvarddhanavum gōkkaḷum yamunayum gōparum mēvumī gōkulam kāṇumō</vt:lpstr>
      <vt:lpstr>gōpikā-hṛdayanavanītam urukunnu gōpanandanan āgamiccīḍumō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304</cp:revision>
  <dcterms:created xsi:type="dcterms:W3CDTF">2006-08-16T00:00:00Z</dcterms:created>
  <dcterms:modified xsi:type="dcterms:W3CDTF">2025-03-19T09:26:33Z</dcterms:modified>
</cp:coreProperties>
</file>