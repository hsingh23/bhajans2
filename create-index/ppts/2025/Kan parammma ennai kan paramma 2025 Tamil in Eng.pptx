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60" r:id="rId7"/>
    <p:sldId id="261" r:id="rId8"/>
    <p:sldId id="266" r:id="rId9"/>
    <p:sldId id="262" r:id="rId10"/>
    <p:sldId id="263" r:id="rId11"/>
    <p:sldId id="267" r:id="rId12"/>
    <p:sldId id="264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4" d="100"/>
          <a:sy n="94" d="100"/>
        </p:scale>
        <p:origin x="-1114" y="-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BD5F0-1370-44B0-818E-88E6202B008E}" type="datetimeFigureOut">
              <a:rPr lang="en-US" smtClean="0"/>
              <a:pPr/>
              <a:t>1-Aug-2025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5AAD8-F4C4-4AC5-B50F-B5A85C11040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BD5F0-1370-44B0-818E-88E6202B008E}" type="datetimeFigureOut">
              <a:rPr lang="en-US" smtClean="0"/>
              <a:pPr/>
              <a:t>1-Aug-2025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5AAD8-F4C4-4AC5-B50F-B5A85C11040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BD5F0-1370-44B0-818E-88E6202B008E}" type="datetimeFigureOut">
              <a:rPr lang="en-US" smtClean="0"/>
              <a:pPr/>
              <a:t>1-Aug-2025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5AAD8-F4C4-4AC5-B50F-B5A85C11040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BD5F0-1370-44B0-818E-88E6202B008E}" type="datetimeFigureOut">
              <a:rPr lang="en-US" smtClean="0"/>
              <a:pPr/>
              <a:t>1-Aug-2025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5AAD8-F4C4-4AC5-B50F-B5A85C11040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BD5F0-1370-44B0-818E-88E6202B008E}" type="datetimeFigureOut">
              <a:rPr lang="en-US" smtClean="0"/>
              <a:pPr/>
              <a:t>1-Aug-2025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5AAD8-F4C4-4AC5-B50F-B5A85C11040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BD5F0-1370-44B0-818E-88E6202B008E}" type="datetimeFigureOut">
              <a:rPr lang="en-US" smtClean="0"/>
              <a:pPr/>
              <a:t>1-Aug-2025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5AAD8-F4C4-4AC5-B50F-B5A85C11040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BD5F0-1370-44B0-818E-88E6202B008E}" type="datetimeFigureOut">
              <a:rPr lang="en-US" smtClean="0"/>
              <a:pPr/>
              <a:t>1-Aug-2025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5AAD8-F4C4-4AC5-B50F-B5A85C11040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BD5F0-1370-44B0-818E-88E6202B008E}" type="datetimeFigureOut">
              <a:rPr lang="en-US" smtClean="0"/>
              <a:pPr/>
              <a:t>1-Aug-2025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5AAD8-F4C4-4AC5-B50F-B5A85C11040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BD5F0-1370-44B0-818E-88E6202B008E}" type="datetimeFigureOut">
              <a:rPr lang="en-US" smtClean="0"/>
              <a:pPr/>
              <a:t>1-Aug-2025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5AAD8-F4C4-4AC5-B50F-B5A85C11040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BD5F0-1370-44B0-818E-88E6202B008E}" type="datetimeFigureOut">
              <a:rPr lang="en-US" smtClean="0"/>
              <a:pPr/>
              <a:t>1-Aug-2025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5AAD8-F4C4-4AC5-B50F-B5A85C11040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BD5F0-1370-44B0-818E-88E6202B008E}" type="datetimeFigureOut">
              <a:rPr lang="en-US" smtClean="0"/>
              <a:pPr/>
              <a:t>1-Aug-2025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5AAD8-F4C4-4AC5-B50F-B5A85C11040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0BD5F0-1370-44B0-818E-88E6202B008E}" type="datetimeFigureOut">
              <a:rPr lang="en-US" smtClean="0"/>
              <a:pPr/>
              <a:t>1-Aug-2025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75AAD8-F4C4-4AC5-B50F-B5A85C11040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kaṇpārammā enai kaṇpārammā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(Tamil)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kaṇpārammā enai kaṇpārammā – kaḍai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kaṇṇālē un makanai kaṇpārammā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400" smtClean="0">
                <a:solidFill>
                  <a:srgbClr val="FFFF00"/>
                </a:solidFill>
                <a:latin typeface="Calibri"/>
              </a:rPr>
              <a:t>O Mother, cast your glance on me—cast a sidelong glance upon your son.</a:t>
            </a:r>
            <a:endParaRPr lang="en-US" sz="64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dēvarkaḷum unai sūzhntu pōṫṫriḍum pōtu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dēviyē nān bhaktiyindri uzhaluvatēnō?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Even the gods surround you and sing your praises—O Devi, am I to wander without devotion?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tēḍuminta pāmaranum tuṇayaṫṫavanō?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dēvi tiruppādam sērum nalgati uṇḍō?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300" smtClean="0">
                <a:solidFill>
                  <a:srgbClr val="FFFF00"/>
                </a:solidFill>
                <a:latin typeface="Calibri"/>
              </a:rPr>
              <a:t>Can this ignorant one who seeks you truly be without support? Do I not have the grace to reach your holy feet, O Devi?</a:t>
            </a:r>
            <a:endParaRPr lang="en-US" sz="5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kaṇpārammā enai kaṇpārammā – kaḍai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kaṇṇālē un makanai kaṇpārammā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400" smtClean="0">
                <a:solidFill>
                  <a:srgbClr val="FFFF00"/>
                </a:solidFill>
                <a:latin typeface="Calibri"/>
              </a:rPr>
              <a:t>O Mother, cast your glance on me—cast a sidelong glance upon your son.</a:t>
            </a:r>
            <a:endParaRPr lang="en-US" sz="64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katiravan pōl samamāka kāṇpavaḷ nīyē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katiroḷiye parappiḍa ēn tāmatam tāyē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900" smtClean="0">
                <a:solidFill>
                  <a:srgbClr val="FFFF00"/>
                </a:solidFill>
                <a:latin typeface="Calibri"/>
              </a:rPr>
              <a:t>You are the one who looks upon all equally, like the sun—O Mother, why then delay in showering your rays of light on me?</a:t>
            </a:r>
            <a:endParaRPr lang="en-US" sz="49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200" smtClean="0">
                <a:solidFill>
                  <a:srgbClr val="FFFFFF"/>
                </a:solidFill>
                <a:latin typeface="Calibri"/>
              </a:rPr>
              <a:t>kuṙayētum illāta pūraṇi nīyē</a:t>
            </a:r>
            <a:br>
              <a:rPr lang="en-US" sz="6200" smtClean="0">
                <a:solidFill>
                  <a:srgbClr val="FFFFFF"/>
                </a:solidFill>
                <a:latin typeface="Calibri"/>
              </a:rPr>
            </a:br>
            <a:r>
              <a:rPr lang="en-US" sz="6200" smtClean="0">
                <a:solidFill>
                  <a:srgbClr val="FFFFFF"/>
                </a:solidFill>
                <a:latin typeface="Calibri"/>
              </a:rPr>
              <a:t>kuṙayētum pārāmal aravaṇaippāyē</a:t>
            </a:r>
            <a:endParaRPr lang="en-US" sz="62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You are the perfect One, lacking nothing, will you not overlook my shortcomings and take me in your arms?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kaṇpārammā enai kaṇpārammā – kaḍai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kaṇṇālē un makanai kaṇpārammā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400" smtClean="0">
                <a:solidFill>
                  <a:srgbClr val="FFFF00"/>
                </a:solidFill>
                <a:latin typeface="Calibri"/>
              </a:rPr>
              <a:t>O Mother, cast your glance on me—cast a sidelong glance upon your son.</a:t>
            </a:r>
            <a:endParaRPr lang="en-US" sz="64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pāva puṇyam pārāta unnaruḷālē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pāvikūḍa puṇṇiyanāy māṙiḍuvānē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Your grace doesn’t discriminate between sin and merit—By it, even the sinner turns saint.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nīyē en manam ellām niṙaintiḍuvāyē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nin karuṇai mazhaiyil enai nanaittiḍuvāyē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800" smtClean="0">
                <a:solidFill>
                  <a:srgbClr val="FFFF00"/>
                </a:solidFill>
                <a:latin typeface="Calibri"/>
              </a:rPr>
              <a:t>Please Mother, fill my heart—Soak me, O Mother, in the rain of your compassion.</a:t>
            </a:r>
            <a:endParaRPr lang="en-US" sz="58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kaṇpārammā enai kaṇpārammā – kaḍai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kaṇṇālē un makanai kaṇpārammā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400" smtClean="0">
                <a:solidFill>
                  <a:srgbClr val="FFFF00"/>
                </a:solidFill>
                <a:latin typeface="Calibri"/>
              </a:rPr>
              <a:t>O Mother, cast your glance on me—cast a sidelong glance upon your son.</a:t>
            </a:r>
            <a:endParaRPr lang="en-US" sz="64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jaya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jaya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śaṅkari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jaya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abhayaṅkari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smtClean="0">
                <a:solidFill>
                  <a:srgbClr val="FFFFFF"/>
                </a:solidFill>
              </a:rPr>
              <a:t>ōmkārēśvariyē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jaya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śiva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śāmbhavi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triśūladhāriṇi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ādiśakti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niyē</a:t>
            </a:r>
            <a:endParaRPr lang="en-US" sz="5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dirty="0" smtClean="0">
                <a:solidFill>
                  <a:srgbClr val="FFFF00"/>
                </a:solidFill>
                <a:latin typeface="Calibri"/>
              </a:rPr>
              <a:t>Victory to </a:t>
            </a:r>
            <a:r>
              <a:rPr lang="en-US" sz="4500" dirty="0" err="1" smtClean="0">
                <a:solidFill>
                  <a:srgbClr val="FFFF00"/>
                </a:solidFill>
                <a:latin typeface="Calibri"/>
              </a:rPr>
              <a:t>Shankari</a:t>
            </a:r>
            <a:r>
              <a:rPr lang="en-US" sz="4500" dirty="0" smtClean="0">
                <a:solidFill>
                  <a:srgbClr val="FFFF00"/>
                </a:solidFill>
                <a:latin typeface="Calibri"/>
              </a:rPr>
              <a:t>! Victory to you, </a:t>
            </a:r>
            <a:r>
              <a:rPr lang="en-US" sz="4500" dirty="0" smtClean="0">
                <a:solidFill>
                  <a:srgbClr val="FFFF00"/>
                </a:solidFill>
                <a:latin typeface="Calibri"/>
              </a:rPr>
              <a:t/>
            </a:r>
            <a:br>
              <a:rPr lang="en-US" sz="4500" dirty="0" smtClean="0">
                <a:solidFill>
                  <a:srgbClr val="FFFF00"/>
                </a:solidFill>
                <a:latin typeface="Calibri"/>
              </a:rPr>
            </a:br>
            <a:r>
              <a:rPr lang="en-US" sz="4500" dirty="0" smtClean="0">
                <a:solidFill>
                  <a:srgbClr val="FFFF00"/>
                </a:solidFill>
                <a:latin typeface="Calibri"/>
              </a:rPr>
              <a:t>O </a:t>
            </a:r>
            <a:r>
              <a:rPr lang="en-US" sz="4500" dirty="0" smtClean="0">
                <a:solidFill>
                  <a:srgbClr val="FFFF00"/>
                </a:solidFill>
                <a:latin typeface="Calibri"/>
              </a:rPr>
              <a:t>giver of fearlessness, Goddess of the primordial syllable ‘</a:t>
            </a:r>
            <a:r>
              <a:rPr lang="en-US" sz="4500" dirty="0" err="1" smtClean="0">
                <a:solidFill>
                  <a:srgbClr val="FFFF00"/>
                </a:solidFill>
                <a:latin typeface="Calibri"/>
              </a:rPr>
              <a:t>om</a:t>
            </a:r>
            <a:r>
              <a:rPr lang="en-US" sz="4500" dirty="0" smtClean="0">
                <a:solidFill>
                  <a:srgbClr val="FFFF00"/>
                </a:solidFill>
                <a:latin typeface="Calibri"/>
              </a:rPr>
              <a:t>’. </a:t>
            </a:r>
            <a:r>
              <a:rPr lang="en-US" sz="4500" smtClean="0">
                <a:solidFill>
                  <a:srgbClr val="FFFF00"/>
                </a:solidFill>
                <a:latin typeface="Calibri"/>
              </a:rPr>
              <a:t>Victory </a:t>
            </a:r>
            <a:r>
              <a:rPr lang="en-US" sz="4500" smtClean="0">
                <a:solidFill>
                  <a:srgbClr val="FFFF00"/>
                </a:solidFill>
                <a:latin typeface="Calibri"/>
              </a:rPr>
              <a:t/>
            </a:r>
            <a:br>
              <a:rPr lang="en-US" sz="4500" smtClean="0">
                <a:solidFill>
                  <a:srgbClr val="FFFF00"/>
                </a:solidFill>
                <a:latin typeface="Calibri"/>
              </a:rPr>
            </a:br>
            <a:r>
              <a:rPr lang="en-US" sz="4500" smtClean="0">
                <a:solidFill>
                  <a:srgbClr val="FFFF00"/>
                </a:solidFill>
                <a:latin typeface="Calibri"/>
              </a:rPr>
              <a:t>to </a:t>
            </a:r>
            <a:r>
              <a:rPr lang="en-US" sz="4500" dirty="0" smtClean="0">
                <a:solidFill>
                  <a:srgbClr val="FFFF00"/>
                </a:solidFill>
                <a:latin typeface="Calibri"/>
              </a:rPr>
              <a:t>Y</a:t>
            </a:r>
            <a:r>
              <a:rPr lang="en-US" sz="4500" smtClean="0">
                <a:solidFill>
                  <a:srgbClr val="FFFF00"/>
                </a:solidFill>
                <a:latin typeface="Calibri"/>
              </a:rPr>
              <a:t>ou</a:t>
            </a:r>
            <a:r>
              <a:rPr lang="en-US" sz="4500" dirty="0" smtClean="0">
                <a:solidFill>
                  <a:srgbClr val="FFFF00"/>
                </a:solidFill>
                <a:latin typeface="Calibri"/>
              </a:rPr>
              <a:t>, consort of Shiva, bearer of the trident, the primal power!</a:t>
            </a:r>
            <a:endParaRPr lang="en-US" sz="45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256</Words>
  <Application>Microsoft Office PowerPoint</Application>
  <PresentationFormat>On-screen Show (4:3)</PresentationFormat>
  <Paragraphs>25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kaṇpārammā enai kaṇpārammā</vt:lpstr>
      <vt:lpstr>kaṇpārammā enai kaṇpārammā – kaḍai kaṇṇālē un makanai kaṇpārammā</vt:lpstr>
      <vt:lpstr>dēvarkaḷum unai sūzhntu pōṫṫriḍum pōtu dēviyē nān bhaktiyindri uzhaluvatēnō?</vt:lpstr>
      <vt:lpstr>tēḍuminta pāmaranum tuṇayaṫṫavanō? dēvi tiruppādam sērum nalgati uṇḍō? </vt:lpstr>
      <vt:lpstr>kaṇpārammā enai kaṇpārammā – kaḍai kaṇṇālē un makanai kaṇpārammā</vt:lpstr>
      <vt:lpstr>katiravan pōl samamāka kāṇpavaḷ nīyē katiroḷiye parappiḍa ēn tāmatam tāyē</vt:lpstr>
      <vt:lpstr>kuṙayētum illāta pūraṇi nīyē kuṙayētum pārāmal aravaṇaippāyē</vt:lpstr>
      <vt:lpstr>kaṇpārammā enai kaṇpārammā – kaḍai kaṇṇālē un makanai kaṇpārammā</vt:lpstr>
      <vt:lpstr>pāva puṇyam pārāta unnaruḷālē pāvikūḍa puṇṇiyanāy māṙiḍuvānē</vt:lpstr>
      <vt:lpstr>nīyē en manam ellām niṙaintiḍuvāyē nin karuṇai mazhaiyil enai nanaittiḍuvāyē</vt:lpstr>
      <vt:lpstr>kaṇpārammā enai kaṇpārammā – kaḍai kaṇṇālē un makanai kaṇpārammā</vt:lpstr>
      <vt:lpstr>jaya jaya śaṅkari jaya abhayaṅkari ōmkārēśvariyē jaya śiva śāmbhavi triśūladhāriṇi ādiśakti niyē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kaṇpārammā enai kaṇpārammā</dc:title>
  <dc:creator>Amrita</dc:creator>
  <cp:lastModifiedBy>AMMA</cp:lastModifiedBy>
  <cp:revision>3</cp:revision>
  <dcterms:created xsi:type="dcterms:W3CDTF">2025-06-09T09:58:39Z</dcterms:created>
  <dcterms:modified xsi:type="dcterms:W3CDTF">2025-08-01T13:45:50Z</dcterms:modified>
</cp:coreProperties>
</file>