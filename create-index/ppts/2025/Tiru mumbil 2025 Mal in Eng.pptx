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145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E25B-EE7A-4E42-8D63-39B5F78A3499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375B-D957-4B06-8A40-1E160C1E11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E25B-EE7A-4E42-8D63-39B5F78A3499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375B-D957-4B06-8A40-1E160C1E11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E25B-EE7A-4E42-8D63-39B5F78A3499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375B-D957-4B06-8A40-1E160C1E11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E25B-EE7A-4E42-8D63-39B5F78A3499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375B-D957-4B06-8A40-1E160C1E11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E25B-EE7A-4E42-8D63-39B5F78A3499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375B-D957-4B06-8A40-1E160C1E11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E25B-EE7A-4E42-8D63-39B5F78A3499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375B-D957-4B06-8A40-1E160C1E11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E25B-EE7A-4E42-8D63-39B5F78A3499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375B-D957-4B06-8A40-1E160C1E11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E25B-EE7A-4E42-8D63-39B5F78A3499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375B-D957-4B06-8A40-1E160C1E11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E25B-EE7A-4E42-8D63-39B5F78A3499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375B-D957-4B06-8A40-1E160C1E11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E25B-EE7A-4E42-8D63-39B5F78A3499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375B-D957-4B06-8A40-1E160C1E11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E25B-EE7A-4E42-8D63-39B5F78A3499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375B-D957-4B06-8A40-1E160C1E11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CE25B-EE7A-4E42-8D63-39B5F78A3499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3375B-D957-4B06-8A40-1E160C1E11D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tiru mumbil kāṇikka vaccū en hṛdayam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tiru mumbil kāṇikka vaccū en hṛdayam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mizhinīrāl pādābhiṣēkam ceytu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offered my heart to you, O Divine Mother. With my tears, I performed the ceremonial washing of your holy feet.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matimandahāsa prabhayil en uḷḷile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matiyākum āmbalin mizhi tuṙannu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In the radiance of your smile, shining like the full moon, the blue lotus of my heart slowly opened her eyes.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tiru mumbil kāṇikka vaccū en hṛdayam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mizhinīrāl pādābhiṣēkam ceytu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offered my heart to you, O Divine Mother. With my tears, I performed the ceremonial washing of your holy feet.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uruki ozhukum grīṣma hṛttil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ennō kozhiñña pūmēḷa uyirtt-eṇīṫṫu 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In my heart, parched in the scorching summer of longing for you, a new spring of blossoms awoke.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vīṇḍum uyarnna kuyilinde gānattāl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kariñña māmbūkkālam taḷiriḍunnu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koel’s song resounds once more, and the withered mango blossoms come alive again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tiru mumbil kāṇikka vaccū en hṛdayam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mizhinīrāl pādābhiṣēkam ceytu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offered my heart to you, O Divine Mother. With my tears, I performed the ceremonial washing of your holy feet.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pāpam-atitam en mey cērttu pulki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sāntvanam ōtunna amma en puṇyamō?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Mother! You tenderly embrace this impure body and console me; are you not my true merit, my punya?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śiśuvām ennuḍe kai piḍicc-amma ennum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nērvazhikkallō naḍattīḍunnu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take the hand of this child and forever lead me upon the path of truth.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tiru mumbil kāṇikka vaccū en hṛdayam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mizhinīrāl pādābhiṣēkam ceytu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offered my heart to you, O Divine Mother. With my tears, I performed the ceremonial washing of your holy feet.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tiru mumbil kāṇikka vaccū en hṛdayam</vt:lpstr>
      <vt:lpstr>tiru mumbil kāṇikka vaccū en hṛdayam mizhinīrāl pādābhiṣēkam ceytu </vt:lpstr>
      <vt:lpstr>matimandahāsa prabhayil en uḷḷile matiyākum āmbalin mizhi tuṙannu</vt:lpstr>
      <vt:lpstr>tiru mumbil kāṇikka vaccū en hṛdayam mizhinīrāl pādābhiṣēkam ceytu </vt:lpstr>
      <vt:lpstr>uruki ozhukum grīṣma hṛttil ennō kozhiñña pūmēḷa uyirtt-eṇīṫṫu </vt:lpstr>
      <vt:lpstr>vīṇḍum uyarnna kuyilinde gānattāl kariñña māmbūkkālam taḷiriḍunnu</vt:lpstr>
      <vt:lpstr>tiru mumbil kāṇikka vaccū en hṛdayam mizhinīrāl pādābhiṣēkam ceytu </vt:lpstr>
      <vt:lpstr>pāpam-atitam en mey cērttu pulki sāntvanam ōtunna amma en puṇyamō? </vt:lpstr>
      <vt:lpstr>śiśuvām ennuḍe kai piḍicc-amma ennum nērvazhikkallō naḍattīḍunnu</vt:lpstr>
      <vt:lpstr>tiru mumbil kāṇikka vaccū en hṛdayam mizhinīrāl pādābhiṣēkam ceytu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tiru mumbil kāṇikka vaccū en hṛdayam</dc:title>
  <dc:creator>Amrita</dc:creator>
  <cp:lastModifiedBy>Amrita</cp:lastModifiedBy>
  <cp:revision>1</cp:revision>
  <dcterms:created xsi:type="dcterms:W3CDTF">2025-08-24T06:07:01Z</dcterms:created>
  <dcterms:modified xsi:type="dcterms:W3CDTF">2025-08-24T06:07:52Z</dcterms:modified>
</cp:coreProperties>
</file>