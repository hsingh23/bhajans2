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67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BBFDA-6CD9-40D6-AFE0-D1FE8875A512}" type="datetimeFigureOut">
              <a:rPr lang="en-US" smtClean="0"/>
              <a:t>8/30/2025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B1125-4E3D-4FC1-A5C0-981F94B64C9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BBFDA-6CD9-40D6-AFE0-D1FE8875A512}" type="datetimeFigureOut">
              <a:rPr lang="en-US" smtClean="0"/>
              <a:t>8/30/2025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B1125-4E3D-4FC1-A5C0-981F94B64C9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BBFDA-6CD9-40D6-AFE0-D1FE8875A512}" type="datetimeFigureOut">
              <a:rPr lang="en-US" smtClean="0"/>
              <a:t>8/30/2025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B1125-4E3D-4FC1-A5C0-981F94B64C9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BBFDA-6CD9-40D6-AFE0-D1FE8875A512}" type="datetimeFigureOut">
              <a:rPr lang="en-US" smtClean="0"/>
              <a:t>8/30/2025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B1125-4E3D-4FC1-A5C0-981F94B64C9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BBFDA-6CD9-40D6-AFE0-D1FE8875A512}" type="datetimeFigureOut">
              <a:rPr lang="en-US" smtClean="0"/>
              <a:t>8/30/2025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B1125-4E3D-4FC1-A5C0-981F94B64C9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BBFDA-6CD9-40D6-AFE0-D1FE8875A512}" type="datetimeFigureOut">
              <a:rPr lang="en-US" smtClean="0"/>
              <a:t>8/30/2025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B1125-4E3D-4FC1-A5C0-981F94B64C9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BBFDA-6CD9-40D6-AFE0-D1FE8875A512}" type="datetimeFigureOut">
              <a:rPr lang="en-US" smtClean="0"/>
              <a:t>8/30/2025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B1125-4E3D-4FC1-A5C0-981F94B64C9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BBFDA-6CD9-40D6-AFE0-D1FE8875A512}" type="datetimeFigureOut">
              <a:rPr lang="en-US" smtClean="0"/>
              <a:t>8/30/2025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B1125-4E3D-4FC1-A5C0-981F94B64C9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BBFDA-6CD9-40D6-AFE0-D1FE8875A512}" type="datetimeFigureOut">
              <a:rPr lang="en-US" smtClean="0"/>
              <a:t>8/30/2025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B1125-4E3D-4FC1-A5C0-981F94B64C9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BBFDA-6CD9-40D6-AFE0-D1FE8875A512}" type="datetimeFigureOut">
              <a:rPr lang="en-US" smtClean="0"/>
              <a:t>8/30/2025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B1125-4E3D-4FC1-A5C0-981F94B64C9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BBFDA-6CD9-40D6-AFE0-D1FE8875A512}" type="datetimeFigureOut">
              <a:rPr lang="en-US" smtClean="0"/>
              <a:t>8/30/2025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B1125-4E3D-4FC1-A5C0-981F94B64C9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6BBFDA-6CD9-40D6-AFE0-D1FE8875A512}" type="datetimeFigureOut">
              <a:rPr lang="en-US" smtClean="0"/>
              <a:t>8/30/2025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7B1125-4E3D-4FC1-A5C0-981F94B64C93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Lumière du dharma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2025</a:t>
            </a:r>
          </a:p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(French)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fr-FR" sz="6600" smtClean="0">
                <a:solidFill>
                  <a:srgbClr val="FFFFFF"/>
                </a:solidFill>
                <a:latin typeface="Calibri"/>
              </a:rPr>
              <a:t>ô fils de Dasharatha</a:t>
            </a:r>
            <a:br>
              <a:rPr lang="fr-FR" sz="6600" smtClean="0">
                <a:solidFill>
                  <a:srgbClr val="FFFFFF"/>
                </a:solidFill>
                <a:latin typeface="Calibri"/>
              </a:rPr>
            </a:br>
            <a:r>
              <a:rPr lang="fr-FR" sz="6600" smtClean="0">
                <a:solidFill>
                  <a:srgbClr val="FFFFFF"/>
                </a:solidFill>
                <a:latin typeface="Calibri"/>
              </a:rPr>
              <a:t>chemin de la vérité 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O son of Dasharatha, Path of truth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fr-FR" sz="6600" smtClean="0">
                <a:solidFill>
                  <a:srgbClr val="FFFFFF"/>
                </a:solidFill>
                <a:latin typeface="Calibri"/>
              </a:rPr>
              <a:t>que ta bonté guide mes pas</a:t>
            </a:r>
            <a:br>
              <a:rPr lang="fr-FR" sz="6600" smtClean="0">
                <a:solidFill>
                  <a:srgbClr val="FFFFFF"/>
                </a:solidFill>
                <a:latin typeface="Calibri"/>
              </a:rPr>
            </a:br>
            <a:r>
              <a:rPr lang="fr-FR" sz="6600" smtClean="0">
                <a:solidFill>
                  <a:srgbClr val="FFFFFF"/>
                </a:solidFill>
                <a:latin typeface="Calibri"/>
              </a:rPr>
              <a:t>au royaume du soi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—may your goodness guide my steps to the realm of the Self.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fr-FR" sz="6600" smtClean="0">
                <a:solidFill>
                  <a:srgbClr val="FFFFFF"/>
                </a:solidFill>
                <a:latin typeface="Calibri"/>
              </a:rPr>
              <a:t> Rama jaya Rama </a:t>
            </a:r>
            <a:br>
              <a:rPr lang="fr-FR" sz="6600" smtClean="0">
                <a:solidFill>
                  <a:srgbClr val="FFFFFF"/>
                </a:solidFill>
                <a:latin typeface="Calibri"/>
              </a:rPr>
            </a:br>
            <a:r>
              <a:rPr lang="fr-FR" sz="6600" smtClean="0">
                <a:solidFill>
                  <a:srgbClr val="FFFFFF"/>
                </a:solidFill>
                <a:latin typeface="Calibri"/>
              </a:rPr>
              <a:t> honneur à toi Rama 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O Rama, honor to you;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fr-FR" sz="6600" smtClean="0">
                <a:solidFill>
                  <a:srgbClr val="FFFFFF"/>
                </a:solidFill>
                <a:latin typeface="Calibri"/>
              </a:rPr>
              <a:t> l'amour guide ton cœur </a:t>
            </a:r>
            <a:br>
              <a:rPr lang="fr-FR" sz="6600" smtClean="0">
                <a:solidFill>
                  <a:srgbClr val="FFFFFF"/>
                </a:solidFill>
                <a:latin typeface="Calibri"/>
              </a:rPr>
            </a:br>
            <a:r>
              <a:rPr lang="fr-FR" sz="6600" smtClean="0">
                <a:solidFill>
                  <a:srgbClr val="FFFFFF"/>
                </a:solidFill>
                <a:latin typeface="Calibri"/>
              </a:rPr>
              <a:t> tu as conquis la peur 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Rama, love guides your heart. You have conquered fear,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fr-FR" sz="6600" smtClean="0">
                <a:solidFill>
                  <a:srgbClr val="FFFFFF"/>
                </a:solidFill>
                <a:latin typeface="Calibri"/>
              </a:rPr>
              <a:t> lumière du dharma </a:t>
            </a:r>
            <a:br>
              <a:rPr lang="fr-FR" sz="6600" smtClean="0">
                <a:solidFill>
                  <a:srgbClr val="FFFFFF"/>
                </a:solidFill>
                <a:latin typeface="Calibri"/>
              </a:rPr>
            </a:br>
            <a:r>
              <a:rPr lang="fr-FR" sz="6600" smtClean="0">
                <a:solidFill>
                  <a:srgbClr val="FFFFFF"/>
                </a:solidFill>
                <a:latin typeface="Calibri"/>
              </a:rPr>
              <a:t> bien-aimé de Sita 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you are the light of dharma, beloved of Sita…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fr-FR" sz="6600" smtClean="0">
                <a:solidFill>
                  <a:srgbClr val="FFFFFF"/>
                </a:solidFill>
                <a:latin typeface="Calibri"/>
              </a:rPr>
              <a:t>on t'a banni de ton rang</a:t>
            </a:r>
            <a:br>
              <a:rPr lang="fr-FR" sz="6600" smtClean="0">
                <a:solidFill>
                  <a:srgbClr val="FFFFFF"/>
                </a:solidFill>
                <a:latin typeface="Calibri"/>
              </a:rPr>
            </a:br>
            <a:r>
              <a:rPr lang="fr-FR" sz="6600" smtClean="0">
                <a:solidFill>
                  <a:srgbClr val="FFFFFF"/>
                </a:solidFill>
                <a:latin typeface="Calibri"/>
              </a:rPr>
              <a:t>tu as bravé les tourments 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You were banished from your rank, you endured every torment.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fr-FR" sz="6600" smtClean="0">
                <a:solidFill>
                  <a:srgbClr val="FFFFFF"/>
                </a:solidFill>
                <a:latin typeface="Calibri"/>
              </a:rPr>
              <a:t>dis-moi comment, l'âme en peine</a:t>
            </a:r>
            <a:br>
              <a:rPr lang="fr-FR" sz="6600" smtClean="0">
                <a:solidFill>
                  <a:srgbClr val="FFFFFF"/>
                </a:solidFill>
                <a:latin typeface="Calibri"/>
              </a:rPr>
            </a:br>
            <a:r>
              <a:rPr lang="fr-FR" sz="6600" smtClean="0">
                <a:solidFill>
                  <a:srgbClr val="FFFFFF"/>
                </a:solidFill>
                <a:latin typeface="Calibri"/>
              </a:rPr>
              <a:t>tu n'as pas eu de haine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Tell me—how, in the face of such sorrow, did you harbor no hate?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fr-FR" sz="6600" smtClean="0">
                <a:solidFill>
                  <a:srgbClr val="FFFFFF"/>
                </a:solidFill>
                <a:latin typeface="Calibri"/>
              </a:rPr>
              <a:t>tu as vaincu Ravana</a:t>
            </a:r>
            <a:br>
              <a:rPr lang="fr-FR" sz="6600" smtClean="0">
                <a:solidFill>
                  <a:srgbClr val="FFFFFF"/>
                </a:solidFill>
                <a:latin typeface="Calibri"/>
              </a:rPr>
            </a:br>
            <a:r>
              <a:rPr lang="fr-FR" sz="6600" smtClean="0">
                <a:solidFill>
                  <a:srgbClr val="FFFFFF"/>
                </a:solidFill>
                <a:latin typeface="Calibri"/>
              </a:rPr>
              <a:t>démon de la vanité 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You defeated Ravana, demon of vanity,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fr-FR" sz="6600" smtClean="0">
                <a:solidFill>
                  <a:srgbClr val="FFFFFF"/>
                </a:solidFill>
                <a:latin typeface="Calibri"/>
              </a:rPr>
              <a:t>et tu as libéré Sita</a:t>
            </a:r>
            <a:br>
              <a:rPr lang="fr-FR" sz="6600" smtClean="0">
                <a:solidFill>
                  <a:srgbClr val="FFFFFF"/>
                </a:solidFill>
                <a:latin typeface="Calibri"/>
              </a:rPr>
            </a:br>
            <a:r>
              <a:rPr lang="fr-FR" sz="6600" smtClean="0">
                <a:solidFill>
                  <a:srgbClr val="FFFFFF"/>
                </a:solidFill>
                <a:latin typeface="Calibri"/>
              </a:rPr>
              <a:t>joyau de pureté 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and you freed Sita, jewel of purity.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145</Words>
  <Application>Microsoft Office PowerPoint</Application>
  <PresentationFormat>On-screen Show (4:3)</PresentationFormat>
  <Paragraphs>21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Lumière du dharma</vt:lpstr>
      <vt:lpstr>ô fils de Dasharatha chemin de la vérité </vt:lpstr>
      <vt:lpstr>que ta bonté guide mes pas au royaume du soi</vt:lpstr>
      <vt:lpstr> Rama jaya Rama   honneur à toi Rama </vt:lpstr>
      <vt:lpstr> l'amour guide ton cœur   tu as conquis la peur </vt:lpstr>
      <vt:lpstr> lumière du dharma   bien-aimé de Sita </vt:lpstr>
      <vt:lpstr>on t'a banni de ton rang tu as bravé les tourments </vt:lpstr>
      <vt:lpstr>dis-moi comment, l'âme en peine tu n'as pas eu de haine</vt:lpstr>
      <vt:lpstr>tu as vaincu Ravana démon de la vanité </vt:lpstr>
      <vt:lpstr>et tu as libéré Sita joyau de pureté 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Lumière du dharma</dc:title>
  <dc:creator>Amrita</dc:creator>
  <cp:lastModifiedBy>Amrita</cp:lastModifiedBy>
  <cp:revision>1</cp:revision>
  <dcterms:created xsi:type="dcterms:W3CDTF">2025-08-29T18:43:43Z</dcterms:created>
  <dcterms:modified xsi:type="dcterms:W3CDTF">2025-08-29T18:44:24Z</dcterms:modified>
</cp:coreProperties>
</file>