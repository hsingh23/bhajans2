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66" r:id="rId5"/>
    <p:sldId id="258" r:id="rId6"/>
    <p:sldId id="259" r:id="rId7"/>
    <p:sldId id="267" r:id="rId8"/>
    <p:sldId id="260" r:id="rId9"/>
    <p:sldId id="261" r:id="rId10"/>
    <p:sldId id="268" r:id="rId11"/>
    <p:sldId id="262" r:id="rId12"/>
    <p:sldId id="263" r:id="rId13"/>
    <p:sldId id="264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6E19-7C11-4FC5-BD75-C61F50A8DA33}" type="datetimeFigureOut">
              <a:rPr lang="en-US" smtClean="0"/>
              <a:pPr/>
              <a:t>13-Sep-2025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7E600-782B-455C-B142-35C8A2F3C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6E19-7C11-4FC5-BD75-C61F50A8DA33}" type="datetimeFigureOut">
              <a:rPr lang="en-US" smtClean="0"/>
              <a:pPr/>
              <a:t>13-Sep-2025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7E600-782B-455C-B142-35C8A2F3C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6E19-7C11-4FC5-BD75-C61F50A8DA33}" type="datetimeFigureOut">
              <a:rPr lang="en-US" smtClean="0"/>
              <a:pPr/>
              <a:t>13-Sep-2025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7E600-782B-455C-B142-35C8A2F3C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6E19-7C11-4FC5-BD75-C61F50A8DA33}" type="datetimeFigureOut">
              <a:rPr lang="en-US" smtClean="0"/>
              <a:pPr/>
              <a:t>13-Sep-2025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7E600-782B-455C-B142-35C8A2F3C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6E19-7C11-4FC5-BD75-C61F50A8DA33}" type="datetimeFigureOut">
              <a:rPr lang="en-US" smtClean="0"/>
              <a:pPr/>
              <a:t>13-Sep-2025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7E600-782B-455C-B142-35C8A2F3C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6E19-7C11-4FC5-BD75-C61F50A8DA33}" type="datetimeFigureOut">
              <a:rPr lang="en-US" smtClean="0"/>
              <a:pPr/>
              <a:t>13-Sep-2025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7E600-782B-455C-B142-35C8A2F3C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6E19-7C11-4FC5-BD75-C61F50A8DA33}" type="datetimeFigureOut">
              <a:rPr lang="en-US" smtClean="0"/>
              <a:pPr/>
              <a:t>13-Sep-2025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7E600-782B-455C-B142-35C8A2F3C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6E19-7C11-4FC5-BD75-C61F50A8DA33}" type="datetimeFigureOut">
              <a:rPr lang="en-US" smtClean="0"/>
              <a:pPr/>
              <a:t>13-Sep-2025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7E600-782B-455C-B142-35C8A2F3C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6E19-7C11-4FC5-BD75-C61F50A8DA33}" type="datetimeFigureOut">
              <a:rPr lang="en-US" smtClean="0"/>
              <a:pPr/>
              <a:t>13-Sep-2025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7E600-782B-455C-B142-35C8A2F3C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6E19-7C11-4FC5-BD75-C61F50A8DA33}" type="datetimeFigureOut">
              <a:rPr lang="en-US" smtClean="0"/>
              <a:pPr/>
              <a:t>13-Sep-2025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7E600-782B-455C-B142-35C8A2F3C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6E19-7C11-4FC5-BD75-C61F50A8DA33}" type="datetimeFigureOut">
              <a:rPr lang="en-US" smtClean="0"/>
              <a:pPr/>
              <a:t>13-Sep-2025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7E600-782B-455C-B142-35C8A2F3C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A6E19-7C11-4FC5-BD75-C61F50A8DA33}" type="datetimeFigureOut">
              <a:rPr lang="en-US" smtClean="0"/>
              <a:pPr/>
              <a:t>13-Sep-2025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7E600-782B-455C-B142-35C8A2F3C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kaṇṇande</a:t>
            </a:r>
            <a:r>
              <a:rPr lang="en-US" sz="6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dvāraka</a:t>
            </a:r>
            <a:r>
              <a:rPr lang="en-US" sz="6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tēḍi</a:t>
            </a:r>
            <a:endParaRPr lang="en-US" sz="64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dirty="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IN" sz="6300" smtClean="0">
                <a:solidFill>
                  <a:srgbClr val="FFFF00"/>
                </a:solidFill>
                <a:latin typeface="Calibri"/>
              </a:rPr>
              <a:t>(English)</a:t>
            </a:r>
            <a:endParaRPr lang="en-US" sz="63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kaṇṇande dvāraka tēḍi ñān cennappōḷ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kaṇṇan uṙaṅgukayāyirunnu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I went in search of Krishna’s Dwaraka. When I arrived, I found him asleep.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nīla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manōhara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cārukaḷēbaram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400" dirty="0" smtClean="0">
                <a:solidFill>
                  <a:srgbClr val="FFFFFF"/>
                </a:solidFill>
                <a:latin typeface="Calibri"/>
              </a:rPr>
            </a:b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kaṇṇu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kuḷirkke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ñān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kaṇḍu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ninnu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400" dirty="0" smtClean="0">
                <a:solidFill>
                  <a:srgbClr val="FFFFFF"/>
                </a:solidFill>
                <a:latin typeface="Calibri"/>
              </a:rPr>
            </a:b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ñān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kaṇṇimaykkāt-aṅgu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400" dirty="0" smtClean="0">
                <a:solidFill>
                  <a:srgbClr val="FFFFFF"/>
                </a:solidFill>
                <a:latin typeface="Calibri"/>
              </a:rPr>
            </a:b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nōkki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ninnu</a:t>
            </a:r>
            <a:endParaRPr lang="en-US" sz="54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100" smtClean="0">
                <a:solidFill>
                  <a:srgbClr val="FFFF00"/>
                </a:solidFill>
                <a:latin typeface="Calibri"/>
              </a:rPr>
              <a:t>I stood there, gazing to my heart’s content at his beautiful, blue-hued form. I couldn’t bring myself to look away, even for a moment.</a:t>
            </a:r>
            <a:endParaRPr lang="en-US" sz="5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kaṇṇande dvāraka tēḍi ñān cennappōḷ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kaṇṇan uṙaṅgukayāyirunnu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I went in search of Krishna’s Dwaraka. When I arrived, I found him asleep.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bhāva-vilōlayāy kaṇṇunīrālē ñān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puṇya-tṛppādattil onnu toṭṭu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Trembling with emotion, tears in my eyes, I gently touched his divine feet.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tillilam koḷḷunna antaraṅgattinde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uḷviḷi kēṭṭu kaṇṇan mizhi tuṙannu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Moved by the call of my yearning heart, Krishna opened his eyes.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kaṇṇande dvāraka tēḍi ñān cennappōḷ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kaṇṇan uṙaṅgukayāyirunnu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I went in search of Krishna’s Dwaraka. When I arrived, I found him asleep.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kātarayākum en kadana-bhāraṅgaḷ ellām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kaṇṇande kālkkal tuṙannu veccu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At his feet, I unburdened the weight of my heart’s sorrows.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tṛkkaikaḷāl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ende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kaṇṇīr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tuḍacc-avan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meyyōḍu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cērtt-enne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pulki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mōdāl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He wiped away my tears with his divine hands and drew me close in boundless compassion.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kaṇṇande dvāraka tēḍi ñān cennappōḷ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kaṇṇan uṙaṅgukayāyirunnu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I went in search of Krishna’s Dwaraka. When I arrived, I found him asleep.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jīvattuḍippaṫṫa dēhamāy tīrum ñān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gōkulabālā nī illayeṅkil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boy from Gokula, without you, I am but a lifeless body.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paṙayuvān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palavuru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śramiccu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ñān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eṅkilum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000" dirty="0" smtClean="0">
                <a:solidFill>
                  <a:srgbClr val="FFFFFF"/>
                </a:solidFill>
                <a:latin typeface="Calibri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kaṇṭhattil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nādam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kuruṅgi</a:t>
            </a:r>
            <a:endParaRPr lang="en-US" sz="6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dirty="0" smtClean="0">
                <a:solidFill>
                  <a:srgbClr val="FFFF00"/>
                </a:solidFill>
                <a:latin typeface="Calibri"/>
              </a:rPr>
              <a:t>Many times I tried to speak these words, but my voice faltered and caught in my throat. </a:t>
            </a:r>
            <a:endParaRPr lang="en-US" sz="54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kaṇṇan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antaraṅgattil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niṙaññu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ninnu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  <a:latin typeface="Calibri"/>
              </a:rPr>
              <a:t>Krishna filled the depths of my being.</a:t>
            </a:r>
            <a:endParaRPr lang="en-US" sz="6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248</Words>
  <Application>Microsoft Office PowerPoint</Application>
  <PresentationFormat>On-screen Show (4:3)</PresentationFormat>
  <Paragraphs>27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kaṇṇande dvāraka tēḍi</vt:lpstr>
      <vt:lpstr>kaṇṇande dvāraka tēḍi ñān cennappōḷ kaṇṇan uṙaṅgukayāyirunnu</vt:lpstr>
      <vt:lpstr>nīla manōhara cārukaḷēbaram kaṇṇu kuḷirkke ñān kaṇḍu ninnu ñān kaṇṇimaykkāt-aṅgu  nōkki ninnu</vt:lpstr>
      <vt:lpstr>kaṇṇande dvāraka tēḍi ñān cennappōḷ kaṇṇan uṙaṅgukayāyirunnu</vt:lpstr>
      <vt:lpstr>bhāva-vilōlayāy kaṇṇunīrālē ñān puṇya-tṛppādattil onnu toṭṭu</vt:lpstr>
      <vt:lpstr>tillilam koḷḷunna antaraṅgattinde uḷviḷi kēṭṭu kaṇṇan mizhi tuṙannu</vt:lpstr>
      <vt:lpstr>kaṇṇande dvāraka tēḍi ñān cennappōḷ kaṇṇan uṙaṅgukayāyirunnu</vt:lpstr>
      <vt:lpstr>kātarayākum en kadana-bhāraṅgaḷ ellām kaṇṇande kālkkal tuṙannu veccu</vt:lpstr>
      <vt:lpstr>tṛkkaikaḷāl ende kaṇṇīr  tuḍacc-avan meyyōḍu cērtt-enne  pulki mōdāl</vt:lpstr>
      <vt:lpstr>kaṇṇande dvāraka tēḍi ñān cennappōḷ kaṇṇan uṙaṅgukayāyirunnu</vt:lpstr>
      <vt:lpstr>jīvattuḍippaṫṫa dēhamāy tīrum ñān gōkulabālā nī illayeṅkil</vt:lpstr>
      <vt:lpstr>paṙayuvān palavuru śramiccu ñān eṅkilum kaṇṭhattil nādam kuruṅgi</vt:lpstr>
      <vt:lpstr>kaṇṇan antaraṅgattil  niṙaññu ninnu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kaṇṇande dvāraka tēḍi</dc:title>
  <dc:creator>Amrita</dc:creator>
  <cp:lastModifiedBy>AMMA</cp:lastModifiedBy>
  <cp:revision>3</cp:revision>
  <dcterms:created xsi:type="dcterms:W3CDTF">2025-06-04T04:23:33Z</dcterms:created>
  <dcterms:modified xsi:type="dcterms:W3CDTF">2025-09-13T15:02:32Z</dcterms:modified>
</cp:coreProperties>
</file>