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9B049-2C2E-40D9-9C8C-124900563800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5616D-79C4-4278-97A3-D35969235F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9B049-2C2E-40D9-9C8C-124900563800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5616D-79C4-4278-97A3-D35969235F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9B049-2C2E-40D9-9C8C-124900563800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5616D-79C4-4278-97A3-D35969235F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9B049-2C2E-40D9-9C8C-124900563800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5616D-79C4-4278-97A3-D35969235F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9B049-2C2E-40D9-9C8C-124900563800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5616D-79C4-4278-97A3-D35969235F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9B049-2C2E-40D9-9C8C-124900563800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5616D-79C4-4278-97A3-D35969235F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9B049-2C2E-40D9-9C8C-124900563800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5616D-79C4-4278-97A3-D35969235F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9B049-2C2E-40D9-9C8C-124900563800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5616D-79C4-4278-97A3-D35969235F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9B049-2C2E-40D9-9C8C-124900563800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5616D-79C4-4278-97A3-D35969235F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9B049-2C2E-40D9-9C8C-124900563800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5616D-79C4-4278-97A3-D35969235F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9B049-2C2E-40D9-9C8C-124900563800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5616D-79C4-4278-97A3-D35969235F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39B049-2C2E-40D9-9C8C-124900563800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05616D-79C4-4278-97A3-D35969235FF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muraḷi ūti ūti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muraḷi ūti ūti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mūḷippāṭṭukaḷ pāḍi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madhupan paṙannu vannāl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malarinn-entu tōnnum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Humming a tune as if playing on a flute, the honeybee comes flying to sip nectar from the flower—imagine the emotion of the flower.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taḷiru tinniḍuvān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tañcam onnu nōkki nōkki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kuyilu vanniḍumbōḷ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māvinn-entu tōnnum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koel finds a moment to nibble on the tender shoot of the mango tree—imagine the emotion of the tree.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katirmaṇi kottiḍuvān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kaḷivākku colli colli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kiḷikaḷ vanniḍumbōḷ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vayalinn-entu tōnnum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500" smtClean="0">
                <a:solidFill>
                  <a:srgbClr val="FFFF00"/>
                </a:solidFill>
                <a:latin typeface="Calibri"/>
              </a:rPr>
              <a:t>The little birds chatter playfully, pecking at the ripened grains ready for harvest—imagine the emotion of the field.</a:t>
            </a:r>
            <a:endParaRPr lang="en-US" sz="5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katiravan kizhakku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malayēṙi vanniḍumbōḷ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kākkum kamalattinde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manassil entu tōnnum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900" smtClean="0">
                <a:solidFill>
                  <a:srgbClr val="FFFF00"/>
                </a:solidFill>
                <a:latin typeface="Calibri"/>
              </a:rPr>
              <a:t>When the sun climbs the mountain peaks and rises golden in the east, imagine the emotion in the heart of the lotus waiting to bloom.</a:t>
            </a:r>
            <a:endParaRPr lang="en-US" sz="4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mazha-mēghaṅgaḷ vannu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mānam niṙaññiḍumbōḷ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mārivil teḷiññāl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mayil inn-entu tōnnum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When dark rain clouds gather in the sky and the rainbow shines in all its beauty, imagine the emotion of the dancing peacock.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iḍiyum minnalumāy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tuḍitāḷam tīrttiḍumbōḷ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iḍaneñcam tuḍikkum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bhumikk-entu tōnnum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100" smtClean="0">
                <a:solidFill>
                  <a:srgbClr val="FFFF00"/>
                </a:solidFill>
                <a:latin typeface="Calibri"/>
              </a:rPr>
              <a:t>When the rain thunders down amid flashes of lightning, imagine the emotion of the earth, waiting with a trembling heart.</a:t>
            </a:r>
            <a:endParaRPr lang="en-US" sz="5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niśayil pūntiṅkaḷ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pāloḷi parattiḍumbōḷ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nīlattāmara tan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ninavil entu tōnnum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When the moon rises in silvery radiance at night, imagine the emotion of the blue lotus waiting to bloom.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kanavu kaṇḍu kaṇḍu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kātaṅgaḷ tāṇḍi vanna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puzhaye kaṇḍiḍumbōḷ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kaḍal inn-entu tōnnum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Dreaming of union with the sea, the river flows for miles from its birth as a tiny stream; imagine the emotion of the ocean when it sees the river come flowing to merge with it.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</a:rPr>
              <a:t>paramānandattin</a:t>
            </a:r>
            <a:r>
              <a:rPr lang="en-US" sz="5600" dirty="0" smtClean="0">
                <a:solidFill>
                  <a:srgbClr val="FFFFFF"/>
                </a:solidFill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</a:rPr>
              <a:t>sāgarattil</a:t>
            </a:r>
            <a:r>
              <a:rPr lang="en-US" sz="5600" dirty="0" smtClean="0">
                <a:solidFill>
                  <a:srgbClr val="FFFFFF"/>
                </a:solidFill>
              </a:rPr>
              <a:t> </a:t>
            </a:r>
            <a:br>
              <a:rPr lang="en-US" sz="5600" dirty="0" smtClean="0">
                <a:solidFill>
                  <a:srgbClr val="FFFFFF"/>
                </a:solidFill>
              </a:rPr>
            </a:br>
            <a:r>
              <a:rPr lang="en-US" sz="5600" dirty="0" err="1" smtClean="0">
                <a:solidFill>
                  <a:srgbClr val="FFFFFF"/>
                </a:solidFill>
              </a:rPr>
              <a:t>vilayam</a:t>
            </a:r>
            <a:r>
              <a:rPr lang="en-US" sz="5600" dirty="0" smtClean="0">
                <a:solidFill>
                  <a:srgbClr val="FFFFFF"/>
                </a:solidFill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</a:rPr>
              <a:t>koṇḍāl</a:t>
            </a:r>
            <a:r>
              <a:rPr lang="en-US" sz="5600" dirty="0" smtClean="0">
                <a:solidFill>
                  <a:srgbClr val="FFFFFF"/>
                </a:solidFill>
              </a:rPr>
              <a:t> </a:t>
            </a:r>
            <a:br>
              <a:rPr lang="en-US" sz="5600" dirty="0" smtClean="0">
                <a:solidFill>
                  <a:srgbClr val="FFFFFF"/>
                </a:solidFill>
              </a:rPr>
            </a:br>
            <a:r>
              <a:rPr lang="en-US" sz="5600" dirty="0" err="1" smtClean="0">
                <a:solidFill>
                  <a:srgbClr val="FFFFFF"/>
                </a:solidFill>
              </a:rPr>
              <a:t>viṣaya-sukham</a:t>
            </a:r>
            <a:r>
              <a:rPr lang="en-US" sz="5600" dirty="0" smtClean="0">
                <a:solidFill>
                  <a:srgbClr val="FFFFFF"/>
                </a:solidFill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</a:rPr>
              <a:t>nukarum</a:t>
            </a:r>
            <a:r>
              <a:rPr lang="en-US" sz="5600" dirty="0" smtClean="0">
                <a:solidFill>
                  <a:srgbClr val="FFFFFF"/>
                </a:solidFill>
              </a:rPr>
              <a:t> </a:t>
            </a:r>
            <a:br>
              <a:rPr lang="en-US" sz="5600" dirty="0" smtClean="0">
                <a:solidFill>
                  <a:srgbClr val="FFFFFF"/>
                </a:solidFill>
              </a:rPr>
            </a:br>
            <a:r>
              <a:rPr lang="en-US" sz="5600" dirty="0" err="1" smtClean="0">
                <a:solidFill>
                  <a:srgbClr val="FFFFFF"/>
                </a:solidFill>
              </a:rPr>
              <a:t>manassē</a:t>
            </a:r>
            <a:r>
              <a:rPr lang="en-US" sz="5600" dirty="0" smtClean="0">
                <a:solidFill>
                  <a:srgbClr val="FFFFFF"/>
                </a:solidFill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</a:rPr>
              <a:t>entu</a:t>
            </a:r>
            <a:r>
              <a:rPr lang="en-US" sz="5600" dirty="0" smtClean="0">
                <a:solidFill>
                  <a:srgbClr val="FFFFFF"/>
                </a:solidFill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</a:rPr>
              <a:t>ceyyum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</a:rPr>
              <a:t>When it merges into the ocean of supreme bliss imagine the emotion of the mind that once sipped only fleeting pleasures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244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muraḷi ūti ūti</vt:lpstr>
      <vt:lpstr>muraḷi ūti ūti mūḷippāṭṭukaḷ pāḍi madhupan paṙannu vannāl malarinn-entu tōnnum</vt:lpstr>
      <vt:lpstr>taḷiru tinniḍuvān tañcam onnu nōkki nōkki kuyilu vanniḍumbōḷ māvinn-entu tōnnum</vt:lpstr>
      <vt:lpstr>katirmaṇi kottiḍuvān kaḷivākku colli colli kiḷikaḷ vanniḍumbōḷ vayalinn-entu tōnnum</vt:lpstr>
      <vt:lpstr>katiravan kizhakku malayēṙi vanniḍumbōḷ kākkum kamalattinde manassil entu tōnnum</vt:lpstr>
      <vt:lpstr>mazha-mēghaṅgaḷ vannu mānam niṙaññiḍumbōḷ mārivil teḷiññāl mayil inn-entu tōnnum</vt:lpstr>
      <vt:lpstr>iḍiyum minnalumāy tuḍitāḷam tīrttiḍumbōḷ iḍaneñcam tuḍikkum bhumikk-entu tōnnum</vt:lpstr>
      <vt:lpstr>niśayil pūntiṅkaḷ pāloḷi parattiḍumbōḷ nīlattāmara tan ninavil entu tōnnum</vt:lpstr>
      <vt:lpstr>kanavu kaṇḍu kaṇḍu kātaṅgaḷ tāṇḍi vanna puzhaye kaṇḍiḍumbōḷ kaḍal inn-entu tōnnum</vt:lpstr>
      <vt:lpstr>paramānandattin sāgarattil  vilayam koṇḍāl  viṣaya-sukham nukarum  manassē entu ceyyum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muraḷi ūti ūti</dc:title>
  <dc:creator>Amrita</dc:creator>
  <cp:lastModifiedBy>Amrita</cp:lastModifiedBy>
  <cp:revision>2</cp:revision>
  <dcterms:created xsi:type="dcterms:W3CDTF">2025-10-13T14:46:26Z</dcterms:created>
  <dcterms:modified xsi:type="dcterms:W3CDTF">2025-11-12T04:14:57Z</dcterms:modified>
</cp:coreProperties>
</file>