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29A87-BD84-4FD9-BA73-73C65B85688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C738F-9DCC-4C56-ADA5-862B0833EE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Auf der langen Reise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(German)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Auf der langen Reise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auf dem Weg des Lebens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 the long journey along the path of life,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eine tiefe Sehnsucht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liess die Seele rufen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 deep longing made the soul cry out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—O Mother,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Sanft in deinen Armen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an deiner Lotus Wange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Gently in your arms, against your lotus-like cheek,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umschliesst mich deine Liebe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ein Moment der Ewigkeit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love enfolds me in a moment that feels like eternity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—O Mother,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Geborgenheit, Vertrauen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mein Herz von dir getragen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Comforted and trusting, my heart—carried by you—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singt stetig deinen Namen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niemehr getrennt von dir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sings your name without ceasing, never again apart from you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—O Mother,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Wie tausend kleine Sterne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am Nachthimmel erstrahlen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Like a thousand little stars shining in the night sky,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de-DE" sz="6600" smtClean="0">
                <a:solidFill>
                  <a:srgbClr val="FFFFFF"/>
                </a:solidFill>
                <a:latin typeface="Calibri"/>
              </a:rPr>
              <a:t>funkeln deine Augen</a:t>
            </a:r>
            <a:br>
              <a:rPr lang="de-DE" sz="6600" smtClean="0">
                <a:solidFill>
                  <a:srgbClr val="FFFFFF"/>
                </a:solidFill>
                <a:latin typeface="Calibri"/>
              </a:rPr>
            </a:br>
            <a:r>
              <a:rPr lang="de-DE" sz="6600" smtClean="0">
                <a:solidFill>
                  <a:srgbClr val="FFFFFF"/>
                </a:solidFill>
                <a:latin typeface="Calibri"/>
              </a:rPr>
              <a:t>die meinen Weg erhellen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eyes sparkle and illuminate my path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—O Mother, 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150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Auf der langen Reise</vt:lpstr>
      <vt:lpstr>Auf der langen Reise auf dem Weg des Lebens</vt:lpstr>
      <vt:lpstr>eine tiefe Sehnsucht liess die Seele rufen</vt:lpstr>
      <vt:lpstr>Amma… Amma…  Amma… Amma…</vt:lpstr>
      <vt:lpstr>Sanft in deinen Armen an deiner Lotus Wange</vt:lpstr>
      <vt:lpstr>umschliesst mich deine Liebe ein Moment der Ewigkeit</vt:lpstr>
      <vt:lpstr>Amma… Amma…  Amma… Amma…</vt:lpstr>
      <vt:lpstr>Geborgenheit, Vertrauen mein Herz von dir getragen</vt:lpstr>
      <vt:lpstr>singt stetig deinen Namen niemehr getrennt von dir</vt:lpstr>
      <vt:lpstr>Amma… Amma…  Amma… Amma…</vt:lpstr>
      <vt:lpstr>Wie tausend kleine Sterne am Nachthimmel erstrahlen</vt:lpstr>
      <vt:lpstr>funkeln deine Augen die meinen Weg erhellen</vt:lpstr>
      <vt:lpstr>Amma… Amma…  Amma… Amma…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 der langen Reise</dc:title>
  <dc:creator>Amrita</dc:creator>
  <cp:lastModifiedBy>Amrita</cp:lastModifiedBy>
  <cp:revision>6</cp:revision>
  <dcterms:created xsi:type="dcterms:W3CDTF">2025-09-08T17:28:41Z</dcterms:created>
  <dcterms:modified xsi:type="dcterms:W3CDTF">2025-09-08T18:11:13Z</dcterms:modified>
</cp:coreProperties>
</file>