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21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1FC16-5BEA-4867-8C0F-5C4B915E8A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A695A-D0B3-49DC-9A75-BF8A1F15EA1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nāmam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nin nāmam ennum japiccu japiccu ñān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ende pērennō maṙannu pōyi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Mother! Constantly chanting your name, I have forgotten mine.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uḷḷil tiḷaṅgiḍum nin rūpa-kāntiyil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en rūpavum cērnn-aliññu pōyi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form has merged into your resplendent form that shines 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tulyam-illāttat-ī snēham ammē prēma-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sarvasvamē nammaḷ tammil ennum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Mother! Your love is everything to me. Let no thought come between us.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anya-cintakk-iṭam tellum illāteyāy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manam dhanyamāy tīrnniṭaṭṭē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my mind remain blessed and content.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pakalil ñān virahattin-aṅgāra-śayya tan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sahanavum sādhana ākkiṭunnu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my sleeplessness, bearing the intense pain of separation from you becomes my spiritual practice.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rāvil, kināvil nin pādāmbujaṅgaḷil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tala cāyccu, mizhivārtt-uṙaṅgiḍunnu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At night, I rest my head on your lotus feet and cry myself to sleep.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taḷarum en tanu-mānasaṅgaḷe tazhukiḍān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nī ozhiññ-ārini-amṛtāmbikē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 of immortal bliss! Who but you can caress and bring new life to my tired body and mind?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tuḍarum ī janmāntaraṅgaḷ tan yātrayil 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tuṇa ennum amma nī varadāmbike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granter of boons… who else will support and guide me in my journey through my future lives?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nin nāmam </vt:lpstr>
      <vt:lpstr>nin nāmam ennum japiccu japiccu ñān ende pērennō maṙannu pōyi</vt:lpstr>
      <vt:lpstr>uḷḷil tiḷaṅgiḍum nin rūpa-kāntiyil en rūpavum cērnn-aliññu pōyi</vt:lpstr>
      <vt:lpstr>tulyam-illāttat-ī snēham ammē prēma- sarvasvamē nammaḷ tammil ennum</vt:lpstr>
      <vt:lpstr>anya-cintakk-iṭam tellum illāteyāy en manam dhanyamāy tīrnniṭaṭṭē</vt:lpstr>
      <vt:lpstr>pakalil ñān virahattin-aṅgāra-śayya tan sahanavum sādhana ākkiṭunnu</vt:lpstr>
      <vt:lpstr>rāvil, kināvil nin pādāmbujaṅgaḷil tala cāyccu, mizhivārtt-uṙaṅgiḍunnu</vt:lpstr>
      <vt:lpstr>taḷarum en tanu-mānasaṅgaḷe tazhukiḍān nī ozhiññ-ārini-amṛtāmbikē</vt:lpstr>
      <vt:lpstr>tuḍarum ī janmāntaraṅgaḷ tan yātrayil   tuṇa ennum amma nī varadāmbike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 nāmam</dc:title>
  <dc:creator>Amrita</dc:creator>
  <cp:lastModifiedBy>Amrita</cp:lastModifiedBy>
  <cp:revision>1</cp:revision>
  <dcterms:created xsi:type="dcterms:W3CDTF">2025-09-06T04:28:10Z</dcterms:created>
  <dcterms:modified xsi:type="dcterms:W3CDTF">2025-09-06T04:30:32Z</dcterms:modified>
</cp:coreProperties>
</file>