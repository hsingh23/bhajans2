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LORoZa+W5Im9RR2q6OzvwQJ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yamunayum tīravum pūkkaḷum latakaḷum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yamunayum tīravum pūkkaḷum latakaḷum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tiṅkaḷ nilāvil kuḷiccu ninnu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river Yamuna, its banks, the flowers, and the creeping vines lay bathed in the soft glow of moonlight.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libri"/>
              <a:buNone/>
            </a:pP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pālkkuḍam poṭṭiccum tūveṇṇa mōṣṭiccum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uḷḷam kavarnna śrī kṛṣṇan varum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hṛdaya-kamalam viḍarttuvān kaṇṇan varum</a:t>
            </a:r>
            <a:endParaRPr sz="4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Sri Krishna — the One who stole hearts by breaking milk pots and stealing butter from the urns — will come. Krishna will come, and the lotus of our hearts will bloom.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hṛttin-uḷḷil kṛṣṇa-rūpam pratiṣṭhiccum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kṛṣṇa-gītaṅgaḷ abhaṅgamāy pāḍiyum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Enshrining Krishna’s form within their hearts and ceaselessly singing lyrical hymns in His praise,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svāgatam ōtuvān sānandam āḍuvān/</a:t>
            </a:r>
            <a:b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sādhvikaḷ gōpikaḷ kāttirunnu</a:t>
            </a:r>
            <a:endParaRPr sz="6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</a:pPr>
            <a:r>
              <a:rPr lang="en-US" sz="4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devoted Gopis waited for His coming, longing to welcome Him and to dance in the ecstasy of divine love.</a:t>
            </a:r>
            <a:endParaRPr sz="4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ātmanāthā prabhō kāṇuvān kākkunnu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yāmini pōlum vivaśayāyi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100"/>
              <a:buNone/>
            </a:pP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Lord of our soul, beloved of our hearts, we wait with yearning eyes to behold You. Even the </a:t>
            </a:r>
            <a:r>
              <a:rPr lang="en-US" sz="5100">
                <a:solidFill>
                  <a:srgbClr val="FFFF00"/>
                </a:solidFill>
              </a:rPr>
              <a:t>night waits</a:t>
            </a: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in deep longing.</a:t>
            </a:r>
            <a:endParaRPr sz="5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‘peṭṭennu vanneṅkil’ manasu mantriccappōḷ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‘innu varillē?’ ennāśaṅkayum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500"/>
              <a:buNone/>
            </a:pPr>
            <a:r>
              <a:rPr lang="en-US" sz="5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When the heart whispers, “If only he would come soon…” an anxious thought follows: “What if he does not come today?”</a:t>
            </a:r>
            <a:endParaRPr sz="5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etrayō nāḷāyi kāṇunnu kaṇṇane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eppozhum mōhanam nūtanam darśanam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We have beheld Krishna for so long, yet with every darshan, He appears ever more enchanting and ever new.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 rūpam ā smitam ā vaśya-saundaryam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adbhutam ānandam atyapūrvam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His form, his smile, his alluring beauty — wondrous, blissful, and a marvel to behold.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vann-ettiyallo priyan prāṇa-nāthan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pinnoṭṭumē vaikāte rāsānubhūtiyāy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Our beloved has come, the Lord of our hearts! At once, the gopis were swept into the bliss of the Rasa dance.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tanmaya-rūpamāy tatbhāva magnarāy</a:t>
            </a:r>
            <a:b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dhyāna vilīnarāy… gōpījanam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They assumed his form, absorbed his divine mood, and became immersed in deep meditation.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2025-06-22T13:52:00Z</dcterms:created>
  <dc:creator>Amrita</dc:creator>
</cp:coreProperties>
</file>