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A642B-0825-43DC-9B4F-F6AA85B38B5C}" type="datetimeFigureOut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4559CA-A84D-465A-A052-CACDA6A0692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āruṇḍu bandhukkaḷ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āruṇḍu bandhukkaḷ āruṇḍu mitraṅgaḷ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ennammē nī ozhiññ-ī ulakil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in this world, who else do I have as my kin or friend but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200" smtClean="0">
                <a:solidFill>
                  <a:srgbClr val="FFFFFF"/>
                </a:solidFill>
                <a:latin typeface="Calibri"/>
              </a:rPr>
              <a:t>en-manam eppōzhum ennum aṙiyunnor-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ālambanam maṫṫorēḍatt-ammē?</a:t>
            </a:r>
            <a:br>
              <a:rPr lang="en-US" sz="5200" smtClean="0">
                <a:solidFill>
                  <a:srgbClr val="FFFFFF"/>
                </a:solidFill>
                <a:latin typeface="Calibri"/>
              </a:rPr>
            </a:br>
            <a:r>
              <a:rPr lang="en-US" sz="5200" smtClean="0">
                <a:solidFill>
                  <a:srgbClr val="FFFFFF"/>
                </a:solidFill>
                <a:latin typeface="Calibri"/>
              </a:rPr>
              <a:t>ālambanam maṫṫorēḍatt-ammē? </a:t>
            </a:r>
            <a:endParaRPr lang="en-US" sz="5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Where else can I find support or shelter, other than in you, who knows my heart at all times?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iruḷum veḷiccavum ī ulakil kāṭṭi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tannōru śakti enn-ammayalle? 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Mother, are you not the primordial power revealed to me both in darkness and light?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ikkāṇum vānavum nakṣatra-jālavum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kaṇṇil teḷiyiccat-ammayalle?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Do not the skies above and the clusters of stars clearly show your form to my eyes?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āruṇḍu bandhukkaḷ āruṇḍu mitraṅgaḷ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ennammē nī ozhiññ-ī ulakil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in this world, who else do I have as my kin or friend but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kārmukil nīḷe kanakkunna mānatte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veḷḷi-nakṣatram enn-ammayalle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Mother, are you not the shining star in the sky where dark rain clouds gather?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kālatt-uṇarunna kaṇṇil prakāśamāy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tazhukum prabhākaran ammayalle?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Are you not the luminous sun that caresses my eyes as I awaken in the morning?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āruṇḍu bandhukkaḷ āruṇḍu mitraṅgaḷ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ennammē nī ozhiññ-ī ulakil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in this world, who else do I have as my kin or friend but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jīvita-vīthiyil iḍam valam kāvalāy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oppam ennum enikk-ammayalle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Mother, on the path of life, are you not there to guard me to my left and my right?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duritakkayattil āzhum mumbe kai pidicc-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enne rakṣikkaṇē amṛtēśvarī 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O Amriteswari, before I sink into the depths of suffering, take my hand and rescue me.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āruṇḍu bandhukkaḷ āruṇḍu mitraṅgaḷ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ennammē nī ozhiññ-ī ulakil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in this world, who else do I have as my kin or friend but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āruṇḍu bandhukkaḷ</vt:lpstr>
      <vt:lpstr>āruṇḍu bandhukkaḷ āruṇḍu mitraṅgaḷ ennammē nī ozhiññ-ī ulakil </vt:lpstr>
      <vt:lpstr>en-manam eppōzhum ennum aṙiyunnor- ālambanam maṫṫorēḍatt-ammē? ālambanam maṫṫorēḍatt-ammē? </vt:lpstr>
      <vt:lpstr>iruḷum veḷiccavum ī ulakil kāṭṭi tannōru śakti enn-ammayalle? </vt:lpstr>
      <vt:lpstr>ikkāṇum vānavum nakṣatra-jālavum en kaṇṇil teḷiyiccat-ammayalle? </vt:lpstr>
      <vt:lpstr>āruṇḍu bandhukkaḷ āruṇḍu mitraṅgaḷ ennammē nī ozhiññ-ī ulakil </vt:lpstr>
      <vt:lpstr>kārmukil nīḷe kanakkunna mānatte veḷḷi-nakṣatram enn-ammayalle </vt:lpstr>
      <vt:lpstr>kālatt-uṇarunna kaṇṇil prakāśamāy tazhukum prabhākaran ammayalle? </vt:lpstr>
      <vt:lpstr>āruṇḍu bandhukkaḷ āruṇḍu mitraṅgaḷ ennammē nī ozhiññ-ī ulakil </vt:lpstr>
      <vt:lpstr>jīvita-vīthiyil iḍam valam kāvalāy oppam ennum enikk-ammayalle </vt:lpstr>
      <vt:lpstr>duritakkayattil āzhum mumbe kai pidicc- enne rakṣikkaṇē amṛtēśvarī </vt:lpstr>
      <vt:lpstr>āruṇḍu bandhukkaḷ āruṇḍu mitraṅgaḷ ennammē nī ozhiññ-ī ulakil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āruṇḍu bandhukkaḷ</dc:title>
  <dc:creator>Amrita</dc:creator>
  <cp:lastModifiedBy>Amrita</cp:lastModifiedBy>
  <cp:revision>1</cp:revision>
  <dcterms:created xsi:type="dcterms:W3CDTF">2025-08-21T17:14:19Z</dcterms:created>
  <dcterms:modified xsi:type="dcterms:W3CDTF">2025-08-21T17:14:51Z</dcterms:modified>
</cp:coreProperties>
</file>