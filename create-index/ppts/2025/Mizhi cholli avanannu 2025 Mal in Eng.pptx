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4" roundtripDataSignature="AMtx7mhOZhBIrm1WTl/xr6DU9QitIUNY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mizhi colli avan annu pōy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rtl="0" algn="ctr">
              <a:spcBef>
                <a:spcPts val="132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sz="6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mizhi colli avan annu 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pōy-oru vazhi nōkki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‘vanamāli innu varum’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Radha’s eyes, lingering on the path Krishna had taken, spoke to her heart: “The one adorned with a garland of forest flowers will surely come today.”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vazhi colli, ‘atināyi kāttirikkunnu ñān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tirupāda sparśattināy’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6000"/>
              <a:buNone/>
            </a:pPr>
            <a:r>
              <a:rPr lang="en-US" sz="6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path whispered, “I await his return, yearning for the touch of his sacred feet.”</a:t>
            </a:r>
            <a:endParaRPr sz="6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lata colli, ‘kaṇṇande tazhukal ēṫṫ-ennende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vyathakaḷ aliññu tīrum!’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flowering creeper murmured, “The day he gently caresses me, all my sorrows will dissolve into nothingness.”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sakhi colli, ‘varum avan hṛdayēśan allayō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sukham ēkuvān aṇayum’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600"/>
              <a:buNone/>
            </a:pP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Her companion said with hope, “He will come—the Lord of </a:t>
            </a:r>
            <a:r>
              <a:rPr lang="en-US" sz="5600">
                <a:solidFill>
                  <a:srgbClr val="FFFF00"/>
                </a:solidFill>
              </a:rPr>
              <a:t>our</a:t>
            </a: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hearts will return and fill </a:t>
            </a:r>
            <a:r>
              <a:rPr lang="en-US" sz="5600">
                <a:solidFill>
                  <a:srgbClr val="FFFF00"/>
                </a:solidFill>
              </a:rPr>
              <a:t>us</a:t>
            </a:r>
            <a:r>
              <a:rPr lang="en-US" sz="56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 with joy.”</a:t>
            </a:r>
            <a:endParaRPr sz="56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karuṇārdra-mānasā! karutukillē innu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kanivārnnu nī varillē?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4500"/>
              <a:buNone/>
            </a:pPr>
            <a:r>
              <a:rPr lang="en-US" sz="45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Krishna, your heart overflows with compassion—will you not think of our plight? Will you not return to Vrindavan, stirred by your boundless love?</a:t>
            </a:r>
            <a:endParaRPr sz="45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7"/>
          <p:cNvSpPr txBox="1"/>
          <p:nvPr>
            <p:ph type="ctrTitle"/>
          </p:nvPr>
        </p:nvSpPr>
        <p:spPr>
          <a:xfrm>
            <a:off x="0" y="-1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iruḷ tiṅgi niṙayumī ēzha tan mizhikaḷil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naṙunilāvāy varillē? 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 txBox="1"/>
          <p:nvPr>
            <p:ph idx="1" type="subTitle"/>
          </p:nvPr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5000"/>
              <a:buNone/>
            </a:pPr>
            <a:r>
              <a:rPr lang="en-US" sz="50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Will you not rise like the full moon in the eyes of this heartbroken one, whose vision is veiled in the darkness of your separation?</a:t>
            </a:r>
            <a:endParaRPr sz="50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8"/>
          <p:cNvSpPr txBox="1"/>
          <p:nvPr>
            <p:ph type="ctrTitle"/>
          </p:nvPr>
        </p:nvSpPr>
        <p:spPr>
          <a:xfrm>
            <a:off x="0" y="-2"/>
            <a:ext cx="9144000" cy="68580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600"/>
              <a:buFont typeface="Calibri"/>
              <a:buNone/>
            </a:pP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kaṇṇā… kaṇṇā… </a:t>
            </a:r>
            <a:b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kaṇṇā… kaṇṇā…</a:t>
            </a:r>
            <a:endParaRPr sz="66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2025-07-06T09:45:24Z</dcterms:created>
  <dc:creator>Amrita</dc:creator>
</cp:coreProperties>
</file>