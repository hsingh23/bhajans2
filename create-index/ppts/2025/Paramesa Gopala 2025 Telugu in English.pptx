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283FC-ED1E-43AF-9C79-C89804EEF978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A15A-ACA8-4327-8D45-F3BE99DA78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283FC-ED1E-43AF-9C79-C89804EEF978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A15A-ACA8-4327-8D45-F3BE99DA78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283FC-ED1E-43AF-9C79-C89804EEF978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A15A-ACA8-4327-8D45-F3BE99DA78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283FC-ED1E-43AF-9C79-C89804EEF978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A15A-ACA8-4327-8D45-F3BE99DA78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283FC-ED1E-43AF-9C79-C89804EEF978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A15A-ACA8-4327-8D45-F3BE99DA78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283FC-ED1E-43AF-9C79-C89804EEF978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A15A-ACA8-4327-8D45-F3BE99DA78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283FC-ED1E-43AF-9C79-C89804EEF978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A15A-ACA8-4327-8D45-F3BE99DA78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283FC-ED1E-43AF-9C79-C89804EEF978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A15A-ACA8-4327-8D45-F3BE99DA78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283FC-ED1E-43AF-9C79-C89804EEF978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A15A-ACA8-4327-8D45-F3BE99DA78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283FC-ED1E-43AF-9C79-C89804EEF978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A15A-ACA8-4327-8D45-F3BE99DA78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283FC-ED1E-43AF-9C79-C89804EEF978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DA15A-ACA8-4327-8D45-F3BE99DA78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283FC-ED1E-43AF-9C79-C89804EEF978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EDA15A-ACA8-4327-8D45-F3BE99DA78D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paramēśa gōpāla jaya hārati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(Telugu)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paramēśa gōpāla jaya hārati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jaya hārati nitya hārati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Victory to the Supreme Gopala! We offer this arati of victory, this eternal arati of praise to Gopala, the Lord.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paramēśa gōpāla jaya hārati, jaya hārati…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Victory to the Supreme Gopala! We offer this arati of victory, this eternal arati of praise to Gopala, the Lord.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mallēlū mōllalū sirī virajājūlū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kōllālūgā tēccē gōpāla kṛṣṇunakku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Gopala Krishna, we have brought for you garlands of jasmine and fragrant offerings.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sēva tatparatayanu sūvāsana nimpū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O child Gopala, fill us with the sweet fragrance of eagerness for your service.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īvēḷa ninu vēḍi kōriyūmṭimi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We pray to You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daya rādā… mā mīda… gōpāla bāla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Krishna, will you not shower your compassion upon us?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paramēśa gōpāla jaya hārati – jaya hārati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Krishna, will you not shower your compassion upon us?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jala kṛīṭā lāḍiṙī gōpāla kṛṣṇa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dēhacitananē jayimpa cēsitivi 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Krishna, Gopala, you encouraged the gopis to overcome their identification with the body as they bathed.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kṛṣṇa nī smaraṇalō mēmū mēnē maricāmū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In remembrance of you, O Krishna, we forget ourselves completely.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gōpāla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bāla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gōpika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lōlā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  <a:latin typeface="Calibri"/>
              </a:rPr>
              <a:t>O Little Krishna, darling of </a:t>
            </a:r>
            <a:r>
              <a:rPr lang="en-US" sz="6600" dirty="0" err="1" smtClean="0">
                <a:solidFill>
                  <a:srgbClr val="FFFF00"/>
                </a:solidFill>
                <a:latin typeface="Calibri"/>
              </a:rPr>
              <a:t>Gopis</a:t>
            </a:r>
            <a:endParaRPr lang="en-US" sz="6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daya rādā… mā mīda… gōpāla bāla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Krishna, will you not shower your compassion upon us?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paramēśa gōpāla jaya hārati – jaya hārati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Supreme Gopala, victory arati to you, eternal arati to you!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daya rādā mā mīda gōpāla bāla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jaya hārati nitya hārati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Shower your mercy upon us, O child Gopala. Victory arati, eternal arati to you!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paramēśa gōpāla jaya hārati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jaya hārati nitya hārati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Supreme Gopala, victory arati to you, eternal arati to you!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283</Words>
  <Application>Microsoft Office PowerPoint</Application>
  <PresentationFormat>On-screen Show (4:3)</PresentationFormat>
  <Paragraphs>31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paramēśa gōpāla jaya hārati</vt:lpstr>
      <vt:lpstr>paramēśa gōpāla jaya hārati jaya hārati nitya hārati </vt:lpstr>
      <vt:lpstr>paramēśa gōpāla jaya hārati, jaya hārati…</vt:lpstr>
      <vt:lpstr>mallēlū mōllalū sirī virajājūlū kōllālūgā tēccē gōpāla kṛṣṇunakku</vt:lpstr>
      <vt:lpstr>sēva tatparatayanu sūvāsana nimpū </vt:lpstr>
      <vt:lpstr>īvēḷa ninu vēḍi kōriyūmṭimi </vt:lpstr>
      <vt:lpstr>daya rādā… mā mīda… gōpāla bāla </vt:lpstr>
      <vt:lpstr>paramēśa gōpāla jaya hārati – jaya hārati </vt:lpstr>
      <vt:lpstr>jala kṛīṭā lāḍiṙī gōpāla kṛṣṇa dēhacitananē jayimpa cēsitivi </vt:lpstr>
      <vt:lpstr>kṛṣṇa nī smaraṇalō mēmū mēnē maricāmū </vt:lpstr>
      <vt:lpstr>gōpāla bāla gōpika lōlā </vt:lpstr>
      <vt:lpstr>daya rādā… mā mīda… gōpāla bāla </vt:lpstr>
      <vt:lpstr>paramēśa gōpāla jaya hārati – jaya hārati </vt:lpstr>
      <vt:lpstr>daya rādā mā mīda gōpāla bāla jaya hārati nitya hārati </vt:lpstr>
      <vt:lpstr>paramēśa gōpāla jaya hārati jaya hārati nitya hārati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paramēśa gōpāla jaya hārati</dc:title>
  <dc:creator>Amrita</dc:creator>
  <cp:lastModifiedBy>Amrita</cp:lastModifiedBy>
  <cp:revision>1</cp:revision>
  <dcterms:created xsi:type="dcterms:W3CDTF">2025-08-23T15:36:05Z</dcterms:created>
  <dcterms:modified xsi:type="dcterms:W3CDTF">2025-08-23T15:39:33Z</dcterms:modified>
</cp:coreProperties>
</file>