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1" r:id="rId2"/>
    <p:sldId id="295" r:id="rId3"/>
    <p:sldId id="296" r:id="rId4"/>
    <p:sldId id="292" r:id="rId5"/>
    <p:sldId id="297" r:id="rId6"/>
    <p:sldId id="293" r:id="rId7"/>
    <p:sldId id="298" r:id="rId8"/>
    <p:sldId id="294" r:id="rId9"/>
    <p:sldId id="29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durgē</a:t>
            </a:r>
            <a:r>
              <a:rPr lang="en-US" sz="6000" dirty="0" smtClean="0"/>
              <a:t> </a:t>
            </a:r>
            <a:r>
              <a:rPr lang="en-US" sz="6000" dirty="0" err="1" smtClean="0"/>
              <a:t>duḥkha-nivāriṇi</a:t>
            </a:r>
            <a:r>
              <a:rPr lang="en-US" sz="6000" dirty="0" smtClean="0"/>
              <a:t> </a:t>
            </a:r>
            <a:r>
              <a:rPr lang="en-US" sz="6000" dirty="0" err="1" smtClean="0"/>
              <a:t>bhavatāriṇī</a:t>
            </a:r>
            <a:r>
              <a:rPr lang="en-US" sz="6000" dirty="0" smtClean="0"/>
              <a:t> </a:t>
            </a:r>
            <a:r>
              <a:rPr lang="en-US" sz="6000" dirty="0" err="1" smtClean="0"/>
              <a:t>amṛtēśvarī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(Malayalam)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durgē</a:t>
            </a:r>
            <a:r>
              <a:rPr lang="en-US" sz="5400" dirty="0" smtClean="0"/>
              <a:t> </a:t>
            </a:r>
            <a:r>
              <a:rPr lang="en-US" sz="5400" dirty="0" err="1" smtClean="0"/>
              <a:t>duḥkha-nivāriṇi</a:t>
            </a:r>
            <a:r>
              <a:rPr lang="en-US" sz="5400" dirty="0" smtClean="0"/>
              <a:t> </a:t>
            </a:r>
            <a:r>
              <a:rPr lang="en-US" sz="5400" dirty="0" err="1" smtClean="0"/>
              <a:t>bhavatāriṇī</a:t>
            </a:r>
            <a:r>
              <a:rPr lang="en-US" sz="5400" dirty="0" smtClean="0"/>
              <a:t> </a:t>
            </a:r>
            <a:r>
              <a:rPr lang="en-US" sz="5400" dirty="0" err="1" smtClean="0"/>
              <a:t>amṛtēśvarī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smtClean="0"/>
              <a:t>ā </a:t>
            </a:r>
            <a:r>
              <a:rPr lang="en-US" sz="5400" dirty="0" err="1" smtClean="0"/>
              <a:t>tṛkkaraṅgaḷil</a:t>
            </a:r>
            <a:r>
              <a:rPr lang="en-US" sz="5400" dirty="0" smtClean="0"/>
              <a:t> </a:t>
            </a:r>
            <a:r>
              <a:rPr lang="en-US" sz="5400" dirty="0" err="1" smtClean="0"/>
              <a:t>etti</a:t>
            </a:r>
            <a:r>
              <a:rPr lang="en-US" sz="5400" dirty="0" smtClean="0"/>
              <a:t> </a:t>
            </a:r>
            <a:r>
              <a:rPr lang="en-US" sz="5400" dirty="0" err="1" smtClean="0"/>
              <a:t>nityamām</a:t>
            </a:r>
            <a:r>
              <a:rPr lang="en-US" sz="5400" dirty="0" smtClean="0"/>
              <a:t> </a:t>
            </a:r>
            <a:r>
              <a:rPr lang="en-US" sz="5400" dirty="0" err="1" smtClean="0"/>
              <a:t>ātma-nirvṛti</a:t>
            </a:r>
            <a:r>
              <a:rPr lang="en-US" sz="5400" dirty="0" smtClean="0"/>
              <a:t> </a:t>
            </a:r>
            <a:r>
              <a:rPr lang="en-US" sz="5400" dirty="0" err="1" smtClean="0"/>
              <a:t>kaivarān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O </a:t>
            </a:r>
            <a:r>
              <a:rPr lang="en-US" sz="4400" dirty="0" err="1" smtClean="0">
                <a:solidFill>
                  <a:srgbClr val="FFFF00"/>
                </a:solidFill>
              </a:rPr>
              <a:t>Durga</a:t>
            </a:r>
            <a:r>
              <a:rPr lang="en-US" sz="4400" dirty="0" smtClean="0">
                <a:solidFill>
                  <a:srgbClr val="FFFF00"/>
                </a:solidFill>
              </a:rPr>
              <a:t>, dispeller of sorrow, you who ferry us across the ocean of </a:t>
            </a:r>
            <a:r>
              <a:rPr lang="en-US" sz="4400" dirty="0" err="1" smtClean="0">
                <a:solidFill>
                  <a:srgbClr val="FFFF00"/>
                </a:solidFill>
              </a:rPr>
              <a:t>samsara</a:t>
            </a:r>
            <a:r>
              <a:rPr lang="en-US" sz="4400" dirty="0" smtClean="0">
                <a:solidFill>
                  <a:srgbClr val="FFFF00"/>
                </a:solidFill>
              </a:rPr>
              <a:t>, goddess of immortal bliss—let me reach your divine arms and revel in the Self. 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śuddha-bhakti</a:t>
            </a:r>
            <a:r>
              <a:rPr lang="en-US" sz="5400" dirty="0" smtClean="0"/>
              <a:t> </a:t>
            </a:r>
            <a:r>
              <a:rPr lang="en-US" sz="5400" dirty="0" err="1" smtClean="0"/>
              <a:t>vivēka</a:t>
            </a:r>
            <a:r>
              <a:rPr lang="en-US" sz="5400" dirty="0" smtClean="0"/>
              <a:t> </a:t>
            </a:r>
            <a:r>
              <a:rPr lang="en-US" sz="5400" dirty="0" err="1" smtClean="0"/>
              <a:t>buddhikaḷ</a:t>
            </a:r>
            <a:r>
              <a:rPr lang="en-US" sz="5400" dirty="0" smtClean="0"/>
              <a:t> </a:t>
            </a:r>
            <a:r>
              <a:rPr lang="en-US" sz="5400" dirty="0" err="1" smtClean="0"/>
              <a:t>nalki</a:t>
            </a:r>
            <a:r>
              <a:rPr lang="en-US" sz="5400" dirty="0" smtClean="0"/>
              <a:t> </a:t>
            </a:r>
            <a:r>
              <a:rPr lang="en-US" sz="5400" dirty="0" err="1" smtClean="0"/>
              <a:t>nī</a:t>
            </a:r>
            <a:r>
              <a:rPr lang="en-US" sz="5400" dirty="0" smtClean="0"/>
              <a:t> </a:t>
            </a:r>
            <a:r>
              <a:rPr lang="en-US" sz="5400" dirty="0" err="1" smtClean="0"/>
              <a:t>kaniyēṇamē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ātma-bōdhattin</a:t>
            </a:r>
            <a:r>
              <a:rPr lang="en-US" sz="5400" dirty="0" smtClean="0"/>
              <a:t> </a:t>
            </a:r>
            <a:r>
              <a:rPr lang="en-US" sz="5400" dirty="0" err="1" smtClean="0"/>
              <a:t>paḍavukaḷ</a:t>
            </a:r>
            <a:r>
              <a:rPr lang="en-US" sz="5400" dirty="0" smtClean="0"/>
              <a:t> </a:t>
            </a:r>
            <a:r>
              <a:rPr lang="en-US" sz="5400" dirty="0" err="1" smtClean="0"/>
              <a:t>kēṙi</a:t>
            </a:r>
            <a:r>
              <a:rPr lang="en-US" sz="5400" dirty="0" smtClean="0"/>
              <a:t> </a:t>
            </a:r>
            <a:r>
              <a:rPr lang="en-US" sz="5400" dirty="0" err="1" smtClean="0"/>
              <a:t>ninnil</a:t>
            </a:r>
            <a:r>
              <a:rPr lang="en-US" sz="5400" dirty="0" smtClean="0"/>
              <a:t> </a:t>
            </a:r>
            <a:r>
              <a:rPr lang="en-US" sz="5400" dirty="0" err="1" smtClean="0"/>
              <a:t>vilayiccīḍuvān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Be </a:t>
            </a:r>
            <a:r>
              <a:rPr lang="en-US" sz="4800" dirty="0" smtClean="0">
                <a:solidFill>
                  <a:srgbClr val="FFFF00"/>
                </a:solidFill>
              </a:rPr>
              <a:t>compassionate; grant me pure devotion and a discerning intellect, that I may ascend the steps to the summit of Self-realization.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triśūla-pāṇini</a:t>
            </a:r>
            <a:r>
              <a:rPr lang="en-US" sz="5400" dirty="0" smtClean="0"/>
              <a:t> en </a:t>
            </a:r>
            <a:r>
              <a:rPr lang="en-US" sz="5400" dirty="0" err="1" smtClean="0"/>
              <a:t>hṛdantam</a:t>
            </a:r>
            <a:r>
              <a:rPr lang="en-US" sz="5400" dirty="0" smtClean="0"/>
              <a:t> </a:t>
            </a:r>
            <a:r>
              <a:rPr lang="en-US" sz="5400" dirty="0" err="1" smtClean="0"/>
              <a:t>ninnil</a:t>
            </a:r>
            <a:r>
              <a:rPr lang="en-US" sz="5400" dirty="0" smtClean="0"/>
              <a:t> </a:t>
            </a:r>
            <a:r>
              <a:rPr lang="en-US" sz="5400" dirty="0" err="1" smtClean="0"/>
              <a:t>āṇu</a:t>
            </a:r>
            <a:r>
              <a:rPr lang="en-US" sz="5400" dirty="0" smtClean="0"/>
              <a:t> </a:t>
            </a:r>
            <a:r>
              <a:rPr lang="en-US" sz="5400" dirty="0" err="1" smtClean="0"/>
              <a:t>nirantaram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śāradē</a:t>
            </a:r>
            <a:r>
              <a:rPr lang="en-US" sz="5400" dirty="0" smtClean="0"/>
              <a:t> </a:t>
            </a:r>
            <a:r>
              <a:rPr lang="en-US" sz="5400" dirty="0" err="1" smtClean="0"/>
              <a:t>tava</a:t>
            </a:r>
            <a:r>
              <a:rPr lang="en-US" sz="5400" dirty="0" smtClean="0"/>
              <a:t> </a:t>
            </a:r>
            <a:r>
              <a:rPr lang="en-US" sz="5400" dirty="0" err="1" smtClean="0"/>
              <a:t>prābhavam</a:t>
            </a:r>
            <a:r>
              <a:rPr lang="en-US" sz="5400" dirty="0" smtClean="0"/>
              <a:t> </a:t>
            </a:r>
            <a:r>
              <a:rPr lang="en-US" sz="5400" dirty="0" err="1" smtClean="0"/>
              <a:t>trimūrttikaḷkkkum</a:t>
            </a:r>
            <a:r>
              <a:rPr lang="en-US" sz="5400" dirty="0" smtClean="0"/>
              <a:t> </a:t>
            </a:r>
            <a:r>
              <a:rPr lang="en-US" sz="5400" dirty="0" err="1" smtClean="0"/>
              <a:t>appuṙam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O Trident-bearing One, my heart is ever immersed in you. O </a:t>
            </a:r>
            <a:r>
              <a:rPr lang="en-US" sz="4800" dirty="0" err="1" smtClean="0">
                <a:solidFill>
                  <a:srgbClr val="FFFF00"/>
                </a:solidFill>
              </a:rPr>
              <a:t>Śāradā</a:t>
            </a:r>
            <a:r>
              <a:rPr lang="en-US" sz="4800" dirty="0" smtClean="0">
                <a:solidFill>
                  <a:srgbClr val="FFFF00"/>
                </a:solidFill>
              </a:rPr>
              <a:t>, your </a:t>
            </a:r>
            <a:r>
              <a:rPr lang="en-US" sz="4800" dirty="0" err="1" smtClean="0">
                <a:solidFill>
                  <a:srgbClr val="FFFF00"/>
                </a:solidFill>
              </a:rPr>
              <a:t>splendour</a:t>
            </a:r>
            <a:r>
              <a:rPr lang="en-US" sz="4800" dirty="0" smtClean="0">
                <a:solidFill>
                  <a:srgbClr val="FFFF00"/>
                </a:solidFill>
              </a:rPr>
              <a:t> surpasses even the glory of the three great Gods. 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vāzhttiyillē</a:t>
            </a:r>
            <a:r>
              <a:rPr lang="en-US" sz="5400" dirty="0" smtClean="0"/>
              <a:t> </a:t>
            </a:r>
            <a:r>
              <a:rPr lang="en-US" sz="5400" dirty="0" err="1" smtClean="0"/>
              <a:t>strōtra-mālakaḷ</a:t>
            </a:r>
            <a:r>
              <a:rPr lang="en-US" sz="5400" dirty="0" smtClean="0"/>
              <a:t> </a:t>
            </a:r>
            <a:r>
              <a:rPr lang="en-US" sz="5400" dirty="0" err="1" smtClean="0"/>
              <a:t>tīrttu</a:t>
            </a:r>
            <a:r>
              <a:rPr lang="en-US" sz="5400" dirty="0" smtClean="0"/>
              <a:t> </a:t>
            </a:r>
            <a:r>
              <a:rPr lang="en-US" sz="5400" dirty="0" err="1" smtClean="0"/>
              <a:t>śaṅkaran</a:t>
            </a:r>
            <a:r>
              <a:rPr lang="en-US" sz="5400" dirty="0" smtClean="0"/>
              <a:t> </a:t>
            </a:r>
            <a:r>
              <a:rPr lang="en-US" sz="5400" dirty="0" err="1" smtClean="0"/>
              <a:t>ambikē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kāttiḍēṇam</a:t>
            </a:r>
            <a:r>
              <a:rPr lang="en-US" sz="5400" dirty="0" smtClean="0"/>
              <a:t> </a:t>
            </a:r>
            <a:r>
              <a:rPr lang="en-US" sz="5400" dirty="0" err="1" smtClean="0"/>
              <a:t>īśvarī</a:t>
            </a:r>
            <a:r>
              <a:rPr lang="en-US" sz="5400" dirty="0" smtClean="0"/>
              <a:t> ī </a:t>
            </a:r>
            <a:r>
              <a:rPr lang="en-US" sz="5400" dirty="0" err="1" smtClean="0"/>
              <a:t>kuññine</a:t>
            </a:r>
            <a:r>
              <a:rPr lang="en-US" sz="5400" dirty="0" smtClean="0"/>
              <a:t> </a:t>
            </a:r>
            <a:r>
              <a:rPr lang="en-US" sz="5400" dirty="0" err="1" smtClean="0"/>
              <a:t>bhuvanēśvarī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err="1" smtClean="0">
                <a:solidFill>
                  <a:srgbClr val="FFFF00"/>
                </a:solidFill>
              </a:rPr>
              <a:t>Ādi</a:t>
            </a:r>
            <a:r>
              <a:rPr lang="en-US" sz="5400" dirty="0" smtClean="0">
                <a:solidFill>
                  <a:srgbClr val="FFFF00"/>
                </a:solidFill>
              </a:rPr>
              <a:t> </a:t>
            </a:r>
            <a:r>
              <a:rPr lang="en-US" sz="5400" dirty="0" err="1" smtClean="0">
                <a:solidFill>
                  <a:srgbClr val="FFFF00"/>
                </a:solidFill>
              </a:rPr>
              <a:t>Śaṅkara</a:t>
            </a:r>
            <a:r>
              <a:rPr lang="en-US" sz="5400" dirty="0" smtClean="0">
                <a:solidFill>
                  <a:srgbClr val="FFFF00"/>
                </a:solidFill>
              </a:rPr>
              <a:t> sang your praises in countless hymns—protect this child, O Mother </a:t>
            </a:r>
            <a:r>
              <a:rPr lang="en-US" sz="5400" dirty="0" err="1" smtClean="0">
                <a:solidFill>
                  <a:srgbClr val="FFFF00"/>
                </a:solidFill>
              </a:rPr>
              <a:t>Ambikā</a:t>
            </a:r>
            <a:r>
              <a:rPr lang="en-US" sz="5400" dirty="0" smtClean="0">
                <a:solidFill>
                  <a:srgbClr val="FFFF00"/>
                </a:solidFill>
              </a:rPr>
              <a:t>, Goddess of the universe.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taḷḷiḍallē</a:t>
            </a:r>
            <a:r>
              <a:rPr lang="en-US" sz="5400" dirty="0" smtClean="0"/>
              <a:t> </a:t>
            </a:r>
            <a:r>
              <a:rPr lang="en-US" sz="5400" dirty="0" err="1" smtClean="0"/>
              <a:t>māya</a:t>
            </a:r>
            <a:r>
              <a:rPr lang="en-US" sz="5400" dirty="0" smtClean="0"/>
              <a:t> </a:t>
            </a:r>
            <a:r>
              <a:rPr lang="en-US" sz="5400" dirty="0" err="1" smtClean="0"/>
              <a:t>tann-atighōramām</a:t>
            </a:r>
            <a:r>
              <a:rPr lang="en-US" sz="5400" dirty="0" smtClean="0"/>
              <a:t> </a:t>
            </a:r>
            <a:r>
              <a:rPr lang="en-US" sz="5400" dirty="0" err="1" smtClean="0"/>
              <a:t>vipinattil</a:t>
            </a:r>
            <a:r>
              <a:rPr lang="en-US" sz="5400" dirty="0" smtClean="0"/>
              <a:t> </a:t>
            </a:r>
            <a:r>
              <a:rPr lang="en-US" sz="5400" dirty="0" err="1" smtClean="0"/>
              <a:t>nī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ende</a:t>
            </a:r>
            <a:r>
              <a:rPr lang="en-US" sz="5400" dirty="0" smtClean="0"/>
              <a:t> </a:t>
            </a:r>
            <a:r>
              <a:rPr lang="en-US" sz="5400" dirty="0" err="1" smtClean="0"/>
              <a:t>kai</a:t>
            </a:r>
            <a:r>
              <a:rPr lang="en-US" sz="5400" dirty="0" smtClean="0"/>
              <a:t> </a:t>
            </a:r>
            <a:r>
              <a:rPr lang="en-US" sz="5400" dirty="0" err="1" smtClean="0"/>
              <a:t>piḍicc-ennum</a:t>
            </a:r>
            <a:r>
              <a:rPr lang="en-US" sz="5400" dirty="0" smtClean="0"/>
              <a:t> </a:t>
            </a:r>
            <a:r>
              <a:rPr lang="en-US" sz="5400" dirty="0" err="1" smtClean="0"/>
              <a:t>tāvaka</a:t>
            </a:r>
            <a:r>
              <a:rPr lang="en-US" sz="5400" dirty="0" smtClean="0"/>
              <a:t> </a:t>
            </a:r>
            <a:r>
              <a:rPr lang="en-US" sz="5400" dirty="0" err="1" smtClean="0"/>
              <a:t>cārē</a:t>
            </a:r>
            <a:r>
              <a:rPr lang="en-US" sz="5400" dirty="0" smtClean="0"/>
              <a:t> </a:t>
            </a:r>
            <a:r>
              <a:rPr lang="en-US" sz="5400" dirty="0" err="1" smtClean="0"/>
              <a:t>cērttu</a:t>
            </a:r>
            <a:r>
              <a:rPr lang="en-US" sz="5400" dirty="0" smtClean="0"/>
              <a:t> </a:t>
            </a:r>
            <a:r>
              <a:rPr lang="en-US" sz="5400" dirty="0" err="1" smtClean="0"/>
              <a:t>piḍiykkaṇē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Do not cast me into the dark jungle of illusion. Hold my hand, hold me close to you and never let me </a:t>
            </a:r>
            <a:r>
              <a:rPr lang="en-US" sz="5400" dirty="0" smtClean="0">
                <a:solidFill>
                  <a:srgbClr val="FFFF00"/>
                </a:solidFill>
              </a:rPr>
              <a:t>go.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citta-vṛttikaḷ</a:t>
            </a:r>
            <a:r>
              <a:rPr lang="en-US" sz="5400" dirty="0" smtClean="0"/>
              <a:t> </a:t>
            </a:r>
            <a:r>
              <a:rPr lang="en-US" sz="5400" dirty="0" err="1" smtClean="0"/>
              <a:t>pāññiḍunn-atibhrāntamāy</a:t>
            </a:r>
            <a:r>
              <a:rPr lang="en-US" sz="5400" dirty="0" smtClean="0"/>
              <a:t> </a:t>
            </a:r>
            <a:r>
              <a:rPr lang="en-US" sz="5400" dirty="0" err="1" smtClean="0"/>
              <a:t>cennāya</a:t>
            </a:r>
            <a:r>
              <a:rPr lang="en-US" sz="5400" dirty="0" smtClean="0"/>
              <a:t> </a:t>
            </a:r>
            <a:r>
              <a:rPr lang="en-US" sz="5400" dirty="0" err="1" smtClean="0"/>
              <a:t>pōl</a:t>
            </a:r>
            <a:r>
              <a:rPr lang="en-US" sz="5400" dirty="0" smtClean="0"/>
              <a:t> </a:t>
            </a:r>
            <a:br>
              <a:rPr lang="en-US" sz="5400" dirty="0" smtClean="0"/>
            </a:br>
            <a:r>
              <a:rPr lang="en-US" sz="5400" dirty="0" err="1" smtClean="0"/>
              <a:t>abhayam</a:t>
            </a:r>
            <a:r>
              <a:rPr lang="en-US" sz="5400" dirty="0" smtClean="0"/>
              <a:t> </a:t>
            </a:r>
            <a:r>
              <a:rPr lang="en-US" sz="5400" dirty="0" err="1" smtClean="0"/>
              <a:t>nin</a:t>
            </a:r>
            <a:r>
              <a:rPr lang="en-US" sz="5400" dirty="0" smtClean="0"/>
              <a:t> </a:t>
            </a:r>
            <a:r>
              <a:rPr lang="en-US" sz="5400" dirty="0" err="1" smtClean="0"/>
              <a:t>tiru</a:t>
            </a:r>
            <a:r>
              <a:rPr lang="en-US" sz="5400" dirty="0" smtClean="0"/>
              <a:t> </a:t>
            </a:r>
            <a:r>
              <a:rPr lang="en-US" sz="5400" dirty="0" err="1" smtClean="0"/>
              <a:t>pāda-yugaḷam</a:t>
            </a:r>
            <a:r>
              <a:rPr lang="en-US" sz="5400" dirty="0" smtClean="0"/>
              <a:t> </a:t>
            </a:r>
            <a:r>
              <a:rPr lang="en-US" sz="5400" dirty="0" err="1" smtClean="0"/>
              <a:t>avaniyil</a:t>
            </a:r>
            <a:r>
              <a:rPr lang="en-US" sz="5400" dirty="0" smtClean="0"/>
              <a:t> </a:t>
            </a:r>
            <a:r>
              <a:rPr lang="en-US" sz="5400" dirty="0" err="1" smtClean="0"/>
              <a:t>paramēśvarī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Thoughts </a:t>
            </a:r>
            <a:r>
              <a:rPr lang="en-US" sz="5400" dirty="0" smtClean="0">
                <a:solidFill>
                  <a:srgbClr val="FFFF00"/>
                </a:solidFill>
              </a:rPr>
              <a:t>hound me like mad wolves; O Supreme Goddess, your divine feet are my only refuge in this world.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ninne</a:t>
            </a:r>
            <a:r>
              <a:rPr lang="en-US" sz="6000" dirty="0" smtClean="0"/>
              <a:t> </a:t>
            </a:r>
            <a:r>
              <a:rPr lang="en-US" sz="6000" dirty="0" err="1" smtClean="0"/>
              <a:t>mātram</a:t>
            </a:r>
            <a:r>
              <a:rPr lang="en-US" sz="6000" dirty="0" smtClean="0"/>
              <a:t> </a:t>
            </a:r>
            <a:r>
              <a:rPr lang="en-US" sz="6000" dirty="0" err="1" smtClean="0"/>
              <a:t>mati</a:t>
            </a:r>
            <a:r>
              <a:rPr lang="en-US" sz="6000" dirty="0" smtClean="0"/>
              <a:t> </a:t>
            </a:r>
            <a:r>
              <a:rPr lang="en-US" sz="6000" dirty="0" err="1" smtClean="0"/>
              <a:t>enikkī</a:t>
            </a:r>
            <a:r>
              <a:rPr lang="en-US" sz="6000" dirty="0" smtClean="0"/>
              <a:t> </a:t>
            </a:r>
            <a:r>
              <a:rPr lang="en-US" sz="6000" dirty="0" err="1" smtClean="0"/>
              <a:t>pāril</a:t>
            </a:r>
            <a:r>
              <a:rPr lang="en-US" sz="6000" dirty="0" smtClean="0"/>
              <a:t> </a:t>
            </a:r>
            <a:r>
              <a:rPr lang="en-US" sz="6000" dirty="0" err="1" smtClean="0"/>
              <a:t>āśrayam</a:t>
            </a:r>
            <a:r>
              <a:rPr lang="en-US" sz="6000" dirty="0" smtClean="0"/>
              <a:t> </a:t>
            </a:r>
            <a:r>
              <a:rPr lang="en-US" sz="6000" dirty="0" err="1" smtClean="0"/>
              <a:t>ēkuvān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nirāśrayam</a:t>
            </a:r>
            <a:r>
              <a:rPr lang="en-US" sz="6000" dirty="0" smtClean="0"/>
              <a:t> ī </a:t>
            </a:r>
            <a:r>
              <a:rPr lang="en-US" sz="6000" dirty="0" err="1" smtClean="0"/>
              <a:t>janmam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veḍiññāl</a:t>
            </a:r>
            <a:r>
              <a:rPr lang="en-US" sz="6000" dirty="0" smtClean="0"/>
              <a:t> </a:t>
            </a:r>
            <a:r>
              <a:rPr lang="en-US" sz="6000" dirty="0" err="1" smtClean="0"/>
              <a:t>niṣphalam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You alone are all I need; you alone can grant me refuge in this world. If you abandon me, my life will be futile, with no one left to grant me shelter. 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/>
              <a:t>abhayam</a:t>
            </a:r>
            <a:r>
              <a:rPr lang="en-US" sz="4800" dirty="0" smtClean="0"/>
              <a:t> </a:t>
            </a:r>
            <a:r>
              <a:rPr lang="en-US" sz="4800" dirty="0" err="1" smtClean="0"/>
              <a:t>ammē</a:t>
            </a:r>
            <a:r>
              <a:rPr lang="en-US" sz="4800" dirty="0" smtClean="0"/>
              <a:t> </a:t>
            </a:r>
            <a:r>
              <a:rPr lang="en-US" sz="4800" dirty="0" err="1" smtClean="0"/>
              <a:t>kuññu-laḷitaykk-abhayam</a:t>
            </a:r>
            <a:r>
              <a:rPr lang="en-US" sz="4800" dirty="0" smtClean="0"/>
              <a:t> </a:t>
            </a:r>
            <a:r>
              <a:rPr lang="en-US" sz="4800" dirty="0" err="1" smtClean="0"/>
              <a:t>prēma-svarūpiṇī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err="1" smtClean="0"/>
              <a:t>svīkarichiḍu</a:t>
            </a:r>
            <a:r>
              <a:rPr lang="en-US" sz="4800" dirty="0" smtClean="0"/>
              <a:t> </a:t>
            </a:r>
            <a:r>
              <a:rPr lang="en-US" sz="4800" dirty="0" err="1" smtClean="0"/>
              <a:t>ennē</a:t>
            </a:r>
            <a:r>
              <a:rPr lang="en-US" sz="4800" dirty="0" smtClean="0"/>
              <a:t> </a:t>
            </a:r>
            <a:r>
              <a:rPr lang="en-US" sz="4800" dirty="0" err="1" smtClean="0"/>
              <a:t>bhagavatī</a:t>
            </a:r>
            <a:r>
              <a:rPr lang="en-US" sz="4800" dirty="0" smtClean="0"/>
              <a:t> </a:t>
            </a:r>
            <a:r>
              <a:rPr lang="en-US" sz="4800" dirty="0" err="1" smtClean="0"/>
              <a:t>kāḷikē</a:t>
            </a:r>
            <a:r>
              <a:rPr lang="en-US" sz="4800" dirty="0" smtClean="0"/>
              <a:t> </a:t>
            </a:r>
            <a:r>
              <a:rPr lang="en-US" sz="4800" dirty="0" err="1" smtClean="0"/>
              <a:t>karuṇāmayī</a:t>
            </a:r>
            <a:endParaRPr lang="en-US" sz="4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Give </a:t>
            </a:r>
            <a:r>
              <a:rPr lang="en-US" sz="4800" dirty="0" smtClean="0">
                <a:solidFill>
                  <a:srgbClr val="FFFF00"/>
                </a:solidFill>
              </a:rPr>
              <a:t>refuge to little </a:t>
            </a:r>
            <a:r>
              <a:rPr lang="en-US" sz="4800" dirty="0" err="1" smtClean="0">
                <a:solidFill>
                  <a:srgbClr val="FFFF00"/>
                </a:solidFill>
              </a:rPr>
              <a:t>Lalitha</a:t>
            </a:r>
            <a:r>
              <a:rPr lang="en-US" sz="4800" dirty="0" smtClean="0">
                <a:solidFill>
                  <a:srgbClr val="FFFF00"/>
                </a:solidFill>
              </a:rPr>
              <a:t>, O Essence of Love—accept me, O Goddess Kali, most compassionate of all.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2869</TotalTime>
  <Words>264</Words>
  <Application>Microsoft Office PowerPoint</Application>
  <PresentationFormat>On-screen Show (4:3)</PresentationFormat>
  <Paragraphs>28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durgē duḥkha-nivāriṇi bhavatāriṇī amṛtēśvarī</vt:lpstr>
      <vt:lpstr>durgē duḥkha-nivāriṇi bhavatāriṇī amṛtēśvarī ā tṛkkaraṅgaḷil etti nityamām ātma-nirvṛti kaivarān</vt:lpstr>
      <vt:lpstr>śuddha-bhakti vivēka buddhikaḷ nalki nī kaniyēṇamē ātma-bōdhattin paḍavukaḷ kēṙi ninnil vilayiccīḍuvān</vt:lpstr>
      <vt:lpstr>triśūla-pāṇini en hṛdantam ninnil āṇu nirantaram śāradē tava prābhavam trimūrttikaḷkkkum appuṙam</vt:lpstr>
      <vt:lpstr>vāzhttiyillē strōtra-mālakaḷ tīrttu śaṅkaran ambikē kāttiḍēṇam īśvarī ī kuññine bhuvanēśvarī</vt:lpstr>
      <vt:lpstr>taḷḷiḍallē māya tann-atighōramām vipinattil nī ende kai piḍicc-ennum tāvaka cārē cērttu piḍiykkaṇē</vt:lpstr>
      <vt:lpstr>citta-vṛttikaḷ pāññiḍunn-atibhrāntamāy cennāya pōl  abhayam nin tiru pāda-yugaḷam avaniyil paramēśvarī</vt:lpstr>
      <vt:lpstr>ninne mātram mati enikkī pāril āśrayam ēkuvān nirāśrayam ī janmam ammē nī veḍiññāl niṣphalam</vt:lpstr>
      <vt:lpstr>abhayam ammē kuññu-laḷitaykk-abhayam prēma-svarūpiṇī svīkarichiḍu ennē bhagavatī kāḷikē karuṇāmayī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325</cp:revision>
  <dcterms:created xsi:type="dcterms:W3CDTF">2006-08-16T00:00:00Z</dcterms:created>
  <dcterms:modified xsi:type="dcterms:W3CDTF">2025-05-21T12:50:33Z</dcterms:modified>
</cp:coreProperties>
</file>