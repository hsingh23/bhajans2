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013D-F20E-4956-83BB-26466D40CD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169A-2246-46DD-8831-9C28083164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013D-F20E-4956-83BB-26466D40CD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169A-2246-46DD-8831-9C28083164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013D-F20E-4956-83BB-26466D40CD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169A-2246-46DD-8831-9C28083164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013D-F20E-4956-83BB-26466D40CD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169A-2246-46DD-8831-9C28083164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013D-F20E-4956-83BB-26466D40CD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169A-2246-46DD-8831-9C28083164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013D-F20E-4956-83BB-26466D40CD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169A-2246-46DD-8831-9C28083164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013D-F20E-4956-83BB-26466D40CD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169A-2246-46DD-8831-9C28083164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013D-F20E-4956-83BB-26466D40CD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169A-2246-46DD-8831-9C28083164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013D-F20E-4956-83BB-26466D40CD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169A-2246-46DD-8831-9C28083164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013D-F20E-4956-83BB-26466D40CD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169A-2246-46DD-8831-9C28083164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B013D-F20E-4956-83BB-26466D40CD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D169A-2246-46DD-8831-9C28083164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B013D-F20E-4956-83BB-26466D40CD8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D169A-2246-46DD-8831-9C28083164C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vātsalyam etrayō nī coriññu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vātsalyam etrayō nī coriññu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teṫṫukaḷ etrayō nī poṙuttu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Mother! You have showered immense grace upon me. You forgave the countless mistakes I made.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śāsana etra nī nalki ammē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sārōkti etrayō colli ammē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With loving discipline, you shaped me — teaching me virtue and moral truth.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eṅgane ikkaḍam vīṭṭum ammē?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eṅgane nandi collīḍum ivan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How can I ever repay this debt? In what way can I express my gratitude?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tīrākkaḍavumāy ammē ivan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nityavum ninnuḍe cintayilāy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Lost in reverie of you, I dwell in this unending debt.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ammaykku nalkān orumma mātram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kaṇṇīr oru tuḷḷi ñān pozhikkām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have only a kiss to offer you, O Mother — a single tear, born of 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en mānasam itil uṇḍu tāyē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vākkāl paṙayāvatallat-ammē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Within that tear lies my heart, a silent offering beyond words.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sāndra-maunattil ñān ammayumāy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ēkībhaviccallō nityam ammē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a silence dense and profound, I became one with you, O Mother.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ñān illātāyi kaḍam vīṭṭuvān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ānanda-nirvṛti mātramāyi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 “I” ceased to exist. To repay the debt, only blissful fulfilment remains.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vātsalyam etrayō nī coriññu</vt:lpstr>
      <vt:lpstr>vātsalyam etrayō nī coriññu teṫṫukaḷ etrayō nī poṙuttu</vt:lpstr>
      <vt:lpstr>śāsana etra nī nalki ammē sārōkti etrayō colli ammē</vt:lpstr>
      <vt:lpstr>eṅgane ikkaḍam vīṭṭum ammē? eṅgane nandi collīḍum ivan</vt:lpstr>
      <vt:lpstr>tīrākkaḍavumāy ammē ivan nityavum ninnuḍe cintayilāy</vt:lpstr>
      <vt:lpstr>ammaykku nalkān orumma mātram kaṇṇīr oru tuḷḷi ñān pozhikkām</vt:lpstr>
      <vt:lpstr>en mānasam itil uṇḍu tāyē vākkāl paṙayāvatallat-ammē</vt:lpstr>
      <vt:lpstr>sāndra-maunattil ñān ammayumāy ēkībhaviccallō nityam ammē</vt:lpstr>
      <vt:lpstr>ñān illātāyi kaḍam vīṭṭuvān ānanda-nirvṛti mātramāyi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vātsalyam etrayō nī coriññu</dc:title>
  <dc:creator>Amrita</dc:creator>
  <cp:lastModifiedBy>Amrita</cp:lastModifiedBy>
  <cp:revision>1</cp:revision>
  <dcterms:created xsi:type="dcterms:W3CDTF">2025-07-13T13:44:37Z</dcterms:created>
  <dcterms:modified xsi:type="dcterms:W3CDTF">2025-07-13T13:45:19Z</dcterms:modified>
</cp:coreProperties>
</file>