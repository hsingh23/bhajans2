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628" y="-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6D6C-3ADB-447E-95BE-D4B02AEE779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DEEB1-45D2-43CC-8853-63A85B0F4D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6D6C-3ADB-447E-95BE-D4B02AEE779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DEEB1-45D2-43CC-8853-63A85B0F4D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6D6C-3ADB-447E-95BE-D4B02AEE779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DEEB1-45D2-43CC-8853-63A85B0F4D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6D6C-3ADB-447E-95BE-D4B02AEE779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DEEB1-45D2-43CC-8853-63A85B0F4D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6D6C-3ADB-447E-95BE-D4B02AEE779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DEEB1-45D2-43CC-8853-63A85B0F4D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6D6C-3ADB-447E-95BE-D4B02AEE779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DEEB1-45D2-43CC-8853-63A85B0F4D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6D6C-3ADB-447E-95BE-D4B02AEE779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DEEB1-45D2-43CC-8853-63A85B0F4D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6D6C-3ADB-447E-95BE-D4B02AEE779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DEEB1-45D2-43CC-8853-63A85B0F4D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6D6C-3ADB-447E-95BE-D4B02AEE779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DEEB1-45D2-43CC-8853-63A85B0F4D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6D6C-3ADB-447E-95BE-D4B02AEE779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DEEB1-45D2-43CC-8853-63A85B0F4D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36D6C-3ADB-447E-95BE-D4B02AEE779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8DEEB1-45D2-43CC-8853-63A85B0F4D2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036D6C-3ADB-447E-95BE-D4B02AEE7799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DEEB1-45D2-43CC-8853-63A85B0F4D2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ādimātastava caraṇa-rēṇu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(Samskritam)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ādimātastava caraṇa-rēṇu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māyā prapañcikādhāra-rēṇu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Primordial Mother! This vast universe of illusion was born from the dust of your lotus 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ālōkajīvīnām āśraya-hētu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kālimātastava caraṇa-rēṇu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O Mother Kali! All beings, on earth and in the heavens seek refuge in that sacred dust.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sakalānām akhilādhi vyādhihāri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ihapara jīvitāmaya hāriṇi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It destroys mental afflictions and cures the deepest diseases. It wipes away sorrow from every heart, of all beings on heaven and earth.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ihapara lōkaika lābhakāri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mama mātuḥ pāvana pādarēṇu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O Divine Mother! The dust from your feet bestows merit upon both heaven and earth.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kāḷikē karuṇāmayi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jagadāśraye līlāmayi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O Kali, embodiment of compassion… Refuge of the whole world, playful One…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ādinātha purā sṛjanakālē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āśritam khalu tava caraṇa-rēṇu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Even Brahma, the creator, took the dust from your lotus feet to create this universe.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āśraya hīnayā ēkālambam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āśrayēham sadā jñāna-rēṇu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I am helpless with no one to call my own but you. I take refuge in the dust of your feet, seeking the light of true knowledge.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anarhayām mayi tava divyarēṇu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anukṣaṇam pātaya karuṇāmayi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I am unworthy but if even a speck of that dust touches me, O Compassionate One, all the impurities in my heart will be destroyed.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alamalam tadalam tvad caraṇarēṇu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hṛnmalanāśāya sakalāśrayē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In that sacred dust, O Mother, I take refuge to purify this heart of mine.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kāḷikē karuṇāmayi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jagadāśraye līlāmayi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O Kali, embodiment of compassion… Refuge of the whole world, playful One…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239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ādimātastava caraṇa-rēṇu</vt:lpstr>
      <vt:lpstr>ādimātastava caraṇa-rēṇu māyā prapañcikādhāra-rēṇu</vt:lpstr>
      <vt:lpstr>ālōkajīvīnām āśraya-hētu kālimātastava caraṇa-rēṇu</vt:lpstr>
      <vt:lpstr>sakalānām akhilādhi vyādhihāri ihapara jīvitāmaya hāriṇi</vt:lpstr>
      <vt:lpstr>ihapara lōkaika lābhakāri mama mātuḥ pāvana pādarēṇu</vt:lpstr>
      <vt:lpstr>kāḷikē karuṇāmayi jagadāśraye līlāmayi</vt:lpstr>
      <vt:lpstr>ādinātha purā sṛjanakālē āśritam khalu tava caraṇa-rēṇu</vt:lpstr>
      <vt:lpstr>āśraya hīnayā ēkālambam āśrayēham sadā jñāna-rēṇu</vt:lpstr>
      <vt:lpstr>anarhayām mayi tava divyarēṇu anukṣaṇam pātaya karuṇāmayi</vt:lpstr>
      <vt:lpstr>alamalam tadalam tvad caraṇarēṇu hṛnmalanāśāya sakalāśrayē</vt:lpstr>
      <vt:lpstr>kāḷikē karuṇāmayi jagadāśraye līlāmayi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ādimātastava caraṇa-rēṇu</dc:title>
  <dc:creator>Amrita</dc:creator>
  <cp:lastModifiedBy>Amrita</cp:lastModifiedBy>
  <cp:revision>1</cp:revision>
  <dcterms:created xsi:type="dcterms:W3CDTF">2025-08-01T17:31:24Z</dcterms:created>
  <dcterms:modified xsi:type="dcterms:W3CDTF">2025-08-01T17:31:57Z</dcterms:modified>
</cp:coreProperties>
</file>