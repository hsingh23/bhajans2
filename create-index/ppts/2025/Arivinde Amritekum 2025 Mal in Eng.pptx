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6DC6B-4956-4294-B034-A94901C5F00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338BA-2694-4A8B-8950-21DE631925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aṙivinde amṛtēkum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aṙivinde amṛtēkum abhirāma-gēham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aṙivinde śruti cērnnu viḍarunna svapnam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heart is a home, delighting in the gift of self-realization—a dream that blossoms in the rhythmic beat of compassion.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aṙiyāt-oranubhūti utirunna kalpam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atimōhanam divya-sukṛtam ī kṣētram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It abides in divine exultation, in a bliss yet unknown. The temple of the heart is sacred and serene, a radiant abode of auspiciousness.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ulakinde aḍivēru tirayunna dharmam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uṇarvinde śṛṅgaṅgaḷ uṇarunna maunam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Its dharma is to seek the source of all creation. In silence, it ascends to the summit of awareness.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madhura-gītattinde taraḷam oru tāḷam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aviratam oranubhūta dhanyam ī kṣētram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When the heart dissolves into that stillness, life becomes a melody—a rhythm of magnanimity. The sacred temple of the heart abides in constant bliss.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uyiril oru suragaṅga ozhukunna yāmam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mahita-snēhattinde mṛdulam oru spandam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The heavenly Ganga flows through the body when the heart rests in deep silence. It feels the soft throbbing of renewal—of divine love.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nityatā-bōdhattil amarunna cittam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tirayaḍicc-uṇarunnor-arṇṇava-kṣētram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Immersed in the knowledge of eternal truth, the heart becomes an ocean, awakened by tumultuous waves of bliss.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hṛdayam oru kṣētram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atil oru suddīpam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aṇayātt-oruṇma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teḷivuṫṫa bōdham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The heart is a sacred temple, where an eternal flame burns bright—a clear and steady awareness of a truth that never dies.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aṙivinde amṛtēkum</vt:lpstr>
      <vt:lpstr>aṙivinde amṛtēkum abhirāma-gēham aṙivinde śruti cērnnu viḍarunna svapnam</vt:lpstr>
      <vt:lpstr>aṙiyāt-oranubhūti utirunna kalpam atimōhanam divya-sukṛtam ī kṣētram</vt:lpstr>
      <vt:lpstr>ulakinde aḍivēru tirayunna dharmam uṇarvinde śṛṅgaṅgaḷ uṇarunna maunam</vt:lpstr>
      <vt:lpstr>madhura-gītattinde taraḷam oru tāḷam aviratam oranubhūta dhanyam ī kṣētram</vt:lpstr>
      <vt:lpstr>uyiril oru suragaṅga ozhukunna yāmam mahita-snēhattinde mṛdulam oru spandam</vt:lpstr>
      <vt:lpstr>nityatā-bōdhattil amarunna cittam tirayaḍicc-uṇarunnor-arṇṇava-kṣētram</vt:lpstr>
      <vt:lpstr>hṛdayam oru kṣētram atil oru suddīpam aṇayātt-oruṇma tan teḷivuṫṫa bōdham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aṙivinde amṛtēkum</dc:title>
  <dc:creator>Amrita</dc:creator>
  <cp:lastModifiedBy>Amrita</cp:lastModifiedBy>
  <cp:revision>1</cp:revision>
  <dcterms:created xsi:type="dcterms:W3CDTF">2025-07-25T10:54:42Z</dcterms:created>
  <dcterms:modified xsi:type="dcterms:W3CDTF">2025-07-25T10:55:18Z</dcterms:modified>
</cp:coreProperties>
</file>