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7F2FC-589E-4BA7-9B6E-0DDF3CB42E0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7D0D-3F59-4418-94AC-0FD96C551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7F2FC-589E-4BA7-9B6E-0DDF3CB42E0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7D0D-3F59-4418-94AC-0FD96C551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7F2FC-589E-4BA7-9B6E-0DDF3CB42E0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7D0D-3F59-4418-94AC-0FD96C551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7F2FC-589E-4BA7-9B6E-0DDF3CB42E0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7D0D-3F59-4418-94AC-0FD96C551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7F2FC-589E-4BA7-9B6E-0DDF3CB42E0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7D0D-3F59-4418-94AC-0FD96C551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7F2FC-589E-4BA7-9B6E-0DDF3CB42E0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7D0D-3F59-4418-94AC-0FD96C551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7F2FC-589E-4BA7-9B6E-0DDF3CB42E0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7D0D-3F59-4418-94AC-0FD96C551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7F2FC-589E-4BA7-9B6E-0DDF3CB42E0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7D0D-3F59-4418-94AC-0FD96C551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7F2FC-589E-4BA7-9B6E-0DDF3CB42E0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7D0D-3F59-4418-94AC-0FD96C551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7F2FC-589E-4BA7-9B6E-0DDF3CB42E0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7D0D-3F59-4418-94AC-0FD96C551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7F2FC-589E-4BA7-9B6E-0DDF3CB42E0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A7D0D-3F59-4418-94AC-0FD96C551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7F2FC-589E-4BA7-9B6E-0DDF3CB42E0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A7D0D-3F59-4418-94AC-0FD96C55156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kārmukil niṙam ārnnor-en kārvarṇṇane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kārmukil niṙam ārnnor-en kārvarṇṇane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nī en kaṇṇukaḷil nīr pakarnnat-entinu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Krishna! You who have taken on the hue of a rain-laden cloud—why do you fill my eyes with tears?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virahattin duḥkha-tāpam ericcīḍunnu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vanamāliyuḍe ōrma ivaḷe mathiccīḍunnu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My heart burns with the pain of separation from you; thoughts of you bring great anguish, O you who wears a garland of wild forest flowers.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kārmukil niṙam ārnnor-en kārvarṇṇane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nī en kaṇṇukaḷil nīr pakarnnat-entinu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Krishna! You who have taken on the hue of a rain-laden cloud—why do you fill my eyes with tears?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tirike varū śyāma-varṇṇā tarika darśanam hṛttil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poriveyil pōl perukiḍunnu śōka-tāpanam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Come back, O Krishna, grant me your darshan! Within my heart, sorrow wells up like the heat of noon.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rādhikaykku virahāgniyil vāsam orukki… innī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ōtīḍunnat-onnum allal tīrkkuvatalla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You have left Radhika to dwell in the fire of your separation. The words you sent through your messenger cannot ease this grief.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vāridhikaḷkk-appuṙattu arkkanuṇḍennāl iṅgu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vārijattin itaḷukaḷ viḍarnnīḍumō?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When the sun sets and slips beyond the oceans, the lotus petals cannot bloom.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vāsudēvan vāṇiḍunna mathurayaṅgu tān ennāl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vārijākṣi rādhikayō gōkulattilum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Mathura, where you now reign, lies far from Gokulam, where lotus-eyed Radha waits.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500" smtClean="0">
                <a:solidFill>
                  <a:srgbClr val="FFFFFF"/>
                </a:solidFill>
                <a:latin typeface="Calibri"/>
              </a:rPr>
              <a:t>	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vāymozhiyāl connīḍuvān āvatillahō kaṇṇā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vācyamāyatalla innavācyamām vyathā</a:t>
            </a:r>
            <a:endParaRPr lang="en-US" sz="4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Krishna, this sorrow that consumes me defies all words. It grows unbearable.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ādhiyāl dahicciḍunnoren munnilāy nī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ādiśēṣa talpaśāyin āgamikkumō?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O Mahavishnu, who reclines on the serpent Adishesha, will you not come to me?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kārmukil niṙam ārnnor-en kārvarṇṇane</vt:lpstr>
      <vt:lpstr>kārmukil niṙam ārnnor-en kārvarṇṇane nī en kaṇṇukaḷil nīr pakarnnat-entinu</vt:lpstr>
      <vt:lpstr>virahattin duḥkha-tāpam ericcīḍunnu  vanamāliyuḍe ōrma ivaḷe mathiccīḍunnu</vt:lpstr>
      <vt:lpstr>kārmukil niṙam ārnnor-en kārvarṇṇane nī en kaṇṇukaḷil nīr pakarnnat-entinu</vt:lpstr>
      <vt:lpstr>tirike varū śyāma-varṇṇā tarika darśanam hṛttil poriveyil pōl perukiḍunnu śōka-tāpanam</vt:lpstr>
      <vt:lpstr>rādhikaykku virahāgniyil vāsam orukki… innī ōtīḍunnat-onnum allal tīrkkuvatalla</vt:lpstr>
      <vt:lpstr>vāridhikaḷkk-appuṙattu arkkanuṇḍennāl iṅgu vārijattin itaḷukaḷ viḍarnnīḍumō? </vt:lpstr>
      <vt:lpstr>vāsudēvan vāṇiḍunna mathurayaṅgu tān ennāl vārijākṣi rādhikayō gōkulattilum</vt:lpstr>
      <vt:lpstr>  vāymozhiyāl connīḍuvān āvatillahō kaṇṇā vācyamāyatalla innavācyamām vyathā</vt:lpstr>
      <vt:lpstr>ādhiyāl dahicciḍunnoren munnilāy nī ādiśēṣa talpaśāyin āgamikkumō?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kārmukil niṙam ārnnor-en kārvarṇṇane</dc:title>
  <dc:creator>Amrita</dc:creator>
  <cp:lastModifiedBy>Amrita</cp:lastModifiedBy>
  <cp:revision>1</cp:revision>
  <dcterms:created xsi:type="dcterms:W3CDTF">2025-08-04T05:06:10Z</dcterms:created>
  <dcterms:modified xsi:type="dcterms:W3CDTF">2025-08-04T05:06:34Z</dcterms:modified>
</cp:coreProperties>
</file>