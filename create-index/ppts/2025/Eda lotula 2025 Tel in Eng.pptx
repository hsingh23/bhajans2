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7" r:id="rId2"/>
    <p:sldId id="291" r:id="rId3"/>
    <p:sldId id="288" r:id="rId4"/>
    <p:sldId id="292" r:id="rId5"/>
    <p:sldId id="289" r:id="rId6"/>
    <p:sldId id="293" r:id="rId7"/>
    <p:sldId id="29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69" d="100"/>
          <a:sy n="69" d="100"/>
        </p:scale>
        <p:origin x="-66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000" dirty="0" err="1"/>
              <a:t>eda</a:t>
            </a:r>
            <a:r>
              <a:rPr lang="en-US" sz="8000" dirty="0"/>
              <a:t> </a:t>
            </a:r>
            <a:r>
              <a:rPr lang="en-US" sz="8000" dirty="0" err="1"/>
              <a:t>lōtula</a:t>
            </a:r>
            <a:endParaRPr lang="en-US" sz="8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>
                <a:solidFill>
                  <a:srgbClr val="FFFF00"/>
                </a:solidFill>
              </a:rPr>
              <a:t>(Telugu)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2766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eda</a:t>
            </a:r>
            <a:r>
              <a:rPr lang="en-US" sz="5400" dirty="0" smtClean="0"/>
              <a:t> </a:t>
            </a:r>
            <a:r>
              <a:rPr lang="en-US" sz="5400" dirty="0" err="1" smtClean="0"/>
              <a:t>lōtula</a:t>
            </a:r>
            <a:r>
              <a:rPr lang="en-US" sz="5400" dirty="0" smtClean="0"/>
              <a:t> </a:t>
            </a:r>
            <a:r>
              <a:rPr lang="en-US" sz="5400" dirty="0" err="1" smtClean="0"/>
              <a:t>koluvu</a:t>
            </a:r>
            <a:r>
              <a:rPr lang="en-US" sz="5400" dirty="0" smtClean="0"/>
              <a:t> </a:t>
            </a:r>
            <a:r>
              <a:rPr lang="en-US" sz="5400" dirty="0" err="1" smtClean="0"/>
              <a:t>tīra</a:t>
            </a:r>
            <a:r>
              <a:rPr lang="en-US" sz="5400" dirty="0" smtClean="0"/>
              <a:t> </a:t>
            </a:r>
            <a:r>
              <a:rPr lang="en-US" sz="5400" dirty="0" err="1" smtClean="0"/>
              <a:t>īśaputra</a:t>
            </a:r>
            <a:r>
              <a:rPr lang="en-US" sz="5400" dirty="0" smtClean="0"/>
              <a:t>! </a:t>
            </a:r>
            <a:r>
              <a:rPr lang="en-US" sz="5400" dirty="0" err="1" smtClean="0"/>
              <a:t>kadalī</a:t>
            </a:r>
            <a:r>
              <a:rPr lang="en-US" sz="5400" dirty="0" smtClean="0"/>
              <a:t> </a:t>
            </a:r>
            <a:r>
              <a:rPr lang="en-US" sz="5400" dirty="0" err="1" smtClean="0"/>
              <a:t>rāvā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praṇavanāda</a:t>
            </a:r>
            <a:r>
              <a:rPr lang="en-US" sz="5400" dirty="0" smtClean="0"/>
              <a:t> </a:t>
            </a:r>
            <a:r>
              <a:rPr lang="en-US" sz="5400" dirty="0" err="1" smtClean="0"/>
              <a:t>sudhalu</a:t>
            </a:r>
            <a:r>
              <a:rPr lang="en-US" sz="5400" dirty="0" smtClean="0"/>
              <a:t> </a:t>
            </a:r>
            <a:r>
              <a:rPr lang="en-US" sz="5400" dirty="0" err="1" smtClean="0"/>
              <a:t>ponga</a:t>
            </a:r>
            <a:r>
              <a:rPr lang="en-US" sz="5400" dirty="0" smtClean="0"/>
              <a:t> </a:t>
            </a:r>
            <a:r>
              <a:rPr lang="en-US" sz="5400" dirty="0" err="1" smtClean="0"/>
              <a:t>vakratuṇḍa</a:t>
            </a:r>
            <a:r>
              <a:rPr lang="en-US" sz="5400" dirty="0" smtClean="0"/>
              <a:t> </a:t>
            </a:r>
            <a:r>
              <a:rPr lang="en-US" sz="5400" dirty="0" err="1" smtClean="0"/>
              <a:t>kanarāvā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ts val="4800"/>
              </a:lnSpc>
            </a:pPr>
            <a:r>
              <a:rPr lang="en-US" sz="4400" dirty="0" smtClean="0">
                <a:solidFill>
                  <a:srgbClr val="FFFF00"/>
                </a:solidFill>
              </a:rPr>
              <a:t>O </a:t>
            </a:r>
            <a:r>
              <a:rPr lang="en-US" sz="4400" dirty="0" err="1" smtClean="0">
                <a:solidFill>
                  <a:srgbClr val="FFFF00"/>
                </a:solidFill>
              </a:rPr>
              <a:t>Ganesha</a:t>
            </a:r>
            <a:r>
              <a:rPr lang="en-US" sz="4400" dirty="0" smtClean="0">
                <a:solidFill>
                  <a:srgbClr val="FFFF00"/>
                </a:solidFill>
              </a:rPr>
              <a:t>, Son of Lord Shiva, please enter the depths of my heart and make it your palace. O Lord with the curved trunk, as you appear before me, the nectar of the sound ‘Om’ overflows.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toli</a:t>
            </a:r>
            <a:r>
              <a:rPr lang="en-US" sz="6000" dirty="0" smtClean="0"/>
              <a:t> </a:t>
            </a:r>
            <a:r>
              <a:rPr lang="en-US" sz="6000" dirty="0" err="1" smtClean="0"/>
              <a:t>pūjalu</a:t>
            </a:r>
            <a:r>
              <a:rPr lang="en-US" sz="6000" dirty="0" smtClean="0"/>
              <a:t> </a:t>
            </a:r>
            <a:r>
              <a:rPr lang="en-US" sz="6000" dirty="0" err="1" smtClean="0"/>
              <a:t>andukoni</a:t>
            </a:r>
            <a:r>
              <a:rPr lang="en-US" sz="6000" dirty="0" smtClean="0"/>
              <a:t> </a:t>
            </a:r>
            <a:r>
              <a:rPr lang="en-US" sz="6000" dirty="0" err="1" smtClean="0"/>
              <a:t>ādipūjya</a:t>
            </a:r>
            <a:r>
              <a:rPr lang="en-US" sz="6000" dirty="0" smtClean="0"/>
              <a:t> </a:t>
            </a:r>
            <a:r>
              <a:rPr lang="en-US" sz="6000" dirty="0" err="1" smtClean="0"/>
              <a:t>gaṇēśā</a:t>
            </a:r>
            <a:r>
              <a:rPr lang="en-US" sz="6000" dirty="0" smtClean="0"/>
              <a:t> - </a:t>
            </a:r>
            <a:r>
              <a:rPr lang="en-US" sz="6000" dirty="0" err="1" smtClean="0"/>
              <a:t>vighnamula</a:t>
            </a:r>
            <a:r>
              <a:rPr lang="en-US" sz="6000" dirty="0" smtClean="0"/>
              <a:t> </a:t>
            </a:r>
            <a:r>
              <a:rPr lang="en-US" sz="6000" dirty="0" err="1" smtClean="0"/>
              <a:t>parihariñcu</a:t>
            </a:r>
            <a:r>
              <a:rPr lang="en-US" sz="6000" dirty="0" smtClean="0"/>
              <a:t> </a:t>
            </a:r>
            <a:r>
              <a:rPr lang="en-US" sz="6000" dirty="0" err="1" smtClean="0"/>
              <a:t>kāryasiddhi</a:t>
            </a:r>
            <a:r>
              <a:rPr lang="en-US" sz="6000" dirty="0" smtClean="0"/>
              <a:t> </a:t>
            </a:r>
            <a:r>
              <a:rPr lang="en-US" sz="6000" dirty="0" err="1" smtClean="0"/>
              <a:t>dāyakā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Lord </a:t>
            </a:r>
            <a:r>
              <a:rPr lang="en-US" sz="5400" dirty="0" err="1" smtClean="0">
                <a:solidFill>
                  <a:srgbClr val="FFFF00"/>
                </a:solidFill>
              </a:rPr>
              <a:t>Ganesha</a:t>
            </a:r>
            <a:r>
              <a:rPr lang="en-US" sz="5400" dirty="0" smtClean="0">
                <a:solidFill>
                  <a:srgbClr val="FFFF00"/>
                </a:solidFill>
              </a:rPr>
              <a:t>, receiver of the first worship! You remove all obstacles and grant success.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2766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mōdakālū</a:t>
            </a:r>
            <a:r>
              <a:rPr lang="en-US" sz="5400" dirty="0" smtClean="0"/>
              <a:t> </a:t>
            </a:r>
            <a:r>
              <a:rPr lang="en-US" sz="5400" dirty="0" err="1" smtClean="0"/>
              <a:t>svīkariñci</a:t>
            </a:r>
            <a:r>
              <a:rPr lang="en-US" sz="5400" dirty="0" smtClean="0"/>
              <a:t> </a:t>
            </a:r>
            <a:r>
              <a:rPr lang="en-US" sz="5400" dirty="0" err="1" smtClean="0"/>
              <a:t>mōdamosagu</a:t>
            </a:r>
            <a:r>
              <a:rPr lang="en-US" sz="5400" dirty="0" smtClean="0"/>
              <a:t> </a:t>
            </a:r>
            <a:r>
              <a:rPr lang="en-US" sz="5400" dirty="0" err="1" smtClean="0"/>
              <a:t>vighnēśā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buddhi-siddhulonagūrci</a:t>
            </a:r>
            <a:r>
              <a:rPr lang="en-US" sz="5400" dirty="0" smtClean="0"/>
              <a:t> </a:t>
            </a:r>
            <a:r>
              <a:rPr lang="en-US" sz="5400" dirty="0" err="1" smtClean="0"/>
              <a:t>mukti</a:t>
            </a:r>
            <a:r>
              <a:rPr lang="en-US" sz="5400" dirty="0" smtClean="0"/>
              <a:t> </a:t>
            </a:r>
            <a:r>
              <a:rPr lang="en-US" sz="5400" dirty="0" err="1" smtClean="0"/>
              <a:t>nosagu</a:t>
            </a:r>
            <a:r>
              <a:rPr lang="en-US" sz="5400" dirty="0" smtClean="0"/>
              <a:t> </a:t>
            </a:r>
            <a:r>
              <a:rPr lang="en-US" sz="5400" dirty="0" err="1" smtClean="0"/>
              <a:t>bhakta-varada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276600"/>
            <a:ext cx="9144000" cy="3581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ts val="4800"/>
              </a:lnSpc>
            </a:pPr>
            <a:r>
              <a:rPr lang="en-US" sz="4800" dirty="0" smtClean="0">
                <a:solidFill>
                  <a:srgbClr val="FFFF00"/>
                </a:solidFill>
              </a:rPr>
              <a:t>O Lord </a:t>
            </a:r>
            <a:r>
              <a:rPr lang="en-US" sz="4800" dirty="0" err="1" smtClean="0">
                <a:solidFill>
                  <a:srgbClr val="FFFF00"/>
                </a:solidFill>
              </a:rPr>
              <a:t>Vighnesha</a:t>
            </a:r>
            <a:r>
              <a:rPr lang="en-US" sz="4800" dirty="0" smtClean="0">
                <a:solidFill>
                  <a:srgbClr val="FFFF00"/>
                </a:solidFill>
              </a:rPr>
              <a:t>, you accept our offerings of </a:t>
            </a:r>
            <a:r>
              <a:rPr lang="en-US" sz="4800" dirty="0" err="1" smtClean="0">
                <a:solidFill>
                  <a:srgbClr val="FFFF00"/>
                </a:solidFill>
              </a:rPr>
              <a:t>modakas</a:t>
            </a:r>
            <a:r>
              <a:rPr lang="en-US" sz="4800" dirty="0" smtClean="0">
                <a:solidFill>
                  <a:srgbClr val="FFFF00"/>
                </a:solidFill>
              </a:rPr>
              <a:t> and bless us with happiness. O </a:t>
            </a:r>
            <a:r>
              <a:rPr lang="en-US" sz="4800" dirty="0" err="1" smtClean="0">
                <a:solidFill>
                  <a:srgbClr val="FFFF00"/>
                </a:solidFill>
              </a:rPr>
              <a:t>bestower</a:t>
            </a:r>
            <a:r>
              <a:rPr lang="en-US" sz="4800" dirty="0" smtClean="0">
                <a:solidFill>
                  <a:srgbClr val="FFFF00"/>
                </a:solidFill>
              </a:rPr>
              <a:t> of boons, you grant wisdom and knowledge, and lead us to liberation.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svāmi</a:t>
            </a:r>
            <a:r>
              <a:rPr lang="en-US" sz="6000" dirty="0" smtClean="0"/>
              <a:t>! </a:t>
            </a:r>
            <a:r>
              <a:rPr lang="en-US" sz="6000" dirty="0" err="1" smtClean="0"/>
              <a:t>viśvāntarātmā</a:t>
            </a:r>
            <a:r>
              <a:rPr lang="en-US" sz="6000" dirty="0" smtClean="0"/>
              <a:t> </a:t>
            </a:r>
            <a:r>
              <a:rPr lang="en-US" sz="6000" dirty="0" err="1" smtClean="0"/>
              <a:t>praṇava-svarūpā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vidyā</a:t>
            </a:r>
            <a:r>
              <a:rPr lang="en-US" sz="6000" dirty="0" smtClean="0"/>
              <a:t> </a:t>
            </a:r>
            <a:r>
              <a:rPr lang="en-US" sz="6000" dirty="0" err="1" smtClean="0"/>
              <a:t>jñānādhinātha</a:t>
            </a:r>
            <a:r>
              <a:rPr lang="en-US" sz="6000" dirty="0" smtClean="0"/>
              <a:t> </a:t>
            </a:r>
            <a:r>
              <a:rPr lang="en-US" sz="6000" dirty="0" err="1" smtClean="0"/>
              <a:t>gauri</a:t>
            </a:r>
            <a:r>
              <a:rPr lang="en-US" sz="6000" dirty="0" smtClean="0"/>
              <a:t> </a:t>
            </a:r>
            <a:r>
              <a:rPr lang="en-US" sz="6000" dirty="0" err="1" smtClean="0"/>
              <a:t>putra</a:t>
            </a:r>
            <a:r>
              <a:rPr lang="en-US" sz="6000" dirty="0" smtClean="0"/>
              <a:t> </a:t>
            </a:r>
            <a:r>
              <a:rPr lang="en-US" sz="6000" dirty="0" err="1" smtClean="0"/>
              <a:t>gajānanā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ts val="4800"/>
              </a:lnSpc>
            </a:pPr>
            <a:r>
              <a:rPr lang="en-US" sz="4800" dirty="0" smtClean="0">
                <a:solidFill>
                  <a:srgbClr val="FFFF00"/>
                </a:solidFill>
              </a:rPr>
              <a:t>O Lord with the elephant face, son of </a:t>
            </a:r>
            <a:r>
              <a:rPr lang="en-US" sz="4800" dirty="0" err="1" smtClean="0">
                <a:solidFill>
                  <a:srgbClr val="FFFF00"/>
                </a:solidFill>
              </a:rPr>
              <a:t>Gauri</a:t>
            </a:r>
            <a:r>
              <a:rPr lang="en-US" sz="4800" dirty="0" smtClean="0">
                <a:solidFill>
                  <a:srgbClr val="FFFF00"/>
                </a:solidFill>
              </a:rPr>
              <a:t>! You are the soul of the universe, the embodiment of the primordial sound ‘Om,’ and the source of knowledge and wisdom.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pādāśrita</a:t>
            </a:r>
            <a:r>
              <a:rPr lang="en-US" sz="6000" dirty="0" smtClean="0"/>
              <a:t> </a:t>
            </a:r>
            <a:r>
              <a:rPr lang="en-US" sz="6000" dirty="0" err="1" smtClean="0"/>
              <a:t>ahaṅkāra</a:t>
            </a:r>
            <a:r>
              <a:rPr lang="en-US" sz="6000" dirty="0" smtClean="0"/>
              <a:t> </a:t>
            </a:r>
            <a:r>
              <a:rPr lang="en-US" sz="6000" dirty="0" err="1" smtClean="0"/>
              <a:t>mūṣika-vāhana</a:t>
            </a:r>
            <a:r>
              <a:rPr lang="en-US" sz="6000" dirty="0" smtClean="0"/>
              <a:t> </a:t>
            </a:r>
            <a:r>
              <a:rPr lang="en-US" sz="6000" dirty="0" err="1" smtClean="0"/>
              <a:t>dēvā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sakalēndriya</a:t>
            </a:r>
            <a:r>
              <a:rPr lang="en-US" sz="6000" dirty="0" smtClean="0"/>
              <a:t> </a:t>
            </a:r>
            <a:r>
              <a:rPr lang="en-US" sz="6000" dirty="0" err="1" smtClean="0"/>
              <a:t>cōdakā</a:t>
            </a:r>
            <a:r>
              <a:rPr lang="en-US" sz="6000" dirty="0" smtClean="0"/>
              <a:t> </a:t>
            </a:r>
            <a:r>
              <a:rPr lang="en-US" sz="6000" dirty="0" err="1" smtClean="0"/>
              <a:t>śakti</a:t>
            </a:r>
            <a:r>
              <a:rPr lang="en-US" sz="6000" dirty="0" smtClean="0"/>
              <a:t> </a:t>
            </a:r>
            <a:r>
              <a:rPr lang="en-US" sz="6000" dirty="0" err="1" smtClean="0"/>
              <a:t>dvāra</a:t>
            </a:r>
            <a:r>
              <a:rPr lang="en-US" sz="6000" dirty="0" smtClean="0"/>
              <a:t> </a:t>
            </a:r>
            <a:r>
              <a:rPr lang="en-US" sz="6000" dirty="0" err="1" smtClean="0"/>
              <a:t>samrakṣakā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O Lord, the ego that surrenders at your lotus feet becomes the mouse on which you ride. You are the master of the senses and the guardian of the gateways of </a:t>
            </a:r>
            <a:r>
              <a:rPr lang="en-US" sz="4400" dirty="0" err="1" smtClean="0">
                <a:solidFill>
                  <a:srgbClr val="FFFF00"/>
                </a:solidFill>
              </a:rPr>
              <a:t>Shakti</a:t>
            </a:r>
            <a:r>
              <a:rPr lang="en-US" sz="4400" dirty="0" smtClean="0">
                <a:solidFill>
                  <a:srgbClr val="FFFF00"/>
                </a:solidFill>
              </a:rPr>
              <a:t>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mūlādhāra</a:t>
            </a:r>
            <a:r>
              <a:rPr lang="en-US" sz="5400" dirty="0" smtClean="0"/>
              <a:t> </a:t>
            </a:r>
            <a:r>
              <a:rPr lang="en-US" sz="5400" dirty="0" err="1" smtClean="0"/>
              <a:t>cakravarti</a:t>
            </a:r>
            <a:r>
              <a:rPr lang="en-US" sz="5400" dirty="0" smtClean="0"/>
              <a:t> </a:t>
            </a:r>
            <a:r>
              <a:rPr lang="en-US" sz="5400" dirty="0" err="1" smtClean="0"/>
              <a:t>mūla</a:t>
            </a:r>
            <a:r>
              <a:rPr lang="en-US" sz="5400" dirty="0" smtClean="0"/>
              <a:t> </a:t>
            </a:r>
            <a:r>
              <a:rPr lang="en-US" sz="5400" dirty="0" err="1" smtClean="0"/>
              <a:t>gaṇapati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praṇati</a:t>
            </a:r>
            <a:r>
              <a:rPr lang="en-US" sz="5400" dirty="0" smtClean="0"/>
              <a:t> </a:t>
            </a:r>
            <a:r>
              <a:rPr lang="en-US" sz="5400" dirty="0" err="1" smtClean="0"/>
              <a:t>praṇati</a:t>
            </a:r>
            <a:r>
              <a:rPr lang="en-US" sz="5400" dirty="0" smtClean="0"/>
              <a:t> </a:t>
            </a:r>
            <a:r>
              <a:rPr lang="en-US" sz="5400" dirty="0" err="1" smtClean="0"/>
              <a:t>praṇati</a:t>
            </a:r>
            <a:r>
              <a:rPr lang="en-US" sz="5400" dirty="0" smtClean="0"/>
              <a:t> </a:t>
            </a:r>
            <a:r>
              <a:rPr lang="en-US" sz="5400" dirty="0" err="1" smtClean="0"/>
              <a:t>praṇati</a:t>
            </a:r>
            <a:r>
              <a:rPr lang="en-US" sz="5400" dirty="0" smtClean="0"/>
              <a:t> </a:t>
            </a:r>
            <a:r>
              <a:rPr lang="en-US" sz="5400" dirty="0" err="1" smtClean="0"/>
              <a:t>śaraṇu</a:t>
            </a:r>
            <a:r>
              <a:rPr lang="en-US" sz="5400" dirty="0" smtClean="0"/>
              <a:t> </a:t>
            </a:r>
            <a:r>
              <a:rPr lang="en-US" sz="5400" dirty="0" err="1" smtClean="0"/>
              <a:t>vēḍiti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err="1" smtClean="0">
                <a:solidFill>
                  <a:srgbClr val="FFFF00"/>
                </a:solidFill>
              </a:rPr>
              <a:t>Moola</a:t>
            </a:r>
            <a:r>
              <a:rPr lang="en-US" sz="5400" dirty="0" smtClean="0">
                <a:solidFill>
                  <a:srgbClr val="FFFF00"/>
                </a:solidFill>
              </a:rPr>
              <a:t> </a:t>
            </a:r>
            <a:r>
              <a:rPr lang="en-US" sz="5400" dirty="0" err="1" smtClean="0">
                <a:solidFill>
                  <a:srgbClr val="FFFF00"/>
                </a:solidFill>
              </a:rPr>
              <a:t>Ganapati</a:t>
            </a:r>
            <a:r>
              <a:rPr lang="en-US" sz="5400" dirty="0" smtClean="0">
                <a:solidFill>
                  <a:srgbClr val="FFFF00"/>
                </a:solidFill>
              </a:rPr>
              <a:t>, ruler of the </a:t>
            </a:r>
            <a:r>
              <a:rPr lang="en-US" sz="5400" dirty="0" err="1" smtClean="0">
                <a:solidFill>
                  <a:srgbClr val="FFFF00"/>
                </a:solidFill>
              </a:rPr>
              <a:t>Muladhara</a:t>
            </a:r>
            <a:r>
              <a:rPr lang="en-US" sz="5400" dirty="0" smtClean="0">
                <a:solidFill>
                  <a:srgbClr val="FFFF00"/>
                </a:solidFill>
              </a:rPr>
              <a:t>, I bow to you and seek refuge at your feet.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2878</TotalTime>
  <Words>229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eda lōtula</vt:lpstr>
      <vt:lpstr>eda lōtula koluvu tīra īśaputra! kadalī rāvā praṇavanāda sudhalu ponga vakratuṇḍa kanarāvā</vt:lpstr>
      <vt:lpstr>toli pūjalu andukoni ādipūjya gaṇēśā - vighnamula parihariñcu kāryasiddhi dāyakā</vt:lpstr>
      <vt:lpstr>mōdakālū svīkariñci mōdamosagu vighnēśā buddhi-siddhulonagūrci mukti nosagu bhakta-varada</vt:lpstr>
      <vt:lpstr>svāmi! viśvāntarātmā praṇava-svarūpā vidyā jñānādhinātha gauri putra gajānanā</vt:lpstr>
      <vt:lpstr>pādāśrita ahaṅkāra mūṣika-vāhana dēvā sakalēndriya cōdakā śakti dvāra samrakṣakā</vt:lpstr>
      <vt:lpstr>mūlādhāra cakravarti mūla gaṇapati praṇati praṇati praṇati praṇati śaraṇu vēḍiti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325</cp:revision>
  <dcterms:created xsi:type="dcterms:W3CDTF">2006-08-16T00:00:00Z</dcterms:created>
  <dcterms:modified xsi:type="dcterms:W3CDTF">2025-05-16T10:12:03Z</dcterms:modified>
</cp:coreProperties>
</file>