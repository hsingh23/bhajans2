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366A0-8FB4-4219-BE3E-0CA6470C518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561C0-2C8A-4AEB-94FC-592C47A0B09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nanna hṛdayadi nirantara nelesendu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nanna hṛdayadi nirantara nelesendu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prārthane ondenna manadali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may you be the prayer that lives forever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sukhadalli dukhadalli naguvalli aḷuvalli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nalivū nōvalli ennoḍaniru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happiness and in sorrow, in laughter and in tears, in joy and in pain, be with me,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enna śrīrakṣe amṛtēśvari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alone are my sacred protection, O Amriteshwari…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geddāga higgade biddāga kuggade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nindane stutiyalli samatva nīḍamma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I win, without pride; when I fall, without despair; in blame and in praise, grant me equanimity,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dhairyadi dharmadi śraddheyoḍagūḍi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nisvārtha sēveyinda dhanyavāgisamma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With courage and righteousness joined with faith, and through selfless service, make me blessed, Mother.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nanna hṛdayadi nirantara nelesendu</vt:lpstr>
      <vt:lpstr>nanna hṛdayadi nirantara nelesendu prārthane ondenna manadali amma</vt:lpstr>
      <vt:lpstr>sukhadalli dukhadalli naguvalli aḷuvalli nalivū nōvalli ennoḍaniru amma</vt:lpstr>
      <vt:lpstr>nī enna śrīrakṣe amṛtēśvari</vt:lpstr>
      <vt:lpstr>geddāga higgade biddāga kuggade nindane stutiyalli samatva nīḍamma</vt:lpstr>
      <vt:lpstr>dhairyadi dharmadi śraddheyoḍagūḍi nisvārtha sēveyinda dhanyavāgisamma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nanna hṛdayadi nirantara nelesendu</dc:title>
  <dc:creator>Amrita</dc:creator>
  <cp:lastModifiedBy>Amrita</cp:lastModifiedBy>
  <cp:revision>1</cp:revision>
  <dcterms:created xsi:type="dcterms:W3CDTF">2025-08-16T15:42:40Z</dcterms:created>
  <dcterms:modified xsi:type="dcterms:W3CDTF">2025-08-16T15:43:18Z</dcterms:modified>
</cp:coreProperties>
</file>