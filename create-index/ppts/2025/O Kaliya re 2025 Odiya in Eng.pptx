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9775E-1220-4C30-9998-B87AEE96A52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D17A3-B8A8-473F-9DE3-8FB3D9BF288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kāḷiyā rē ō kāḷiyā 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(Odiya)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kāḷiyā rē ō kāḷiyā rē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matē manna lāgē āsa nāccibā 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I am longing for you to come dance with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eṭhi bṛndābana rē apēkhyā karuci ō rē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gāyī sabū kānda kōṭākarī dūdha dēyipārunī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Here in Vrindavan, I am waiting for you. All the cows are lowing in distress and cannot give their milk.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kānhā rē… kānhā rē…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sigra dauḍi dauḍi ki 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Krishna... come running quickly!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kāḷiyā rē ō kāḷiyā rē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matē mannā lāgē asa nāccibā 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I am longing for you to come dance with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tōṙō pāyiṅ mūṅ bahuta lōhuṇi rakhiki banēci ō rē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 rē kānhā ḍēri kaṙaṇa gōpigaṇa bēsta hēgōlērē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have prepared plenty of butter for you. Please don’t delay any longer— all the gopis are growing restless.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kānhā rē… kānhā rē…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sigra dauḍi dauḍi ki 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Krishna… come running quickly!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ō kāḷiyā rē ō kāḷiyā rē</vt:lpstr>
      <vt:lpstr>ō kāḷiyā rē ō kāḷiyā rē matē manna lāgē āsa nāccibā rē</vt:lpstr>
      <vt:lpstr>eṭhi bṛndābana rē apēkhyā karuci ō rē gāyī sabū kānda kōṭākarī dūdha dēyipārunī</vt:lpstr>
      <vt:lpstr>kānhā rē… kānhā rē… sigra dauḍi dauḍi ki ā…</vt:lpstr>
      <vt:lpstr>ō kāḷiyā rē ō kāḷiyā rē matē mannā lāgē asa nāccibā rē</vt:lpstr>
      <vt:lpstr>tōṙō pāyiṅ mūṅ bahuta lōhuṇi rakhiki banēci ō rē ā rē kānhā ḍēri kaṙaṇa gōpigaṇa bēsta hēgōlērē</vt:lpstr>
      <vt:lpstr>kānhā rē… kānhā rē…  sigra dauḍi dauḍi ki 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ō kāḷiyā rē ō kāḷiyā rē</dc:title>
  <dc:creator>Amrita</dc:creator>
  <cp:lastModifiedBy>Amrita</cp:lastModifiedBy>
  <cp:revision>1</cp:revision>
  <dcterms:created xsi:type="dcterms:W3CDTF">2025-09-17T15:37:52Z</dcterms:created>
  <dcterms:modified xsi:type="dcterms:W3CDTF">2025-09-17T15:39:18Z</dcterms:modified>
</cp:coreProperties>
</file>