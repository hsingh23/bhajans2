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C2AF7-2FDE-43C6-81C6-B549206A5C1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2BB6E-4267-416F-A4C3-5DC72ED2779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ghanasāndram ī rātri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ghanasāndram ī rātri mūḷunnu mūkamāy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ghanaśyāma-vēṇugānam…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ghanaśyāma-vēṇugānam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The deep silence of the lovely night softly hums the melodies of Krishna’s flute.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vanamulla tūkunnu vrajabālan aṇiyunna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vanamāla tan sugandham…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vanamāla tan sugandham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wild jasmine’s fragrance stirs memories in Radha’s heart of the garland of forest flowers worn by her beloved.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akalattil eṅgō pāḍīḍunnu rākkuyil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sukhadamām nīlāmbari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From afar, the Koel’s soothing songs drift through the air,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pakaram āvillonnum śyāmande prēmattin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makaranda-mādhurikku…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makaranda-mādhurikku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yet none of these can match the sweetness of the dark-hued Krishna’s love.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vidhurayām rādha tan vyathayārnna mizhikaḷō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mathuraye nōkki nilppū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Radha’s eyes, filled with sorrow, gaze longingly towards the path that leads from Madhura.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pathikar āreṅkilum pakarumō kaṇṇande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vyatha nīkkum vāṅmadhuram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vyatha nīkkum vāṅmadhuram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Will some traveller come along that path bearing stories of Krishna, or a tender message to ease the pain in her aching heart?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ghanasāndram ī rātri </vt:lpstr>
      <vt:lpstr>ghanasāndram ī rātri mūḷunnu mūkamāy ghanaśyāma-vēṇugānam… ghanaśyāma-vēṇugānam</vt:lpstr>
      <vt:lpstr>vanamulla tūkunnu vrajabālan aṇiyunna vanamāla tan sugandham… vanamāla tan sugandham</vt:lpstr>
      <vt:lpstr>akalattil eṅgō pāḍīḍunnu rākkuyil sukhadamām nīlāmbari</vt:lpstr>
      <vt:lpstr>pakaram āvillonnum śyāmande prēmattin makaranda-mādhurikku… makaranda-mādhurikku</vt:lpstr>
      <vt:lpstr>vidhurayām rādha tan vyathayārnna mizhikaḷō mathuraye nōkki nilppū</vt:lpstr>
      <vt:lpstr>pathikar āreṅkilum pakarumō kaṇṇande vyatha nīkkum vāṅmadhuram vyatha nīkkum vāṅmadhuram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ghanasāndram ī rātri</dc:title>
  <dc:creator>Amrita</dc:creator>
  <cp:lastModifiedBy>Amrita</cp:lastModifiedBy>
  <cp:revision>1</cp:revision>
  <dcterms:created xsi:type="dcterms:W3CDTF">2025-08-01T17:13:14Z</dcterms:created>
  <dcterms:modified xsi:type="dcterms:W3CDTF">2025-08-01T17:14:04Z</dcterms:modified>
</cp:coreProperties>
</file>