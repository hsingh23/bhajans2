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6EB33-BE32-4321-9CCF-C6627A66716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90307-1F44-4523-8AC2-55EFC1BD51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śiśirattil ila pōl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śiśirattil ila pōl dinaṅgaḷ kozhiññiṭṭum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aṇaññatilla innum akatāril ennamma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The days fall away like autumn leaves, yet my Mother has not come into my heart.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nīṙunna vyathayāl piḍayunna hṛdayattil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nombaram amba nī aṙiyātirikkayō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heart throbs in anguish—Mother, do you not know my pain?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ramaṇīya kānti viḍarttumī prakṛtiyum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amba nin varavināyi tapam-irippū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Nature, in all its beauty, waits in meditation for your arrival.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kadana-bhāram sahiyān ākāte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varṣamāyi patiyunnatu nī aṙiyāttatō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It pours down as rain, unable to bear the anguish of separation. Mother, do you not know Nature’s pain?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tṛppādam en manamām śrīkōvilil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teḷiyānāyi ñān kāttirippū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wait for your sacred feet to enter the temple of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divya-rūpam ennum akatāril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niṙayuvān enne nī anugrahikkū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Give me your blessing, that your divine form may ever shine within.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śiśirattil ila pōl</vt:lpstr>
      <vt:lpstr>śiśirattil ila pōl dinaṅgaḷ kozhiññiṭṭum aṇaññatilla innum akatāril ennamma</vt:lpstr>
      <vt:lpstr>nīṙunna vyathayāl piḍayunna hṛdayattil nombaram amba nī aṙiyātirikkayō</vt:lpstr>
      <vt:lpstr>ramaṇīya kānti viḍarttumī prakṛtiyum amba nin varavināyi tapam-irippū</vt:lpstr>
      <vt:lpstr>kadana-bhāram sahiyān ākāte varṣamāyi patiyunnatu nī aṙiyāttatō</vt:lpstr>
      <vt:lpstr>tṛppādam en manamām śrīkōvilil teḷiyānāyi ñān kāttirippū </vt:lpstr>
      <vt:lpstr>nin divya-rūpam ennum akatāril niṙayuvān enne nī anugrahikkū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śiśirattil ila pōl</dc:title>
  <dc:creator>Amrita</dc:creator>
  <cp:lastModifiedBy>Amrita</cp:lastModifiedBy>
  <cp:revision>1</cp:revision>
  <dcterms:created xsi:type="dcterms:W3CDTF">2025-08-30T10:19:56Z</dcterms:created>
  <dcterms:modified xsi:type="dcterms:W3CDTF">2025-08-30T10:20:39Z</dcterms:modified>
</cp:coreProperties>
</file>