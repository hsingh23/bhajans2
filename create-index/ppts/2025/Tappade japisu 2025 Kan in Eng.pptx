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3B6DF-0D63-4409-B64F-F70B3659BA58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78663-534B-4580-B678-CDE76A8F465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tappate japisu avirata bhajisu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tappate japisu avirata bhajisu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śrīman nārāyaṇa mantra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Chant without fail, and ceaselessly repeat the sacred mantra of Shriman Narayana.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jaḍa tanu manake caitanya goḷisi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jīvadāna vitta hariya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this inert body and mind be awakened into consciousness, and remember Hari, the giver of your very life.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smtClean="0">
                <a:solidFill>
                  <a:srgbClr val="FFFFFF"/>
                </a:solidFill>
                <a:latin typeface="Calibri"/>
              </a:rPr>
              <a:t>hṛdayadi hebeṭṭu gātrata rūpadi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kamalada moggina ākṛti iruva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daharākāśata garbha guḍiyōḷu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nelesiha sākṣibhāvana smarisu</a:t>
            </a:r>
            <a:endParaRPr lang="en-US" sz="5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3900" smtClean="0">
                <a:solidFill>
                  <a:srgbClr val="FFFF00"/>
                </a:solidFill>
                <a:latin typeface="Calibri"/>
              </a:rPr>
              <a:t>In the inner sky of the subtle heart-space, within the sanctum of the spiritual womb, in a space no larger than a thumb, remember the Lord who dwells there in the form of a lotus bud, as the all-pervading witness.</a:t>
            </a:r>
            <a:endParaRPr lang="en-US" sz="3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kārya-karaṇa saṅghātada oḍeya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jīvarāśigella caitanyavīla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the midst of the body-mind complex, and pervading all living beings, flows the stream of consciousness.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jagadādhāranu sarva-vyāpiyu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nitya śuddha buddha paramdhāma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That supreme abode is the support of the universe, all-pervading, eternally pure, awakened, and absolute.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śrī guru sēve niṣkāma karma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upāsane mārgava anusarisi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Serve the revered Guru through selfless action and follow the path of devotion.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guru śāstra kṛpayinda jñānava paḍeyalu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karuṇadi prabhuvu manati beḷaguvanu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By the grace of the Guru and the scriptures, attain true knowledge—and out of compassion, the Lord will illumine the mind.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196</Words>
  <Application>Microsoft Office PowerPoint</Application>
  <PresentationFormat>On-screen Show 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tappate japisu avirata bhajisu</vt:lpstr>
      <vt:lpstr>tappate japisu avirata bhajisu śrīman nārāyaṇa mantra</vt:lpstr>
      <vt:lpstr>jaḍa tanu manake caitanya goḷisi jīvadāna vitta hariya</vt:lpstr>
      <vt:lpstr>hṛdayadi hebeṭṭu gātrata rūpadi kamalada moggina ākṛti iruva daharākāśata garbha guḍiyōḷu nelesiha sākṣibhāvana smarisu</vt:lpstr>
      <vt:lpstr>nārāyaṇa hari  nārāyaṇa hari nārāyaṇa hari  nārāyaṇa</vt:lpstr>
      <vt:lpstr>kārya-karaṇa saṅghātada oḍeya jīvarāśigella caitanyavīla</vt:lpstr>
      <vt:lpstr>jagadādhāranu sarva-vyāpiyu nitya śuddha buddha paramdhāma</vt:lpstr>
      <vt:lpstr>nārāyaṇa hari  nārāyaṇa hari nārāyaṇa hari  nārāyaṇa</vt:lpstr>
      <vt:lpstr>śrī guru sēve niṣkāma karma upāsane mārgava anusarisi</vt:lpstr>
      <vt:lpstr>guru śāstra kṛpayinda jñānava paḍeyalu karuṇadi prabhuvu manati beḷaguvanu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tappate japisu avirata bhajisu</dc:title>
  <dc:creator>Amrita</dc:creator>
  <cp:lastModifiedBy>Amrita</cp:lastModifiedBy>
  <cp:revision>1</cp:revision>
  <dcterms:created xsi:type="dcterms:W3CDTF">2025-06-26T12:45:23Z</dcterms:created>
  <dcterms:modified xsi:type="dcterms:W3CDTF">2025-06-26T12:47:38Z</dcterms:modified>
</cp:coreProperties>
</file>