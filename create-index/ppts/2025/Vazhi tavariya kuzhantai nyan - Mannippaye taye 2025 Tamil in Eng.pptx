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D1F3-D95A-4A00-AA23-820C1E558F5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9A4B-B3A2-48E8-9894-C47769966F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D1F3-D95A-4A00-AA23-820C1E558F5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9A4B-B3A2-48E8-9894-C47769966F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D1F3-D95A-4A00-AA23-820C1E558F5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9A4B-B3A2-48E8-9894-C47769966F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D1F3-D95A-4A00-AA23-820C1E558F5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9A4B-B3A2-48E8-9894-C47769966F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D1F3-D95A-4A00-AA23-820C1E558F5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9A4B-B3A2-48E8-9894-C47769966F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D1F3-D95A-4A00-AA23-820C1E558F5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9A4B-B3A2-48E8-9894-C47769966F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D1F3-D95A-4A00-AA23-820C1E558F5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9A4B-B3A2-48E8-9894-C47769966F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D1F3-D95A-4A00-AA23-820C1E558F5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9A4B-B3A2-48E8-9894-C47769966F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D1F3-D95A-4A00-AA23-820C1E558F5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9A4B-B3A2-48E8-9894-C47769966F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D1F3-D95A-4A00-AA23-820C1E558F5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9A4B-B3A2-48E8-9894-C47769966F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D1F3-D95A-4A00-AA23-820C1E558F5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09A4B-B3A2-48E8-9894-C47769966F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0D1F3-D95A-4A00-AA23-820C1E558F55}" type="datetimeFigureOut">
              <a:rPr lang="en-US" smtClean="0"/>
              <a:t>6/27/2025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709A4B-B3A2-48E8-9894-C47769966FE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vazhi tavaṙiya kuzhantai nān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(Tamil)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vazhi tavaṙiya kuzhantai nān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gati aṙiyāmal tavikkindren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I am a child who has lost its way, unable to find shelter, suffering and alone.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vantu taḍuttāṭ koḷvāyē tāyē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vantu taḍuttāṭ koḷvāyē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Mother, please come—protect me and grant me refuge.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mannippāyē tāyē mannippāyē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mannippāyē nī ennai mannippāyē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Please forgive me, O Mother...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seyda tavaṙugaḷ pala nūṙu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sonna vārttaigaḷ avadūṙu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300" smtClean="0">
                <a:solidFill>
                  <a:srgbClr val="FFFF00"/>
                </a:solidFill>
                <a:latin typeface="Calibri"/>
              </a:rPr>
              <a:t>I have committed countless mistakes. I have spoken harsh and hurtful words.</a:t>
            </a:r>
            <a:endParaRPr lang="en-US" sz="6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karmaṅgaḷ palatum adharmam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 eṇṇaṅgaḷum miga alaṅgōlam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Many of my actions have been unrighteous, and even my thoughts are impure and ugly.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mīṇḍu ezhuntiḍa nān munaindēn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mīṇḍum vizhundu nān paridavittēn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I tried to redeem myself, but kept falling, again and again, until despair overtook me.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annaiyin aḷavillā karuṇai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en vāzhvin orē oru nambikkai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O Mother, the only hope that remains in my life is your boundless compassion.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iruṇḍa neñjidai nī aṙivāy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varundum en manam nī uṇarvāy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Mother, You know my heart that is covered with darkness. You understand the sorrow and remorse within my mind.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kalaṅgum kaṇgaḷai nī tuḍaippāy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en ēkkam tīrttiḍum marundāvāy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You are the one who wipes away the tears that fill my eyes—you alone are the healing balm for the ache of my longing.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tāyē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mahāmāyē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…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dayai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purivāy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,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aruḷ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purivāy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…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tāyē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mahāmāyē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…</a:t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dayai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purivāy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,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aruḷ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purivāy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800" smtClean="0">
                <a:solidFill>
                  <a:srgbClr val="FFFF00"/>
                </a:solidFill>
                <a:latin typeface="Calibri"/>
              </a:rPr>
              <a:t>O Mother, the great divine Illusion—have mercy on me, and bless me with your grace.</a:t>
            </a:r>
            <a:endParaRPr lang="en-US" sz="5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210</Words>
  <Application>Microsoft Office PowerPoint</Application>
  <PresentationFormat>On-screen Show (4:3)</PresentationFormat>
  <Paragraphs>23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vazhi tavaṙiya kuzhantai nān</vt:lpstr>
      <vt:lpstr>vazhi tavaṙiya kuzhantai nān gati aṙiyāmal tavikkindren</vt:lpstr>
      <vt:lpstr>vantu taḍuttāṭ koḷvāyē tāyē vantu taḍuttāṭ koḷvāyē</vt:lpstr>
      <vt:lpstr>mannippāyē tāyē mannippāyē mannippāyē nī ennai mannippāyē</vt:lpstr>
      <vt:lpstr>seyda tavaṙugaḷ pala nūṙu sonna vārttaigaḷ avadūṙu</vt:lpstr>
      <vt:lpstr>karmaṅgaḷ palatum adharmam en eṇṇaṅgaḷum miga alaṅgōlam</vt:lpstr>
      <vt:lpstr>mīṇḍu ezhuntiḍa nān munaindēn mīṇḍum vizhundu nān paridavittēn</vt:lpstr>
      <vt:lpstr>annaiyin aḷavillā karuṇai en vāzhvin orē oru nambikkai</vt:lpstr>
      <vt:lpstr>iruṇḍa neñjidai nī aṙivāy varundum en manam nī uṇarvāy</vt:lpstr>
      <vt:lpstr>kalaṅgum kaṇgaḷai nī tuḍaippāy en ēkkam tīrttiḍum marundāvāy</vt:lpstr>
      <vt:lpstr>tāyē mahāmāyē… dayai purivāy, aruḷ purivāy… tāyē mahāmāyē… dayai purivāy, aruḷ purivāy…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vazhi tavaṙiya kuzhantai nān</dc:title>
  <dc:creator>Amrita</dc:creator>
  <cp:lastModifiedBy>Amrita</cp:lastModifiedBy>
  <cp:revision>1</cp:revision>
  <dcterms:created xsi:type="dcterms:W3CDTF">2025-06-27T14:02:53Z</dcterms:created>
  <dcterms:modified xsi:type="dcterms:W3CDTF">2025-06-27T14:06:50Z</dcterms:modified>
</cp:coreProperties>
</file>