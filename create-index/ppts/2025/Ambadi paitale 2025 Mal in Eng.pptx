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7" r:id="rId6"/>
    <p:sldId id="260" r:id="rId7"/>
    <p:sldId id="261" r:id="rId8"/>
    <p:sldId id="262" r:id="rId9"/>
    <p:sldId id="268" r:id="rId10"/>
    <p:sldId id="263" r:id="rId11"/>
    <p:sldId id="264" r:id="rId12"/>
    <p:sldId id="265" r:id="rId13"/>
    <p:sldId id="266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31CA24-E0E9-46AB-86CF-901C5CB45748}" type="datetimeFigureOut">
              <a:rPr lang="en-US" smtClean="0"/>
              <a:pPr/>
              <a:t>27-Aug-2025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FD1DB0-9A04-48AE-A356-5BD63A012461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ambāḍi paitalē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2025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(Malayalam)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ambāḍi paitalē cāyuṙaṅgū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nīlakkārvarṇṇane cāyuṙaṅgū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Krishna, the darling child of Ambadi, go to sleep. Kanna, my baby, hued like the dark blue clouds, close your eyes and rest.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añcita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rāvit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neñcilāy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cērnnoru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6600" dirty="0" smtClean="0">
                <a:solidFill>
                  <a:srgbClr val="FFFFFF"/>
                </a:solidFill>
                <a:latin typeface="Calibri"/>
              </a:rPr>
            </a:b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ambiḷi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pālāzhī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veṇmayāṇō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Does your body shine with the radiance of the silvery moon, the same moon that the night holds close to her heart?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kuvalaya-pūvu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viḍarnnu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cirikkumbōḷ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800" dirty="0" smtClean="0">
                <a:solidFill>
                  <a:srgbClr val="FFFFFF"/>
                </a:solidFill>
                <a:latin typeface="Calibri"/>
              </a:rPr>
            </a:b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cinni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ozhukunna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bhaṅgi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800" dirty="0" err="1" smtClean="0">
                <a:solidFill>
                  <a:srgbClr val="FFFFFF"/>
                </a:solidFill>
                <a:latin typeface="Calibri"/>
              </a:rPr>
              <a:t>āṇō</a:t>
            </a:r>
            <a:r>
              <a:rPr lang="en-US" sz="5800" dirty="0" smtClean="0">
                <a:solidFill>
                  <a:srgbClr val="FFFFFF"/>
                </a:solidFill>
                <a:latin typeface="Calibri"/>
              </a:rPr>
              <a:t>…</a:t>
            </a:r>
            <a:endParaRPr lang="en-US" sz="58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Does your smile have the enchanting beauty of the blue water lily as it blooms and smiles at the world?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ambāḍi paitalē cāyuṙaṅgū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nīlakkārvarṇṇane cāyuṙaṅgū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Krishna, the darling child of Ambadi, go to sleep. Kanna, my baby, hued like the dark blue clouds, close your eyes and rest.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800" smtClean="0">
                <a:solidFill>
                  <a:srgbClr val="FFFFFF"/>
                </a:solidFill>
                <a:latin typeface="Calibri"/>
              </a:rPr>
              <a:t>ambāḍi paitalē ninnu ciṇuṅgāte</a:t>
            </a:r>
            <a:br>
              <a:rPr lang="en-US" sz="5800" smtClean="0">
                <a:solidFill>
                  <a:srgbClr val="FFFFFF"/>
                </a:solidFill>
                <a:latin typeface="Calibri"/>
              </a:rPr>
            </a:br>
            <a:r>
              <a:rPr lang="en-US" sz="5800" smtClean="0">
                <a:solidFill>
                  <a:srgbClr val="FFFFFF"/>
                </a:solidFill>
                <a:latin typeface="Calibri"/>
              </a:rPr>
              <a:t>pūmetta-mēl onnu cāyuṙaṅgū</a:t>
            </a:r>
            <a:endParaRPr lang="en-US" sz="58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Krishna, child of Ambadi, stop resisting now. Come to your soft bed, soft as a flower, and go to sleep.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nalmayil pīliyum ōḍakkuzhal atum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nāḷe pularkāle ēkiḍām ñān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200" smtClean="0">
                <a:solidFill>
                  <a:srgbClr val="FFFF00"/>
                </a:solidFill>
                <a:latin typeface="Calibri"/>
              </a:rPr>
              <a:t> In the morning, I shall give you a fresh peacock feather and your beloved flute.</a:t>
            </a:r>
            <a:endParaRPr lang="en-US" sz="62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mañña-pizhiññuḷḷa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paṭṭ-onnuḍuppikkām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añjanam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koṇḍu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nin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kaṇṇ-ezhutām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I will clothe you in bright yellow silk robes and line your eyes with dark collyrium.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ambāḍi paitalē cāyuṙaṅgū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nīlakkārvarṇṇane cāyuṙaṅgū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300" smtClean="0">
                <a:solidFill>
                  <a:srgbClr val="FFFF00"/>
                </a:solidFill>
                <a:latin typeface="Calibri"/>
              </a:rPr>
              <a:t>Krishna, the darling child of Ambadi, go to sleep. Kanna, my baby, hued like the dark blue clouds, close your eyes and rest.</a:t>
            </a:r>
            <a:endParaRPr lang="en-US" sz="53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ponmaṇi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kiṅgiṇi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kālttaḷayum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pinne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nalla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vaḷakaḷum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cērtt-orukkām</a:t>
            </a:r>
            <a:endParaRPr lang="en-US" sz="57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4800" smtClean="0">
                <a:solidFill>
                  <a:srgbClr val="FFFF00"/>
                </a:solidFill>
                <a:latin typeface="Calibri"/>
              </a:rPr>
              <a:t>Mother shall adorn you with anklets, with golden bells that softly tinkle. I shall dress you in many bangles to grace your little arms</a:t>
            </a:r>
            <a:endParaRPr lang="en-US" sz="48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nal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kanakāmbaram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tuḷasi-katirkkula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700" dirty="0" smtClean="0">
                <a:solidFill>
                  <a:srgbClr val="FFFFFF"/>
                </a:solidFill>
                <a:latin typeface="Calibri"/>
              </a:rPr>
            </a:b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cērttoru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mālayum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cārtti</a:t>
            </a:r>
            <a:r>
              <a:rPr lang="en-US" sz="57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700" dirty="0" err="1" smtClean="0">
                <a:solidFill>
                  <a:srgbClr val="FFFFFF"/>
                </a:solidFill>
                <a:latin typeface="Calibri"/>
              </a:rPr>
              <a:t>tarām</a:t>
            </a:r>
            <a:endParaRPr lang="en-US" sz="57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000" dirty="0" smtClean="0">
                <a:solidFill>
                  <a:srgbClr val="FFFF00"/>
                </a:solidFill>
                <a:latin typeface="Calibri"/>
              </a:rPr>
              <a:t> I will place on your body a garland woven with </a:t>
            </a:r>
            <a:r>
              <a:rPr lang="en-US" sz="5000" dirty="0" err="1" smtClean="0">
                <a:solidFill>
                  <a:srgbClr val="FFFF00"/>
                </a:solidFill>
                <a:latin typeface="Calibri"/>
              </a:rPr>
              <a:t>kanakambara</a:t>
            </a:r>
            <a:r>
              <a:rPr lang="en-US" sz="5000" dirty="0" smtClean="0">
                <a:solidFill>
                  <a:srgbClr val="FFFF00"/>
                </a:solidFill>
                <a:latin typeface="Calibri"/>
              </a:rPr>
              <a:t> flowers, the color of the rosy dawn, and leaves of the sacred basil.</a:t>
            </a:r>
            <a:endParaRPr lang="en-US" sz="5000" dirty="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100" smtClean="0">
                <a:solidFill>
                  <a:srgbClr val="FFFFFF"/>
                </a:solidFill>
                <a:latin typeface="Calibri"/>
              </a:rPr>
              <a:t>nanpezhum veṇṇa niṙaccu ñān nalkiḍām</a:t>
            </a:r>
            <a:br>
              <a:rPr lang="en-US" sz="6100" smtClean="0">
                <a:solidFill>
                  <a:srgbClr val="FFFFFF"/>
                </a:solidFill>
                <a:latin typeface="Calibri"/>
              </a:rPr>
            </a:br>
            <a:r>
              <a:rPr lang="en-US" sz="6100" smtClean="0">
                <a:solidFill>
                  <a:srgbClr val="FFFFFF"/>
                </a:solidFill>
                <a:latin typeface="Calibri"/>
              </a:rPr>
              <a:t>nalmizhi cimmi nī cāyuṙaṅgū</a:t>
            </a:r>
            <a:endParaRPr lang="en-US" sz="61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I shall feed you fresh, nourishing butter. Now close your eyes, my sweet child, and go to sleep.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2"/>
            <a:ext cx="9144000" cy="4653137"/>
          </a:xfrm>
        </p:spPr>
        <p:txBody>
          <a:bodyPr wrap="square" anchor="ctr">
            <a:noAutofit/>
          </a:bodyPr>
          <a:lstStyle/>
          <a:p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rārīrārō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/>
            </a:r>
            <a:br>
              <a:rPr lang="en-US" sz="5600" dirty="0" smtClean="0">
                <a:solidFill>
                  <a:srgbClr val="FFFFFF"/>
                </a:solidFill>
                <a:latin typeface="Calibri"/>
              </a:rPr>
            </a:b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rārīram</a:t>
            </a:r>
            <a:r>
              <a:rPr lang="en-US" sz="5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5600" dirty="0" err="1" smtClean="0">
                <a:solidFill>
                  <a:srgbClr val="FFFFFF"/>
                </a:solidFill>
                <a:latin typeface="Calibri"/>
              </a:rPr>
              <a:t>rārīrārō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4509120"/>
            <a:ext cx="9144000" cy="234888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(Words of a lullaby)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318</Words>
  <Application>Microsoft Office PowerPoint</Application>
  <PresentationFormat>On-screen Show (4:3)</PresentationFormat>
  <Paragraphs>27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ambāḍi paitalē</vt:lpstr>
      <vt:lpstr>ambāḍi paitalē cāyuṙaṅgū nīlakkārvarṇṇane cāyuṙaṅgū</vt:lpstr>
      <vt:lpstr>añcita rāvit  neñcilāy cērnnoru ambiḷi pālāzhī veṇmayāṇō</vt:lpstr>
      <vt:lpstr>kuvalaya-pūvu  viḍarnnu cirikkumbōḷ cinni ozhukunna bhaṅgi āṇō…</vt:lpstr>
      <vt:lpstr>ambāḍi paitalē cāyuṙaṅgū nīlakkārvarṇṇane cāyuṙaṅgū</vt:lpstr>
      <vt:lpstr>ambāḍi paitalē ninnu ciṇuṅgāte pūmetta-mēl onnu cāyuṙaṅgū</vt:lpstr>
      <vt:lpstr>nalmayil pīliyum ōḍakkuzhal atum nāḷe pularkāle ēkiḍām ñān</vt:lpstr>
      <vt:lpstr>mañña-pizhiññuḷḷa  paṭṭ-onnuḍuppikkām añjanam koṇḍu nin  kaṇṇ-ezhutām</vt:lpstr>
      <vt:lpstr>ambāḍi paitalē cāyuṙaṅgū nīlakkārvarṇṇane cāyuṙaṅgū</vt:lpstr>
      <vt:lpstr>ponmaṇi kiṅgiṇi kālttaḷayum pinne nalla vaḷakaḷum  cērtt-orukkām</vt:lpstr>
      <vt:lpstr>nal kanakāmbaram  tuḷasi-katirkkula cērttoru mālayum cārtti tarām</vt:lpstr>
      <vt:lpstr>nanpezhum veṇṇa niṙaccu ñān nalkiḍām nalmizhi cimmi nī cāyuṙaṅgū</vt:lpstr>
      <vt:lpstr>rārīram rārīram rārō rārīram rārīram rārō rārīram rārīram rārīrārō rārīram rārīram rārīrārō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ambāḍi paitalē</dc:title>
  <dc:creator>Amrita</dc:creator>
  <cp:lastModifiedBy>AMMA</cp:lastModifiedBy>
  <cp:revision>2</cp:revision>
  <dcterms:created xsi:type="dcterms:W3CDTF">2025-07-20T05:06:44Z</dcterms:created>
  <dcterms:modified xsi:type="dcterms:W3CDTF">2025-08-27T14:59:29Z</dcterms:modified>
</cp:coreProperties>
</file>