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7" r:id="rId2"/>
    <p:sldId id="288" r:id="rId3"/>
    <p:sldId id="291" r:id="rId4"/>
    <p:sldId id="292" r:id="rId5"/>
    <p:sldId id="293" r:id="rId6"/>
    <p:sldId id="294" r:id="rId7"/>
    <p:sldId id="290" r:id="rId8"/>
    <p:sldId id="289" r:id="rId9"/>
    <p:sldId id="29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19-Aug-2025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śyāma</a:t>
            </a:r>
            <a:r>
              <a:rPr lang="en-US" sz="6600" dirty="0" smtClean="0"/>
              <a:t> tan </a:t>
            </a:r>
            <a:r>
              <a:rPr lang="en-US" sz="6600" dirty="0" err="1" smtClean="0"/>
              <a:t>tiruneṫṫiyile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śyāma</a:t>
            </a:r>
            <a:r>
              <a:rPr lang="en-US" sz="6000" dirty="0" smtClean="0"/>
              <a:t> tan </a:t>
            </a:r>
            <a:r>
              <a:rPr lang="en-US" sz="6000" dirty="0" err="1" smtClean="0"/>
              <a:t>tiruneṫṫiyile</a:t>
            </a:r>
            <a:r>
              <a:rPr lang="en-US" sz="6000" dirty="0" smtClean="0"/>
              <a:t> </a:t>
            </a:r>
            <a:r>
              <a:rPr lang="en-US" sz="6000" dirty="0" err="1" smtClean="0"/>
              <a:t>candanattin</a:t>
            </a:r>
            <a:r>
              <a:rPr lang="en-US" sz="6000" dirty="0" smtClean="0"/>
              <a:t> </a:t>
            </a:r>
            <a:r>
              <a:rPr lang="en-US" sz="6000" dirty="0" err="1" smtClean="0"/>
              <a:t>poṭṭu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śyāma-vānil</a:t>
            </a:r>
            <a:r>
              <a:rPr lang="en-US" sz="6000" dirty="0" smtClean="0"/>
              <a:t> </a:t>
            </a:r>
            <a:r>
              <a:rPr lang="en-US" sz="6000" dirty="0" err="1" smtClean="0"/>
              <a:t>pūrṇa-candran</a:t>
            </a:r>
            <a:r>
              <a:rPr lang="en-US" sz="6000" dirty="0" smtClean="0"/>
              <a:t> </a:t>
            </a:r>
            <a:r>
              <a:rPr lang="en-US" sz="6000" dirty="0" err="1" smtClean="0"/>
              <a:t>udicc-uyarnnu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the sandal dot on </a:t>
            </a:r>
            <a:r>
              <a:rPr lang="en-US" sz="6600" dirty="0" err="1" smtClean="0">
                <a:solidFill>
                  <a:srgbClr val="FFFF00"/>
                </a:solidFill>
              </a:rPr>
              <a:t>Syama’s</a:t>
            </a:r>
            <a:r>
              <a:rPr lang="en-US" sz="6600" dirty="0" smtClean="0">
                <a:solidFill>
                  <a:srgbClr val="FFFF00"/>
                </a:solidFill>
              </a:rPr>
              <a:t> brow, the full moon rose in the dark sky.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cārutayārnnorī</a:t>
            </a:r>
            <a:r>
              <a:rPr lang="en-US" sz="6000" dirty="0" smtClean="0"/>
              <a:t> </a:t>
            </a:r>
            <a:r>
              <a:rPr lang="en-US" sz="6000" dirty="0" err="1" smtClean="0"/>
              <a:t>dṛśyam</a:t>
            </a:r>
            <a:r>
              <a:rPr lang="en-US" sz="6000" dirty="0" smtClean="0"/>
              <a:t> </a:t>
            </a:r>
            <a:r>
              <a:rPr lang="en-US" sz="6000" dirty="0" err="1" smtClean="0"/>
              <a:t>kaṇḍorende</a:t>
            </a:r>
            <a:r>
              <a:rPr lang="en-US" sz="6000" dirty="0" smtClean="0"/>
              <a:t> </a:t>
            </a:r>
            <a:r>
              <a:rPr lang="en-US" sz="6000" dirty="0" err="1" smtClean="0"/>
              <a:t>hṛdayattil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kāḷi</a:t>
            </a:r>
            <a:r>
              <a:rPr lang="en-US" sz="6000" dirty="0" smtClean="0"/>
              <a:t> </a:t>
            </a:r>
            <a:r>
              <a:rPr lang="en-US" sz="6000" dirty="0" err="1" smtClean="0"/>
              <a:t>tande</a:t>
            </a:r>
            <a:r>
              <a:rPr lang="en-US" sz="6000" dirty="0" smtClean="0"/>
              <a:t> </a:t>
            </a:r>
            <a:r>
              <a:rPr lang="en-US" sz="6000" dirty="0" err="1" smtClean="0"/>
              <a:t>mukhapadmam</a:t>
            </a:r>
            <a:r>
              <a:rPr lang="en-US" sz="6000" dirty="0" smtClean="0"/>
              <a:t> </a:t>
            </a:r>
            <a:r>
              <a:rPr lang="en-US" sz="6000" dirty="0" err="1" smtClean="0"/>
              <a:t>teḷiññ-uyarnnu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Beholding that lovely sight, </a:t>
            </a:r>
            <a:r>
              <a:rPr lang="en-US" sz="6600" dirty="0" err="1" smtClean="0">
                <a:solidFill>
                  <a:srgbClr val="FFFF00"/>
                </a:solidFill>
              </a:rPr>
              <a:t>Kali’s</a:t>
            </a:r>
            <a:r>
              <a:rPr lang="en-US" sz="6600" dirty="0" smtClean="0">
                <a:solidFill>
                  <a:srgbClr val="FFFF00"/>
                </a:solidFill>
              </a:rPr>
              <a:t> lotus face bloomed in my heart.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sṛṣṭi-līla</a:t>
            </a:r>
            <a:r>
              <a:rPr lang="en-US" sz="6000" dirty="0" smtClean="0"/>
              <a:t> </a:t>
            </a:r>
            <a:r>
              <a:rPr lang="en-US" sz="6000" dirty="0" err="1" smtClean="0"/>
              <a:t>āḍiḍunna</a:t>
            </a:r>
            <a:r>
              <a:rPr lang="en-US" sz="6000" dirty="0" smtClean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kṛṣṇa-varṇṇayōḍu</a:t>
            </a:r>
            <a:r>
              <a:rPr lang="en-US" sz="6000" dirty="0" smtClean="0"/>
              <a:t> </a:t>
            </a:r>
            <a:r>
              <a:rPr lang="en-US" sz="6000" dirty="0" err="1" smtClean="0"/>
              <a:t>cērnnen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śiṣṭa-janmam</a:t>
            </a:r>
            <a:r>
              <a:rPr lang="en-US" sz="6000" dirty="0" smtClean="0"/>
              <a:t> </a:t>
            </a:r>
            <a:r>
              <a:rPr lang="en-US" sz="6000" dirty="0" err="1" smtClean="0"/>
              <a:t>sārtthakamāy</a:t>
            </a:r>
            <a:r>
              <a:rPr lang="en-US" sz="6000" dirty="0" smtClean="0"/>
              <a:t> </a:t>
            </a:r>
            <a:r>
              <a:rPr lang="en-US" sz="6000" dirty="0" err="1" smtClean="0"/>
              <a:t>tīrnniḍēṇam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The rest of my life must find its meaning with the Dark One who plays the game of creation.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iṣṭam</a:t>
            </a:r>
            <a:r>
              <a:rPr lang="en-US" sz="6000" dirty="0" smtClean="0"/>
              <a:t> </a:t>
            </a:r>
            <a:r>
              <a:rPr lang="en-US" sz="6000" dirty="0" err="1" smtClean="0"/>
              <a:t>ellām</a:t>
            </a:r>
            <a:r>
              <a:rPr lang="en-US" sz="6000" dirty="0" smtClean="0"/>
              <a:t> </a:t>
            </a:r>
            <a:r>
              <a:rPr lang="en-US" sz="6000" dirty="0" err="1" smtClean="0"/>
              <a:t>ēkiḍunna</a:t>
            </a:r>
            <a:r>
              <a:rPr lang="en-US" sz="6000" dirty="0" smtClean="0"/>
              <a:t> </a:t>
            </a:r>
            <a:r>
              <a:rPr lang="en-US" sz="6000" dirty="0" err="1" smtClean="0"/>
              <a:t>viṣṭapēśi</a:t>
            </a:r>
            <a:r>
              <a:rPr lang="en-US" sz="6000" dirty="0" smtClean="0"/>
              <a:t> </a:t>
            </a:r>
            <a:r>
              <a:rPr lang="en-US" sz="6000" dirty="0" err="1" smtClean="0"/>
              <a:t>ākum</a:t>
            </a:r>
            <a:r>
              <a:rPr lang="en-US" sz="6000" dirty="0" smtClean="0"/>
              <a:t> </a:t>
            </a:r>
            <a:r>
              <a:rPr lang="en-US" sz="6000" dirty="0" err="1" smtClean="0"/>
              <a:t>ende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iṣṭanāyikē</a:t>
            </a:r>
            <a:r>
              <a:rPr lang="en-US" sz="6000" dirty="0" smtClean="0"/>
              <a:t> en </a:t>
            </a:r>
            <a:r>
              <a:rPr lang="en-US" sz="6000" dirty="0" err="1" smtClean="0"/>
              <a:t>hṛttil</a:t>
            </a:r>
            <a:r>
              <a:rPr lang="en-US" sz="6000" dirty="0" smtClean="0"/>
              <a:t> </a:t>
            </a:r>
            <a:r>
              <a:rPr lang="en-US" sz="6000" dirty="0" err="1" smtClean="0"/>
              <a:t>narttanam</a:t>
            </a:r>
            <a:r>
              <a:rPr lang="en-US" sz="6000" dirty="0" smtClean="0"/>
              <a:t> </a:t>
            </a:r>
            <a:r>
              <a:rPr lang="en-US" sz="6000" dirty="0" err="1" smtClean="0"/>
              <a:t>ceyyū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Great One, fulfiller of every desire, Queen of my heart, please dance within it.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śyāma</a:t>
            </a:r>
            <a:r>
              <a:rPr lang="en-US" sz="6000" dirty="0" smtClean="0"/>
              <a:t> tan </a:t>
            </a:r>
            <a:r>
              <a:rPr lang="en-US" sz="6000" dirty="0" err="1" smtClean="0"/>
              <a:t>tiruneṫṫiyile</a:t>
            </a:r>
            <a:r>
              <a:rPr lang="en-US" sz="6000" dirty="0" smtClean="0"/>
              <a:t> </a:t>
            </a:r>
            <a:r>
              <a:rPr lang="en-US" sz="6000" dirty="0" err="1" smtClean="0"/>
              <a:t>candanattin</a:t>
            </a:r>
            <a:r>
              <a:rPr lang="en-US" sz="6000" dirty="0" smtClean="0"/>
              <a:t> </a:t>
            </a:r>
            <a:r>
              <a:rPr lang="en-US" sz="6000" dirty="0" err="1" smtClean="0"/>
              <a:t>poṭṭu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śyāma-vānil</a:t>
            </a:r>
            <a:r>
              <a:rPr lang="en-US" sz="6000" dirty="0" smtClean="0"/>
              <a:t> </a:t>
            </a:r>
            <a:r>
              <a:rPr lang="en-US" sz="6000" dirty="0" err="1" smtClean="0"/>
              <a:t>pūrṇa-candran</a:t>
            </a:r>
            <a:r>
              <a:rPr lang="en-US" sz="6000" dirty="0" smtClean="0"/>
              <a:t> </a:t>
            </a:r>
            <a:r>
              <a:rPr lang="en-US" sz="6000" dirty="0" err="1" smtClean="0"/>
              <a:t>udicc-uyarnnu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the sandal dot on </a:t>
            </a:r>
            <a:r>
              <a:rPr lang="en-US" sz="6600" dirty="0" err="1" smtClean="0">
                <a:solidFill>
                  <a:srgbClr val="FFFF00"/>
                </a:solidFill>
              </a:rPr>
              <a:t>Syama’s</a:t>
            </a:r>
            <a:r>
              <a:rPr lang="en-US" sz="6600" dirty="0" smtClean="0">
                <a:solidFill>
                  <a:srgbClr val="FFFF00"/>
                </a:solidFill>
              </a:rPr>
              <a:t> brow, the full moon rose in the dark sky.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māya</a:t>
            </a:r>
            <a:r>
              <a:rPr lang="en-US" sz="6000" dirty="0" smtClean="0"/>
              <a:t> </a:t>
            </a:r>
            <a:r>
              <a:rPr lang="en-US" sz="6000" dirty="0" err="1" smtClean="0"/>
              <a:t>tande</a:t>
            </a:r>
            <a:r>
              <a:rPr lang="en-US" sz="6000" dirty="0" smtClean="0"/>
              <a:t> </a:t>
            </a:r>
            <a:r>
              <a:rPr lang="en-US" sz="6000" dirty="0" err="1" smtClean="0"/>
              <a:t>mālakannu</a:t>
            </a:r>
            <a:r>
              <a:rPr lang="en-US" sz="6000" dirty="0" smtClean="0"/>
              <a:t> </a:t>
            </a:r>
            <a:r>
              <a:rPr lang="en-US" sz="6000" dirty="0" err="1" smtClean="0"/>
              <a:t>śīladōṣam</a:t>
            </a:r>
            <a:r>
              <a:rPr lang="en-US" sz="6000" dirty="0" smtClean="0"/>
              <a:t> </a:t>
            </a:r>
            <a:r>
              <a:rPr lang="en-US" sz="6000" dirty="0" err="1" smtClean="0"/>
              <a:t>viṭṭakannu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kālakāriṇiyām</a:t>
            </a:r>
            <a:r>
              <a:rPr lang="en-US" sz="6000" dirty="0" smtClean="0"/>
              <a:t> </a:t>
            </a:r>
            <a:r>
              <a:rPr lang="en-US" sz="6000" dirty="0" err="1" smtClean="0"/>
              <a:t>ninne</a:t>
            </a:r>
            <a:r>
              <a:rPr lang="en-US" sz="6000" dirty="0" smtClean="0"/>
              <a:t> </a:t>
            </a:r>
            <a:r>
              <a:rPr lang="en-US" sz="6000" dirty="0" err="1" smtClean="0"/>
              <a:t>kāṇmatennō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When will illusion fall away, and becoming free of faults, I will behold you, who are the source of time?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pēlavam</a:t>
            </a:r>
            <a:r>
              <a:rPr lang="en-US" sz="6000" dirty="0" smtClean="0"/>
              <a:t> </a:t>
            </a:r>
            <a:r>
              <a:rPr lang="en-US" sz="6000" dirty="0" err="1" smtClean="0"/>
              <a:t>nin</a:t>
            </a:r>
            <a:r>
              <a:rPr lang="en-US" sz="6000" dirty="0" smtClean="0"/>
              <a:t> </a:t>
            </a:r>
            <a:r>
              <a:rPr lang="en-US" sz="6000" dirty="0" err="1" smtClean="0"/>
              <a:t>karaṅgaḷ</a:t>
            </a:r>
            <a:r>
              <a:rPr lang="en-US" sz="6000" dirty="0" smtClean="0"/>
              <a:t> tan </a:t>
            </a:r>
            <a:r>
              <a:rPr lang="en-US" sz="6000" dirty="0" err="1" smtClean="0"/>
              <a:t>śītaḷa-talōḍal</a:t>
            </a:r>
            <a:r>
              <a:rPr lang="en-US" sz="6000" dirty="0" smtClean="0"/>
              <a:t> </a:t>
            </a:r>
            <a:r>
              <a:rPr lang="en-US" sz="6000" dirty="0" err="1" smtClean="0"/>
              <a:t>ēṫṫu</a:t>
            </a:r>
            <a:r>
              <a:rPr lang="en-US" sz="6000" dirty="0" smtClean="0"/>
              <a:t> - </a:t>
            </a:r>
            <a:r>
              <a:rPr lang="en-US" sz="6000" dirty="0" err="1" smtClean="0"/>
              <a:t>kāḷi</a:t>
            </a:r>
            <a:r>
              <a:rPr lang="en-US" sz="6000" dirty="0" smtClean="0"/>
              <a:t> </a:t>
            </a:r>
            <a:r>
              <a:rPr lang="en-US" sz="6000" dirty="0" err="1" smtClean="0"/>
              <a:t>ninde</a:t>
            </a:r>
            <a:r>
              <a:rPr lang="en-US" sz="6000" dirty="0" smtClean="0"/>
              <a:t> </a:t>
            </a:r>
            <a:r>
              <a:rPr lang="en-US" sz="6000" dirty="0" err="1" smtClean="0"/>
              <a:t>pūmaḍiyil</a:t>
            </a:r>
            <a:r>
              <a:rPr lang="en-US" sz="6000" dirty="0" smtClean="0"/>
              <a:t> </a:t>
            </a:r>
            <a:r>
              <a:rPr lang="en-US" sz="6000" dirty="0" err="1" smtClean="0"/>
              <a:t>cāyvatennō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O Kali, when will I rest upon your lap, cradled in the gentle caress of your hands…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śyāma</a:t>
            </a:r>
            <a:r>
              <a:rPr lang="en-US" sz="6000" dirty="0" smtClean="0"/>
              <a:t> tan </a:t>
            </a:r>
            <a:r>
              <a:rPr lang="en-US" sz="6000" dirty="0" err="1" smtClean="0"/>
              <a:t>tiruneṫṫiyile</a:t>
            </a:r>
            <a:r>
              <a:rPr lang="en-US" sz="6000" dirty="0" smtClean="0"/>
              <a:t> </a:t>
            </a:r>
            <a:r>
              <a:rPr lang="en-US" sz="6000" dirty="0" err="1" smtClean="0"/>
              <a:t>candanattin</a:t>
            </a:r>
            <a:r>
              <a:rPr lang="en-US" sz="6000" dirty="0" smtClean="0"/>
              <a:t> </a:t>
            </a:r>
            <a:r>
              <a:rPr lang="en-US" sz="6000" dirty="0" err="1" smtClean="0"/>
              <a:t>poṭṭu</a:t>
            </a:r>
            <a:r>
              <a:rPr lang="en-US" sz="6000" dirty="0" smtClean="0"/>
              <a:t> </a:t>
            </a:r>
            <a:r>
              <a:rPr lang="en-US" sz="6000" dirty="0" err="1" smtClean="0"/>
              <a:t>pōle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śyāma-vānil</a:t>
            </a:r>
            <a:r>
              <a:rPr lang="en-US" sz="6000" dirty="0" smtClean="0"/>
              <a:t> </a:t>
            </a:r>
            <a:r>
              <a:rPr lang="en-US" sz="6000" dirty="0" err="1" smtClean="0"/>
              <a:t>pūrṇa-candran</a:t>
            </a:r>
            <a:r>
              <a:rPr lang="en-US" sz="6000" dirty="0" smtClean="0"/>
              <a:t> </a:t>
            </a:r>
            <a:r>
              <a:rPr lang="en-US" sz="6000" dirty="0" err="1" smtClean="0"/>
              <a:t>udicc-uyarnnu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Like the sandal dot on </a:t>
            </a:r>
            <a:r>
              <a:rPr lang="en-US" sz="6600" dirty="0" err="1" smtClean="0">
                <a:solidFill>
                  <a:srgbClr val="FFFF00"/>
                </a:solidFill>
              </a:rPr>
              <a:t>Syama’s</a:t>
            </a:r>
            <a:r>
              <a:rPr lang="en-US" sz="6600" dirty="0" smtClean="0">
                <a:solidFill>
                  <a:srgbClr val="FFFF00"/>
                </a:solidFill>
              </a:rPr>
              <a:t> brow, the full moon rose in the dark sky.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2880</TotalTime>
  <Words>210</Words>
  <Application>Microsoft Office PowerPoint</Application>
  <PresentationFormat>On-screen Show (4:3)</PresentationFormat>
  <Paragraphs>32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śyāma tan tiruneṫṫiyile</vt:lpstr>
      <vt:lpstr>śyāma tan tiruneṫṫiyile candanattin poṭṭu pōle śyāma-vānil pūrṇa-candran udicc-uyarnnu</vt:lpstr>
      <vt:lpstr>cārutayārnnorī dṛśyam kaṇḍorende hṛdayattil kāḷi tande mukhapadmam teḷiññ-uyarnnu</vt:lpstr>
      <vt:lpstr>sṛṣṭi-līla āḍiḍunna  kṛṣṇa-varṇṇayōḍu cērnnen śiṣṭa-janmam sārtthakamāy tīrnniḍēṇam</vt:lpstr>
      <vt:lpstr>iṣṭam ellām ēkiḍunna viṣṭapēśi ākum ende iṣṭanāyikē en hṛttil narttanam ceyyū</vt:lpstr>
      <vt:lpstr>śyāma tan tiruneṫṫiyile candanattin poṭṭu pōle śyāma-vānil pūrṇa-candran udicc-uyarnnu</vt:lpstr>
      <vt:lpstr>māya tande mālakannu śīladōṣam viṭṭakannu kālakāriṇiyām ninne kāṇmatennō ñān</vt:lpstr>
      <vt:lpstr>pēlavam nin karaṅgaḷ tan śītaḷa-talōḍal ēṫṫu - kāḷi ninde pūmaḍiyil cāyvatennō ñān</vt:lpstr>
      <vt:lpstr>śyāma tan tiruneṫṫiyile candanattin poṭṭu pōle śyāma-vānil pūrṇa-candran udicc-uyarnnu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325</cp:revision>
  <dcterms:created xsi:type="dcterms:W3CDTF">2006-08-16T00:00:00Z</dcterms:created>
  <dcterms:modified xsi:type="dcterms:W3CDTF">2025-08-19T15:01:45Z</dcterms:modified>
</cp:coreProperties>
</file>