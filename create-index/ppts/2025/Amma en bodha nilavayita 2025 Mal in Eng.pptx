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gZ7kMfasKl275V6l/xO7qy1Ur/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amma en bōdha-nilāvāyitā amma en jīvita-saṅgītamāy</a:t>
            </a:r>
            <a:endParaRPr sz="6600"/>
          </a:p>
        </p:txBody>
      </p:sp>
      <p:sp>
        <p:nvSpPr>
          <p:cNvPr id="19" name="Google Shape;19;p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 is the moonlight that illuminates my awareness, the song of my life, </a:t>
            </a:r>
            <a:endParaRPr b="0" i="0" sz="6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amma en ātma-tuḍippumāy</a:t>
            </a:r>
            <a:endParaRPr sz="6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amma en śvāsa-niśvāsamāy</a:t>
            </a:r>
            <a:endParaRPr sz="6600"/>
          </a:p>
        </p:txBody>
      </p:sp>
      <p:sp>
        <p:nvSpPr>
          <p:cNvPr id="26" name="Google Shape;26;p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heart beat of my soul—Mother is my very breath</a:t>
            </a:r>
            <a:endParaRPr b="0" i="0" sz="66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amma en kāvya-vasantamāy</a:t>
            </a:r>
            <a:br>
              <a:rPr lang="en-US" sz="6000"/>
            </a:br>
            <a:r>
              <a:rPr lang="en-US" sz="6000"/>
              <a:t>ammayā kuḷir-tūkum pūntennalāy</a:t>
            </a:r>
            <a:endParaRPr sz="6000"/>
          </a:p>
        </p:txBody>
      </p:sp>
      <p:sp>
        <p:nvSpPr>
          <p:cNvPr id="33" name="Google Shape;33;p3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 is the springtime of my poetry, the breeze scented with blossoms.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ammayā bhakti tan hima-varṣamāy - ammayā prēmattin pēmāriyāy</a:t>
            </a:r>
            <a:endParaRPr sz="6600"/>
          </a:p>
        </p:txBody>
      </p:sp>
      <p:sp>
        <p:nvSpPr>
          <p:cNvPr id="40" name="Google Shape;40;p4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 is the </a:t>
            </a: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celestial snowfall</a:t>
            </a:r>
            <a:r>
              <a:rPr b="0" i="0" lang="en-US" sz="72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of devotion, the torrent of divine love.</a:t>
            </a:r>
            <a:endParaRPr b="0" i="0" sz="72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ammayā kanivūṙum pulariyāy - ammayā kṛpa tūkum sūryanāy</a:t>
            </a:r>
            <a:endParaRPr sz="6600"/>
          </a:p>
        </p:txBody>
      </p:sp>
      <p:sp>
        <p:nvSpPr>
          <p:cNvPr id="47" name="Google Shape;47;p5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Mother is the dawn that pours forth compassion, the sun that radiates grace.</a:t>
            </a:r>
            <a:endParaRPr b="0" i="0" sz="6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lang="en-US" sz="6600"/>
              <a:t>ammayā prabhayārnna hṛdaya-vānil - ammayāy sarvavum uṇmayāy</a:t>
            </a:r>
            <a:endParaRPr sz="6600"/>
          </a:p>
        </p:txBody>
      </p:sp>
      <p:sp>
        <p:nvSpPr>
          <p:cNvPr id="54" name="Google Shape;54;p6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In the luminous sky of the heart, she becomes the very essence of all existence.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amritam</dc:creator>
</cp:coreProperties>
</file>