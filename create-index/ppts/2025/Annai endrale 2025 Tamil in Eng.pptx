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-1674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7BCC3-8598-485E-B0C5-9D42BF0BB580}" type="datetimeFigureOut">
              <a:rPr lang="en-US" smtClean="0"/>
              <a:t>6/14/2025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77D05-0101-422B-8036-018F5A73EFA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7BCC3-8598-485E-B0C5-9D42BF0BB580}" type="datetimeFigureOut">
              <a:rPr lang="en-US" smtClean="0"/>
              <a:t>6/14/2025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77D05-0101-422B-8036-018F5A73EFA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7BCC3-8598-485E-B0C5-9D42BF0BB580}" type="datetimeFigureOut">
              <a:rPr lang="en-US" smtClean="0"/>
              <a:t>6/14/2025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77D05-0101-422B-8036-018F5A73EFA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7BCC3-8598-485E-B0C5-9D42BF0BB580}" type="datetimeFigureOut">
              <a:rPr lang="en-US" smtClean="0"/>
              <a:t>6/14/2025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77D05-0101-422B-8036-018F5A73EFA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7BCC3-8598-485E-B0C5-9D42BF0BB580}" type="datetimeFigureOut">
              <a:rPr lang="en-US" smtClean="0"/>
              <a:t>6/14/2025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77D05-0101-422B-8036-018F5A73EFA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7BCC3-8598-485E-B0C5-9D42BF0BB580}" type="datetimeFigureOut">
              <a:rPr lang="en-US" smtClean="0"/>
              <a:t>6/14/2025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77D05-0101-422B-8036-018F5A73EFA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7BCC3-8598-485E-B0C5-9D42BF0BB580}" type="datetimeFigureOut">
              <a:rPr lang="en-US" smtClean="0"/>
              <a:t>6/14/2025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77D05-0101-422B-8036-018F5A73EFA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7BCC3-8598-485E-B0C5-9D42BF0BB580}" type="datetimeFigureOut">
              <a:rPr lang="en-US" smtClean="0"/>
              <a:t>6/14/2025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77D05-0101-422B-8036-018F5A73EFA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7BCC3-8598-485E-B0C5-9D42BF0BB580}" type="datetimeFigureOut">
              <a:rPr lang="en-US" smtClean="0"/>
              <a:t>6/14/2025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77D05-0101-422B-8036-018F5A73EFA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7BCC3-8598-485E-B0C5-9D42BF0BB580}" type="datetimeFigureOut">
              <a:rPr lang="en-US" smtClean="0"/>
              <a:t>6/14/2025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77D05-0101-422B-8036-018F5A73EFA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7BCC3-8598-485E-B0C5-9D42BF0BB580}" type="datetimeFigureOut">
              <a:rPr lang="en-US" smtClean="0"/>
              <a:t>6/14/2025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77D05-0101-422B-8036-018F5A73EFA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D7BCC3-8598-485E-B0C5-9D42BF0BB580}" type="datetimeFigureOut">
              <a:rPr lang="en-US" smtClean="0"/>
              <a:t>6/14/2025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577D05-0101-422B-8036-018F5A73EFA2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annai enḍrālē azhakallavā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2025</a:t>
            </a:r>
          </a:p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(Tamil)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annai enḍrālē azhakallavā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azhakinai pōḍriḍum ulakallavā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800" smtClean="0">
                <a:solidFill>
                  <a:srgbClr val="FFFF00"/>
                </a:solidFill>
                <a:latin typeface="Calibri"/>
              </a:rPr>
              <a:t>Isn't it beautiful just to say "Mother"? Doesn't the whole world praise that beauty?</a:t>
            </a:r>
            <a:endParaRPr lang="en-US" sz="58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500" smtClean="0">
                <a:solidFill>
                  <a:srgbClr val="FFFFFF"/>
                </a:solidFill>
                <a:latin typeface="Calibri"/>
              </a:rPr>
              <a:t>akhilattai ālum dēviyai kavarum</a:t>
            </a:r>
            <a:br>
              <a:rPr lang="en-US" sz="6500" smtClean="0">
                <a:solidFill>
                  <a:srgbClr val="FFFFFF"/>
                </a:solidFill>
                <a:latin typeface="Calibri"/>
              </a:rPr>
            </a:br>
            <a:r>
              <a:rPr lang="en-US" sz="6500" smtClean="0">
                <a:solidFill>
                  <a:srgbClr val="FFFFFF"/>
                </a:solidFill>
                <a:latin typeface="Calibri"/>
              </a:rPr>
              <a:t>azhakō akattin azhakallavā</a:t>
            </a:r>
            <a:endParaRPr lang="en-US" sz="65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The beauty that draws the Goddess who rules the entire universe is the beauty within the heart!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100" smtClean="0">
                <a:solidFill>
                  <a:srgbClr val="FFFFFF"/>
                </a:solidFill>
                <a:latin typeface="Calibri"/>
              </a:rPr>
              <a:t>kaṇkaḷukkazhaku kanivallavā</a:t>
            </a:r>
            <a:br>
              <a:rPr lang="en-US" sz="6100" smtClean="0">
                <a:solidFill>
                  <a:srgbClr val="FFFFFF"/>
                </a:solidFill>
                <a:latin typeface="Calibri"/>
              </a:rPr>
            </a:br>
            <a:r>
              <a:rPr lang="en-US" sz="6100" smtClean="0">
                <a:solidFill>
                  <a:srgbClr val="FFFFFF"/>
                </a:solidFill>
                <a:latin typeface="Calibri"/>
              </a:rPr>
              <a:t>kaikaḷukkazhaku koḍaiyallavā</a:t>
            </a:r>
            <a:endParaRPr lang="en-US" sz="61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100" smtClean="0">
                <a:solidFill>
                  <a:srgbClr val="FFFF00"/>
                </a:solidFill>
                <a:latin typeface="Calibri"/>
              </a:rPr>
              <a:t>Isn't compassion the beauty of the eyes? Isn't generosity the beauty of the hands?</a:t>
            </a:r>
            <a:endParaRPr lang="en-US" sz="61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annaiyai vaṇaṅki padamalar vaiykkum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manamalar pūjaykku azhakallavā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Isn’t it the flower of the heart, offered prayerfully at Mother’s lotus feet, that makes the worship beautiful?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anpukku sutantiram azhakallavā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aṙivukku aḍakkamum azhakallavā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Isn't freedom the beauty of love? Isn't humility the beauty of knowledge?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800" smtClean="0">
                <a:solidFill>
                  <a:srgbClr val="FFFFFF"/>
                </a:solidFill>
                <a:latin typeface="Calibri"/>
              </a:rPr>
              <a:t>anpinil vaḷarntu ahantai tuṙanta</a:t>
            </a:r>
            <a:br>
              <a:rPr lang="en-US" sz="5800" smtClean="0">
                <a:solidFill>
                  <a:srgbClr val="FFFFFF"/>
                </a:solidFill>
                <a:latin typeface="Calibri"/>
              </a:rPr>
            </a:br>
            <a:r>
              <a:rPr lang="en-US" sz="5800" smtClean="0">
                <a:solidFill>
                  <a:srgbClr val="FFFFFF"/>
                </a:solidFill>
                <a:latin typeface="Calibri"/>
              </a:rPr>
              <a:t>aḍiyavar ulakukku azhakallavā</a:t>
            </a:r>
            <a:endParaRPr lang="en-US" sz="58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800" smtClean="0">
                <a:solidFill>
                  <a:srgbClr val="FFFF00"/>
                </a:solidFill>
                <a:latin typeface="Calibri"/>
              </a:rPr>
              <a:t>Those who grow in love and are free of ego — aren’t they the true beauty of the world?</a:t>
            </a:r>
            <a:endParaRPr lang="en-US" sz="58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maṇiyē maṇi oḷiyē arumaṙaiyin parimaḷamē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O precious gem, radiant light, fragrance of the sacred Vedas,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niṙai azhakē umayavaḷē piṙappaṙukkum pēramudē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perfect beauty, Goddess Uma, nectar that ends the cycle of birth!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166</Words>
  <Application>Microsoft Office PowerPoint</Application>
  <PresentationFormat>On-screen Show (4:3)</PresentationFormat>
  <Paragraphs>19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annai enḍrālē azhakallavā</vt:lpstr>
      <vt:lpstr>annai enḍrālē azhakallavā azhakinai pōḍriḍum ulakallavā</vt:lpstr>
      <vt:lpstr>akhilattai ālum dēviyai kavarum azhakō akattin azhakallavā</vt:lpstr>
      <vt:lpstr>kaṇkaḷukkazhaku kanivallavā kaikaḷukkazhaku koḍaiyallavā</vt:lpstr>
      <vt:lpstr>annaiyai vaṇaṅki padamalar vaiykkum manamalar pūjaykku azhakallavā</vt:lpstr>
      <vt:lpstr>anpukku sutantiram azhakallavā aṙivukku aḍakkamum azhakallavā</vt:lpstr>
      <vt:lpstr>anpinil vaḷarntu ahantai tuṙanta aḍiyavar ulakukku azhakallavā</vt:lpstr>
      <vt:lpstr>maṇiyē maṇi oḷiyē arumaṙaiyin parimaḷamē</vt:lpstr>
      <vt:lpstr>niṙai azhakē umayavaḷē piṙappaṙukkum pēramudē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annai enḍrālē azhakallavā</dc:title>
  <dc:creator>Amrita</dc:creator>
  <cp:lastModifiedBy>Amrita</cp:lastModifiedBy>
  <cp:revision>1</cp:revision>
  <dcterms:created xsi:type="dcterms:W3CDTF">2025-06-14T13:55:53Z</dcterms:created>
  <dcterms:modified xsi:type="dcterms:W3CDTF">2025-06-14T13:57:20Z</dcterms:modified>
</cp:coreProperties>
</file>