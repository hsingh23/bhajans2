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DFB74-6866-4230-9ABD-1295DFDF16DC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DAB73-DB55-4ACE-ABF8-94A757E54A0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kaṇṇane eṅgānum kaṇḍuvō?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kaṇṇane eṅgānum kaṇḍuvō? ende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kaṇṇanām uṇṇiye kaṇḍuvō? 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Have you seen my Krishna anywhere? Have you seen my little Krishna, the darling of my eyes?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kāḷindi tannuḍe vārnikkuñjaṅgaḷalil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maṙayunna kaṇṇane kaṇḍuvō?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Have you caught a glimpse of –the palyful one who loves to hide amid the secluded thickets by the Kalindi, entwined with trees and blossoming vines?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madhu tēḍi malar tōṙum alayunna madhupā nī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mādhavane kaṇḍat-uṇḍō?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honey bee, flitting from flower to flower in search of nectar, have you chanced upon Madhava?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maṇam vīśi viḍarunna palavarṇṇa malarukaḷkk-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iḍayil ā padamalar kaṇḍuvō? 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Did you catch a glimpse of the imprint of His soft feet among the fragrant, many-coloured blossoms?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kārmukilē niṅgaḷ mānatt-eṅgānum en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kāyāmbu-varṇṇane kaṇḍuvō? 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O black raincloud, have you seen my dark-hued Krishna somewhere up in the sky?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māranum tōlkkum ā māyāmayanuḍe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tāraka-nayanaṅgaḷ kaṇḍuvō? 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700" smtClean="0">
                <a:solidFill>
                  <a:srgbClr val="FFFF00"/>
                </a:solidFill>
                <a:latin typeface="Calibri"/>
              </a:rPr>
              <a:t>Have you beheld the radiant, starry eyes of the one who weaves divine illusion and whose beauty surpasses even that of the God of Love?</a:t>
            </a:r>
            <a:endParaRPr lang="en-US" sz="4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kaṇṇ-onnaḍaccu ñān tēṅgi karayumbōḷ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kaṇḍende uḷḷilāy kaṇṇan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When I closed my eyes and wept in despair, I beheld my Krishna within me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mānasa-poykayil nīrāḍi nilkkunnu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mānasa-cōran en kaṇṇan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—Krishna, the stealer of hearts, gliding blissfully in the lake of my heart!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203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kaṇṇane eṅgānum kaṇḍuvō?</vt:lpstr>
      <vt:lpstr>kaṇṇane eṅgānum kaṇḍuvō? ende kaṇṇanām uṇṇiye kaṇḍuvō? </vt:lpstr>
      <vt:lpstr>kāḷindi tannuḍe vārnikkuñjaṅgaḷalil maṙayunna kaṇṇane kaṇḍuvō? </vt:lpstr>
      <vt:lpstr>madhu tēḍi malar tōṙum alayunna madhupā nī mādhavane kaṇḍat-uṇḍō? </vt:lpstr>
      <vt:lpstr>maṇam vīśi viḍarunna palavarṇṇa malarukaḷkk- iḍayil ā padamalar kaṇḍuvō? </vt:lpstr>
      <vt:lpstr>kārmukilē niṅgaḷ mānatt-eṅgānum en kāyāmbu-varṇṇane kaṇḍuvō? </vt:lpstr>
      <vt:lpstr>māranum tōlkkum ā māyāmayanuḍe tāraka-nayanaṅgaḷ kaṇḍuvō? </vt:lpstr>
      <vt:lpstr>kaṇṇ-onnaḍaccu ñān tēṅgi karayumbōḷ kaṇḍende uḷḷilāy kaṇṇan</vt:lpstr>
      <vt:lpstr>mānasa-poykayil nīrāḍi nilkkunnu mānasa-cōran en kaṇṇan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kaṇṇane eṅgānum kaṇḍuvō?</dc:title>
  <dc:creator>Amrita</dc:creator>
  <cp:lastModifiedBy>Amrita</cp:lastModifiedBy>
  <cp:revision>1</cp:revision>
  <dcterms:created xsi:type="dcterms:W3CDTF">2025-06-16T11:00:11Z</dcterms:created>
  <dcterms:modified xsi:type="dcterms:W3CDTF">2025-06-16T11:01:34Z</dcterms:modified>
</cp:coreProperties>
</file>