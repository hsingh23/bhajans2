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6" r:id="rId2"/>
    <p:sldId id="294" r:id="rId3"/>
    <p:sldId id="290" r:id="rId4"/>
    <p:sldId id="287" r:id="rId5"/>
    <p:sldId id="291" r:id="rId6"/>
    <p:sldId id="288" r:id="rId7"/>
    <p:sldId id="292" r:id="rId8"/>
    <p:sldId id="289" r:id="rId9"/>
    <p:sldId id="29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janimṛti</a:t>
            </a:r>
            <a:r>
              <a:rPr lang="en-US" sz="6000" dirty="0" smtClean="0"/>
              <a:t> </a:t>
            </a:r>
            <a:r>
              <a:rPr lang="en-US" sz="6000" dirty="0" err="1" smtClean="0"/>
              <a:t>cakram</a:t>
            </a:r>
            <a:r>
              <a:rPr lang="en-US" sz="6000" dirty="0" smtClean="0"/>
              <a:t> </a:t>
            </a:r>
            <a:r>
              <a:rPr lang="en-US" sz="6000" dirty="0" err="1" smtClean="0"/>
              <a:t>palatum</a:t>
            </a:r>
            <a:r>
              <a:rPr lang="en-US" sz="6000" dirty="0" smtClean="0"/>
              <a:t> </a:t>
            </a:r>
            <a:r>
              <a:rPr lang="en-US" sz="6000" dirty="0" err="1" smtClean="0"/>
              <a:t>uruṇḍu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(Malayalam)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janimṛti</a:t>
            </a:r>
            <a:r>
              <a:rPr lang="en-US" sz="6000" dirty="0" smtClean="0"/>
              <a:t> </a:t>
            </a:r>
            <a:r>
              <a:rPr lang="en-US" sz="6000" dirty="0" err="1" smtClean="0"/>
              <a:t>cakram</a:t>
            </a:r>
            <a:r>
              <a:rPr lang="en-US" sz="6000" dirty="0" smtClean="0"/>
              <a:t> </a:t>
            </a:r>
            <a:r>
              <a:rPr lang="en-US" sz="6000" dirty="0" err="1" smtClean="0"/>
              <a:t>palatum</a:t>
            </a:r>
            <a:r>
              <a:rPr lang="en-US" sz="6000" dirty="0" smtClean="0"/>
              <a:t> </a:t>
            </a:r>
            <a:r>
              <a:rPr lang="en-US" sz="6000" dirty="0" err="1" smtClean="0"/>
              <a:t>uruṇḍu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janiyuḍe</a:t>
            </a:r>
            <a:r>
              <a:rPr lang="en-US" sz="6000" dirty="0" smtClean="0"/>
              <a:t> </a:t>
            </a:r>
            <a:r>
              <a:rPr lang="en-US" sz="6000" dirty="0" err="1" smtClean="0"/>
              <a:t>lakṣyam</a:t>
            </a:r>
            <a:r>
              <a:rPr lang="en-US" sz="6000" dirty="0" smtClean="0"/>
              <a:t> </a:t>
            </a:r>
            <a:r>
              <a:rPr lang="en-US" sz="6000" dirty="0" err="1" smtClean="0"/>
              <a:t>itaṙiyāte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Having wandered through countless cycles of birth and death, without knowing life’s true purpose,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jananī</a:t>
            </a:r>
            <a:r>
              <a:rPr lang="en-US" sz="6600" dirty="0" smtClean="0"/>
              <a:t> </a:t>
            </a:r>
            <a:r>
              <a:rPr lang="en-US" sz="6600" dirty="0" err="1" smtClean="0"/>
              <a:t>nin</a:t>
            </a:r>
            <a:r>
              <a:rPr lang="en-US" sz="6600" dirty="0" smtClean="0"/>
              <a:t> </a:t>
            </a:r>
            <a:r>
              <a:rPr lang="en-US" sz="6600" dirty="0" err="1" smtClean="0"/>
              <a:t>tiru</a:t>
            </a:r>
            <a:r>
              <a:rPr lang="en-US" sz="6600" dirty="0" smtClean="0"/>
              <a:t> </a:t>
            </a:r>
            <a:r>
              <a:rPr lang="en-US" sz="6600" dirty="0" err="1" smtClean="0"/>
              <a:t>kṛpayāl</a:t>
            </a:r>
            <a:r>
              <a:rPr lang="en-US" sz="6600" dirty="0" smtClean="0"/>
              <a:t> </a:t>
            </a:r>
            <a:r>
              <a:rPr lang="en-US" sz="6600" dirty="0" err="1" smtClean="0"/>
              <a:t>aḍiyan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tava</a:t>
            </a:r>
            <a:r>
              <a:rPr lang="en-US" sz="6600" dirty="0" smtClean="0"/>
              <a:t> </a:t>
            </a:r>
            <a:r>
              <a:rPr lang="en-US" sz="6600" dirty="0" err="1" smtClean="0"/>
              <a:t>tṛppaḍiyil</a:t>
            </a:r>
            <a:r>
              <a:rPr lang="en-US" sz="6600" dirty="0" smtClean="0"/>
              <a:t> </a:t>
            </a:r>
            <a:r>
              <a:rPr lang="en-US" sz="6600" dirty="0" err="1" smtClean="0"/>
              <a:t>itāyetti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by </a:t>
            </a:r>
            <a:r>
              <a:rPr lang="en-US" sz="6000" dirty="0" smtClean="0">
                <a:solidFill>
                  <a:srgbClr val="FFFF00"/>
                </a:solidFill>
              </a:rPr>
              <a:t>your grace, O Mother, this child has reached your sacred doorstep.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pala</a:t>
            </a:r>
            <a:r>
              <a:rPr lang="en-US" sz="6600" dirty="0" smtClean="0"/>
              <a:t> </a:t>
            </a:r>
            <a:r>
              <a:rPr lang="en-US" sz="6600" dirty="0" err="1" smtClean="0"/>
              <a:t>janmārjita</a:t>
            </a:r>
            <a:r>
              <a:rPr lang="en-US" sz="6600" dirty="0" smtClean="0"/>
              <a:t> </a:t>
            </a:r>
            <a:r>
              <a:rPr lang="en-US" sz="6600" dirty="0" err="1" smtClean="0"/>
              <a:t>karmattin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bhāṇḍam</a:t>
            </a:r>
            <a:r>
              <a:rPr lang="en-US" sz="6600" dirty="0" smtClean="0"/>
              <a:t> </a:t>
            </a:r>
            <a:r>
              <a:rPr lang="en-US" sz="6600" dirty="0" err="1" smtClean="0"/>
              <a:t>pēṙi</a:t>
            </a:r>
            <a:r>
              <a:rPr lang="en-US" sz="6600" dirty="0" smtClean="0"/>
              <a:t> </a:t>
            </a:r>
            <a:r>
              <a:rPr lang="en-US" sz="6600" dirty="0" err="1" smtClean="0"/>
              <a:t>valaññu</a:t>
            </a:r>
            <a:r>
              <a:rPr lang="en-US" sz="6600" dirty="0" smtClean="0"/>
              <a:t> </a:t>
            </a:r>
            <a:r>
              <a:rPr lang="en-US" sz="6600" dirty="0" err="1" smtClean="0"/>
              <a:t>ñān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Burdened by the weight of countless karmas across lifetimes, I have suffered deeply</a:t>
            </a:r>
            <a:r>
              <a:rPr lang="en-US" sz="5400" dirty="0" smtClean="0">
                <a:solidFill>
                  <a:srgbClr val="FFFF00"/>
                </a:solidFill>
              </a:rPr>
              <a:t>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kanivōd-aḍiyanu</a:t>
            </a:r>
            <a:r>
              <a:rPr lang="en-US" sz="6600" dirty="0" smtClean="0"/>
              <a:t> </a:t>
            </a:r>
            <a:r>
              <a:rPr lang="en-US" sz="6600" dirty="0" err="1" smtClean="0"/>
              <a:t>nalkiḍaṇē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jñānappālām</a:t>
            </a:r>
            <a:r>
              <a:rPr lang="en-US" sz="6600" dirty="0" smtClean="0"/>
              <a:t> </a:t>
            </a:r>
            <a:r>
              <a:rPr lang="en-US" sz="6600" dirty="0" err="1" smtClean="0"/>
              <a:t>tava</a:t>
            </a:r>
            <a:r>
              <a:rPr lang="en-US" sz="6600" dirty="0" smtClean="0"/>
              <a:t> </a:t>
            </a:r>
            <a:r>
              <a:rPr lang="en-US" sz="6600" dirty="0" err="1" smtClean="0"/>
              <a:t>bhikṣa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</a:t>
            </a:r>
            <a:r>
              <a:rPr lang="en-US" sz="6000" dirty="0" smtClean="0">
                <a:solidFill>
                  <a:srgbClr val="FFFF00"/>
                </a:solidFill>
              </a:rPr>
              <a:t>Mother, in your compassion, grant this one the alms of your milk of wisdom!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pakaram</a:t>
            </a:r>
            <a:r>
              <a:rPr lang="en-US" sz="6600" dirty="0" smtClean="0"/>
              <a:t> </a:t>
            </a:r>
            <a:r>
              <a:rPr lang="en-US" sz="6600" dirty="0" err="1" smtClean="0"/>
              <a:t>eniykk</a:t>
            </a:r>
            <a:r>
              <a:rPr lang="en-US" sz="6600" dirty="0" smtClean="0"/>
              <a:t>-inn-</a:t>
            </a:r>
            <a:r>
              <a:rPr lang="en-US" sz="6600" dirty="0" err="1" smtClean="0"/>
              <a:t>ēkānāy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pala</a:t>
            </a:r>
            <a:r>
              <a:rPr lang="en-US" sz="6600" dirty="0" smtClean="0"/>
              <a:t> </a:t>
            </a:r>
            <a:r>
              <a:rPr lang="en-US" sz="6600" dirty="0" err="1" smtClean="0"/>
              <a:t>janmārjita</a:t>
            </a:r>
            <a:r>
              <a:rPr lang="en-US" sz="6600" dirty="0" smtClean="0"/>
              <a:t> </a:t>
            </a:r>
            <a:r>
              <a:rPr lang="en-US" sz="6600" dirty="0" err="1" smtClean="0"/>
              <a:t>vāsanakaḷ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All I have to offer in return are the </a:t>
            </a:r>
            <a:r>
              <a:rPr lang="en-US" sz="6000" dirty="0" err="1" smtClean="0">
                <a:solidFill>
                  <a:srgbClr val="FFFF00"/>
                </a:solidFill>
              </a:rPr>
              <a:t>vasanas</a:t>
            </a:r>
            <a:r>
              <a:rPr lang="en-US" sz="6000" dirty="0" smtClean="0">
                <a:solidFill>
                  <a:srgbClr val="FFFF00"/>
                </a:solidFill>
              </a:rPr>
              <a:t> I have gathered over countless lifetimes.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dayayārnn-aviḍunn-aruḷaṇamē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amṛtatvattin</a:t>
            </a:r>
            <a:r>
              <a:rPr lang="en-US" sz="6000" dirty="0" smtClean="0"/>
              <a:t> </a:t>
            </a:r>
            <a:r>
              <a:rPr lang="en-US" sz="6000" dirty="0" err="1" smtClean="0"/>
              <a:t>aruḷmozhikaḷ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</a:t>
            </a:r>
            <a:r>
              <a:rPr lang="en-US" sz="5400" dirty="0" smtClean="0">
                <a:solidFill>
                  <a:srgbClr val="FFFF00"/>
                </a:solidFill>
              </a:rPr>
              <a:t>Mother, shower your mercy upon me and bless me with your words that grant immortality.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karuṇārdra</a:t>
            </a:r>
            <a:r>
              <a:rPr lang="en-US" sz="6600" dirty="0" smtClean="0"/>
              <a:t> </a:t>
            </a:r>
            <a:r>
              <a:rPr lang="en-US" sz="6600" dirty="0" err="1" smtClean="0"/>
              <a:t>nayanattāl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katiroḷi</a:t>
            </a:r>
            <a:r>
              <a:rPr lang="en-US" sz="6600" dirty="0" smtClean="0"/>
              <a:t> </a:t>
            </a:r>
            <a:r>
              <a:rPr lang="en-US" sz="6600" dirty="0" err="1" smtClean="0"/>
              <a:t>vīśīḍu</a:t>
            </a:r>
            <a:r>
              <a:rPr lang="en-US" sz="6600" dirty="0" smtClean="0"/>
              <a:t> mama </a:t>
            </a:r>
            <a:r>
              <a:rPr lang="en-US" sz="6600" dirty="0" err="1" smtClean="0"/>
              <a:t>hṛttil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With the light of your compassionate gaze, illumine my heart.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smtClean="0"/>
              <a:t>ā </a:t>
            </a:r>
            <a:r>
              <a:rPr lang="en-US" sz="6000" dirty="0" err="1" smtClean="0"/>
              <a:t>nayanārkkābhayil</a:t>
            </a:r>
            <a:r>
              <a:rPr lang="en-US" sz="6000" dirty="0" smtClean="0"/>
              <a:t> </a:t>
            </a:r>
            <a:r>
              <a:rPr lang="en-US" sz="6000" dirty="0" err="1" smtClean="0"/>
              <a:t>viḍaraṭṭe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hṛdaya-sarōjam</a:t>
            </a:r>
            <a:r>
              <a:rPr lang="en-US" sz="6000" dirty="0" smtClean="0"/>
              <a:t> mama </a:t>
            </a:r>
            <a:r>
              <a:rPr lang="en-US" sz="6000" dirty="0" err="1" smtClean="0"/>
              <a:t>jananī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In </a:t>
            </a:r>
            <a:r>
              <a:rPr lang="en-US" sz="6000" dirty="0" smtClean="0">
                <a:solidFill>
                  <a:srgbClr val="FFFF00"/>
                </a:solidFill>
              </a:rPr>
              <a:t>the radiance of your eyes, may the lotus of my heart bloom, O my Mother.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2867</TotalTime>
  <Words>165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janimṛti cakram palatum uruṇḍu</vt:lpstr>
      <vt:lpstr>janimṛti cakram palatum uruṇḍu janiyuḍe lakṣyam itaṙiyāte</vt:lpstr>
      <vt:lpstr>jananī nin tiru kṛpayāl aḍiyan tava tṛppaḍiyil itāyetti</vt:lpstr>
      <vt:lpstr>pala janmārjita karmattin bhāṇḍam pēṙi valaññu ñān</vt:lpstr>
      <vt:lpstr>kanivōd-aḍiyanu nalkiḍaṇē jñānappālām tava bhikṣa</vt:lpstr>
      <vt:lpstr>pakaram eniykk-inn-ēkānāy pala janmārjita vāsanakaḷ</vt:lpstr>
      <vt:lpstr>dayayārnn-aviḍunn-aruḷaṇamē amṛtatvattin aruḷmozhikaḷ</vt:lpstr>
      <vt:lpstr>karuṇārdra nayanattāl katiroḷi vīśīḍu mama hṛttil</vt:lpstr>
      <vt:lpstr>ā nayanārkkābhayil viḍaraṭṭe hṛdaya-sarōjam mama jananī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321</cp:revision>
  <dcterms:created xsi:type="dcterms:W3CDTF">2006-08-16T00:00:00Z</dcterms:created>
  <dcterms:modified xsi:type="dcterms:W3CDTF">2025-05-07T15:21:02Z</dcterms:modified>
</cp:coreProperties>
</file>