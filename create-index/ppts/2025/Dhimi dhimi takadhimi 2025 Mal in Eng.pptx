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D131F-E250-4AB7-9E2D-8469A5FC2698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15A6-CEB1-4F58-97D9-F97B2D617C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D131F-E250-4AB7-9E2D-8469A5FC2698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15A6-CEB1-4F58-97D9-F97B2D617C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D131F-E250-4AB7-9E2D-8469A5FC2698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15A6-CEB1-4F58-97D9-F97B2D617C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D131F-E250-4AB7-9E2D-8469A5FC2698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15A6-CEB1-4F58-97D9-F97B2D617C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D131F-E250-4AB7-9E2D-8469A5FC2698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15A6-CEB1-4F58-97D9-F97B2D617C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D131F-E250-4AB7-9E2D-8469A5FC2698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15A6-CEB1-4F58-97D9-F97B2D617C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D131F-E250-4AB7-9E2D-8469A5FC2698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15A6-CEB1-4F58-97D9-F97B2D617C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D131F-E250-4AB7-9E2D-8469A5FC2698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15A6-CEB1-4F58-97D9-F97B2D617C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D131F-E250-4AB7-9E2D-8469A5FC2698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15A6-CEB1-4F58-97D9-F97B2D617C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D131F-E250-4AB7-9E2D-8469A5FC2698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15A6-CEB1-4F58-97D9-F97B2D617C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D131F-E250-4AB7-9E2D-8469A5FC2698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415A6-CEB1-4F58-97D9-F97B2D617C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D131F-E250-4AB7-9E2D-8469A5FC2698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415A6-CEB1-4F58-97D9-F97B2D617C7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dhim dhimi takadhimi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dhim dhimi takadhimi dhim dhimi takadhimi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kāḷikē śrī bhadrakāḷikē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(Blissful dance beats)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Kalika! Most auspicious and powerful Kali,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dhim dhimi takadhimi dhim dhimi takadhimi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kaitozhunnēn bhadrakāḷikē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(Blissful dance beats)</a:t>
            </a:r>
          </a:p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I fold my palms in reverence to the dark and gracious Sri Bhadrakali.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tāraka-pūkkaḷāl śōbhikkum kārkkuntal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vīṇaṅg-azhiññ-aṅg-ulaññiḍunnu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Your long, heavy locks of black hair, gleaming with stars, flow wildly, dancing and swaying on their own.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duṣṭarkku kāḷasarppaṅgaḷāy tōnnikkum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bhadrē nin kārkkuntal kaitozhunnēn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To the cruel, they appear as black serpents of destruction. Bhadre! O gentle and graceful one, I fold my palms in adoration to your dark tresses.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dhim dhimi takadhimi dhim dhimi takadhimi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naḍanam āḍū bhadrakāḷikē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Dance, O Bhadrakali!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dhim dhimi takadhimi dhim dhimi takadhimi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kaitozhum aḍiyanē kāttīḍaṇē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Protect those who stand with folded palms and pray to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śatru-samhārattin-ādhāramāy mēvum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tṛkkaṇṇu śōbhippū nin lalāḍē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On your brow shines the third eye that destroys your enemies.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makkaḷil teṫṫu kāṇumbōḷ vaḷayunna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purikakkoḍikaḷum kaitozhunnēn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I join my palms in adoration to your beautiful, curved eyebrows—those that arch in warning when you see a fault in your children.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mūvulakattinum pakalum nilāvumāy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sūrya-candranmārām mizhiyiṇakaḷ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Your eyes are the brilliant sun and the radiant moon, bestowing day and night upon the three worlds.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teṫṫēṫṫu paṙayunna makkaḷil kāruṇyam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coriyumā mizhikaḷum kaitozhunnēn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100" smtClean="0">
                <a:solidFill>
                  <a:srgbClr val="FFFF00"/>
                </a:solidFill>
                <a:latin typeface="Calibri"/>
              </a:rPr>
              <a:t>I fold my palms in adoration to Your gentle gaze, which showers compassion upon Your children as they confess their wrongdoing.</a:t>
            </a:r>
            <a:endParaRPr lang="en-US" sz="5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dhim dhimi takadhimi dhim dhimi takadhimi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naḍanam āḍū kālabhairavī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Dance, O terrifying Kala Bhairavi, guardian of time and destroyer of all negativities.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dhim dhimi takadhimi dhim dhimi takadhimi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kaitozhunnēn tripurasundarī 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fold my palms in adoration of Tripurasundari, the Supreme Goddess, the embodiment of beauty.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añcukall-okkum nin mūkkile mūkkutti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pañca-bhūtaṅgaḷāy śōbhikkunnu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five jewels that adorn your nose shine as the five great elements from which the universe emerges.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pañca-bhūtaṅgaḷkkum dhātriyāy mēvunna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bhadrē nin nāsika kaitozhunnēn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You reign as the protective Mother from whom the five elements, arise. O auspicious One, I fold my palms in adoration to your nose, small and delicate like a flower bud.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mūvulakattinum ādhāramām bhadrē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mukkaṇṇan nin pāda-dāsanāyī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Shiva, the three-eyed Lord and the substratum of the three worlds, serves at Your feet!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paḷḷivāḷ ēnti nī nṛttam caviṭṭumbōḷ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ñān ennabhāvam ariññiḍunnu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As You dance, sword of sovereignty in hand, You cut away the ego within us.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dhim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dhimi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takadhimi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dhim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dhimi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takadhimi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takiḍa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dhi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takiḍa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tittōm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(Blissful dancing to the accompaniment of drum beats)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dhim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dhimi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takadhimi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dhim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dhimi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takadhimi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400" dirty="0" smtClean="0">
                <a:solidFill>
                  <a:srgbClr val="FFFFFF"/>
                </a:solidFill>
                <a:latin typeface="Calibri"/>
              </a:rPr>
            </a:b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taka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takiḍa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taka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takiḍa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tittōm</a:t>
            </a:r>
            <a:endParaRPr lang="en-US" sz="54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(Blissful dancing to the accompaniment of drum beats)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3900" smtClean="0">
                <a:solidFill>
                  <a:srgbClr val="FFFFFF"/>
                </a:solidFill>
                <a:latin typeface="Calibri"/>
              </a:rPr>
              <a:t>dhim dhimi takadhimi dhim dhimi takadhimi</a:t>
            </a:r>
            <a:br>
              <a:rPr lang="en-US" sz="3900" smtClean="0">
                <a:solidFill>
                  <a:srgbClr val="FFFFFF"/>
                </a:solidFill>
                <a:latin typeface="Calibri"/>
              </a:rPr>
            </a:br>
            <a:r>
              <a:rPr lang="en-US" sz="3900" smtClean="0">
                <a:solidFill>
                  <a:srgbClr val="FFFFFF"/>
                </a:solidFill>
                <a:latin typeface="Calibri"/>
              </a:rPr>
              <a:t>ta takiḍa dhi takiḍa tittōm</a:t>
            </a:r>
            <a:br>
              <a:rPr lang="en-US" sz="3900" smtClean="0">
                <a:solidFill>
                  <a:srgbClr val="FFFFFF"/>
                </a:solidFill>
                <a:latin typeface="Calibri"/>
              </a:rPr>
            </a:br>
            <a:r>
              <a:rPr lang="en-US" sz="3900" smtClean="0">
                <a:solidFill>
                  <a:srgbClr val="FFFFFF"/>
                </a:solidFill>
                <a:latin typeface="Calibri"/>
              </a:rPr>
              <a:t>dhim dhimi takadhimi dhim dhimi takadhimi</a:t>
            </a:r>
            <a:br>
              <a:rPr lang="en-US" sz="3900" smtClean="0">
                <a:solidFill>
                  <a:srgbClr val="FFFFFF"/>
                </a:solidFill>
                <a:latin typeface="Calibri"/>
              </a:rPr>
            </a:br>
            <a:r>
              <a:rPr lang="en-US" sz="3900" smtClean="0">
                <a:solidFill>
                  <a:srgbClr val="FFFFFF"/>
                </a:solidFill>
                <a:latin typeface="Calibri"/>
              </a:rPr>
              <a:t>taka takiḍa taka takiḍa tittōm</a:t>
            </a:r>
            <a:endParaRPr lang="en-US" sz="3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(Blissful dancing to the accompaniment of drum beats)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422</Words>
  <Application>Microsoft Office PowerPoint</Application>
  <PresentationFormat>On-screen Show (4:3)</PresentationFormat>
  <Paragraphs>43</Paragraphs>
  <Slides>20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dhim dhimi takadhimi</vt:lpstr>
      <vt:lpstr>dhim dhimi takadhimi dhim dhimi takadhimi kāḷikē śrī bhadrakāḷikē</vt:lpstr>
      <vt:lpstr>dhim dhimi takadhimi dhim dhimi takadhimi kaitozhunnēn bhadrakāḷikē</vt:lpstr>
      <vt:lpstr>tāraka-pūkkaḷāl śōbhikkum kārkkuntal vīṇaṅg-azhiññ-aṅg-ulaññiḍunnu</vt:lpstr>
      <vt:lpstr>duṣṭarkku kāḷasarppaṅgaḷāy tōnnikkum bhadrē nin kārkkuntal kaitozhunnēn</vt:lpstr>
      <vt:lpstr>dhim dhimi takadhimi dhim dhimi takadhimi naḍanam āḍū bhadrakāḷikē</vt:lpstr>
      <vt:lpstr>dhim dhimi takadhimi dhim dhimi takadhimi kaitozhum aḍiyanē kāttīḍaṇē</vt:lpstr>
      <vt:lpstr>śatru-samhārattin-ādhāramāy mēvum tṛkkaṇṇu śōbhippū nin lalāḍē</vt:lpstr>
      <vt:lpstr>makkaḷil teṫṫu kāṇumbōḷ vaḷayunna purikakkoḍikaḷum kaitozhunnēn</vt:lpstr>
      <vt:lpstr>mūvulakattinum pakalum nilāvumāy sūrya-candranmārām mizhiyiṇakaḷ</vt:lpstr>
      <vt:lpstr>teṫṫēṫṫu paṙayunna makkaḷil kāruṇyam coriyumā mizhikaḷum kaitozhunnēn</vt:lpstr>
      <vt:lpstr>dhim dhimi takadhimi dhim dhimi takadhimi naḍanam āḍū kālabhairavī</vt:lpstr>
      <vt:lpstr>dhim dhimi takadhimi dhim dhimi takadhimi kaitozhunnēn tripurasundarī </vt:lpstr>
      <vt:lpstr>añcukall-okkum nin mūkkile mūkkutti pañca-bhūtaṅgaḷāy śōbhikkunnu</vt:lpstr>
      <vt:lpstr>pañca-bhūtaṅgaḷkkum dhātriyāy mēvunna bhadrē nin nāsika kaitozhunnēn</vt:lpstr>
      <vt:lpstr>mūvulakattinum ādhāramām bhadrē mukkaṇṇan nin pāda-dāsanāyī</vt:lpstr>
      <vt:lpstr>paḷḷivāḷ ēnti nī nṛttam caviṭṭumbōḷ ñān ennabhāvam ariññiḍunnu</vt:lpstr>
      <vt:lpstr>dhim dhimi takadhimi dhim dhimi takadhimi ta takiḍa dhi takiḍa tittōm</vt:lpstr>
      <vt:lpstr>dhim dhimi takadhimi dhim dhimi takadhimi taka takiḍa taka takiḍa tittōm</vt:lpstr>
      <vt:lpstr>dhim dhimi takadhimi dhim dhimi takadhimi ta takiḍa dhi takiḍa tittōm dhim dhimi takadhimi dhim dhimi takadhimi taka takiḍa taka takiḍa tittōm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dhim dhimi takadhimi</dc:title>
  <dc:creator>Amrita</dc:creator>
  <cp:lastModifiedBy>Amrita</cp:lastModifiedBy>
  <cp:revision>1</cp:revision>
  <dcterms:created xsi:type="dcterms:W3CDTF">2025-06-14T10:35:50Z</dcterms:created>
  <dcterms:modified xsi:type="dcterms:W3CDTF">2025-06-14T10:38:07Z</dcterms:modified>
</cp:coreProperties>
</file>