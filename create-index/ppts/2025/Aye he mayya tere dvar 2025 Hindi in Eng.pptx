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295" r:id="rId3"/>
    <p:sldId id="296" r:id="rId4"/>
    <p:sldId id="292" r:id="rId5"/>
    <p:sldId id="297" r:id="rId6"/>
    <p:sldId id="293" r:id="rId7"/>
    <p:sldId id="298" r:id="rId8"/>
    <p:sldId id="29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āyē</a:t>
            </a:r>
            <a:r>
              <a:rPr lang="en-US" sz="6600" dirty="0" smtClean="0"/>
              <a:t> </a:t>
            </a:r>
            <a:r>
              <a:rPr lang="en-US" sz="6600" dirty="0" err="1" smtClean="0"/>
              <a:t>haiṅ</a:t>
            </a:r>
            <a:r>
              <a:rPr lang="en-US" sz="6600" dirty="0" smtClean="0"/>
              <a:t> </a:t>
            </a:r>
            <a:r>
              <a:rPr lang="en-US" sz="6600" dirty="0" err="1" smtClean="0"/>
              <a:t>mayyā</a:t>
            </a:r>
            <a:r>
              <a:rPr lang="en-US" sz="6600" dirty="0" smtClean="0"/>
              <a:t> </a:t>
            </a:r>
            <a:r>
              <a:rPr lang="en-US" sz="6600" dirty="0" err="1" smtClean="0"/>
              <a:t>tērē</a:t>
            </a:r>
            <a:r>
              <a:rPr lang="en-US" sz="6600" dirty="0" smtClean="0"/>
              <a:t> </a:t>
            </a:r>
            <a:r>
              <a:rPr lang="en-US" sz="6600" dirty="0" err="1" smtClean="0"/>
              <a:t>dvār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(Hindi)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āyē</a:t>
            </a:r>
            <a:r>
              <a:rPr lang="en-US" sz="6000" dirty="0" smtClean="0"/>
              <a:t> </a:t>
            </a:r>
            <a:r>
              <a:rPr lang="en-US" sz="6000" dirty="0" err="1" smtClean="0"/>
              <a:t>haiṅ</a:t>
            </a:r>
            <a:r>
              <a:rPr lang="en-US" sz="6000" dirty="0" smtClean="0"/>
              <a:t> </a:t>
            </a:r>
            <a:r>
              <a:rPr lang="en-US" sz="6000" dirty="0" err="1" smtClean="0"/>
              <a:t>mayyā</a:t>
            </a:r>
            <a:r>
              <a:rPr lang="en-US" sz="6000" dirty="0" smtClean="0"/>
              <a:t> </a:t>
            </a:r>
            <a:r>
              <a:rPr lang="en-US" sz="6000" dirty="0" err="1" smtClean="0"/>
              <a:t>tērē</a:t>
            </a:r>
            <a:r>
              <a:rPr lang="en-US" sz="6000" dirty="0" smtClean="0"/>
              <a:t> </a:t>
            </a:r>
            <a:r>
              <a:rPr lang="en-US" sz="6000" dirty="0" err="1" smtClean="0"/>
              <a:t>dvār</a:t>
            </a:r>
            <a:r>
              <a:rPr lang="en-US" sz="6000" dirty="0" smtClean="0"/>
              <a:t> </a:t>
            </a:r>
            <a:r>
              <a:rPr lang="en-US" sz="6000" dirty="0" err="1" smtClean="0"/>
              <a:t>āj</a:t>
            </a:r>
            <a:r>
              <a:rPr lang="en-US" sz="6000" dirty="0" smtClean="0"/>
              <a:t> </a:t>
            </a:r>
            <a:r>
              <a:rPr lang="en-US" sz="6000" dirty="0" err="1" smtClean="0"/>
              <a:t>śērāvāli</a:t>
            </a:r>
            <a:r>
              <a:rPr lang="en-US" sz="6000" dirty="0" smtClean="0"/>
              <a:t> - </a:t>
            </a:r>
            <a:r>
              <a:rPr lang="en-US" sz="6000" dirty="0" err="1" smtClean="0"/>
              <a:t>māthā</a:t>
            </a:r>
            <a:r>
              <a:rPr lang="en-US" sz="6000" dirty="0" smtClean="0"/>
              <a:t> </a:t>
            </a:r>
            <a:r>
              <a:rPr lang="en-US" sz="6000" dirty="0" err="1" smtClean="0"/>
              <a:t>ṭhēknē</a:t>
            </a:r>
            <a:r>
              <a:rPr lang="en-US" sz="6000" dirty="0" smtClean="0"/>
              <a:t> </a:t>
            </a:r>
            <a:r>
              <a:rPr lang="en-US" sz="6000" dirty="0" err="1" smtClean="0"/>
              <a:t>aur</a:t>
            </a:r>
            <a:r>
              <a:rPr lang="en-US" sz="6000" dirty="0" smtClean="0"/>
              <a:t> </a:t>
            </a:r>
            <a:r>
              <a:rPr lang="en-US" sz="6000" dirty="0" err="1" smtClean="0"/>
              <a:t>caḍhānē</a:t>
            </a:r>
            <a:r>
              <a:rPr lang="en-US" sz="6000" dirty="0" smtClean="0"/>
              <a:t> </a:t>
            </a:r>
            <a:r>
              <a:rPr lang="en-US" sz="6000" dirty="0" err="1" smtClean="0"/>
              <a:t>tujhē</a:t>
            </a:r>
            <a:r>
              <a:rPr lang="en-US" sz="6000" dirty="0" smtClean="0"/>
              <a:t> </a:t>
            </a:r>
            <a:r>
              <a:rPr lang="en-US" sz="6000" dirty="0" err="1" smtClean="0"/>
              <a:t>lāl</a:t>
            </a:r>
            <a:r>
              <a:rPr lang="en-US" sz="6000" dirty="0" smtClean="0"/>
              <a:t> </a:t>
            </a:r>
            <a:r>
              <a:rPr lang="en-US" sz="6000" dirty="0" err="1" smtClean="0"/>
              <a:t>cunarī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We have come to your doorstep today, O Mother </a:t>
            </a:r>
            <a:r>
              <a:rPr lang="en-US" sz="5400" dirty="0" err="1" smtClean="0">
                <a:solidFill>
                  <a:srgbClr val="FFFF00"/>
                </a:solidFill>
              </a:rPr>
              <a:t>Sherawali</a:t>
            </a:r>
            <a:r>
              <a:rPr lang="en-US" sz="5400" dirty="0" smtClean="0">
                <a:solidFill>
                  <a:srgbClr val="FFFF00"/>
                </a:solidFill>
              </a:rPr>
              <a:t>, to bow our heads in reverence and offer you a red shawl.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kartī</a:t>
            </a:r>
            <a:r>
              <a:rPr lang="en-US" sz="6000" dirty="0" smtClean="0"/>
              <a:t> </a:t>
            </a:r>
            <a:r>
              <a:rPr lang="en-US" sz="6000" dirty="0" err="1" smtClean="0"/>
              <a:t>hai</a:t>
            </a:r>
            <a:r>
              <a:rPr lang="en-US" sz="6000" dirty="0" smtClean="0"/>
              <a:t> </a:t>
            </a:r>
            <a:r>
              <a:rPr lang="en-US" sz="6000" dirty="0" err="1" smtClean="0"/>
              <a:t>sab</a:t>
            </a:r>
            <a:r>
              <a:rPr lang="en-US" sz="6000" dirty="0" smtClean="0"/>
              <a:t> </a:t>
            </a:r>
            <a:r>
              <a:rPr lang="en-US" sz="6000" dirty="0" err="1" smtClean="0"/>
              <a:t>kī</a:t>
            </a:r>
            <a:r>
              <a:rPr lang="en-US" sz="6000" dirty="0" smtClean="0"/>
              <a:t> </a:t>
            </a:r>
            <a:r>
              <a:rPr lang="en-US" sz="6000" dirty="0" err="1" smtClean="0"/>
              <a:t>abhilāṣā</a:t>
            </a:r>
            <a:r>
              <a:rPr lang="en-US" sz="6000" dirty="0" smtClean="0"/>
              <a:t> </a:t>
            </a:r>
            <a:r>
              <a:rPr lang="en-US" sz="6000" dirty="0" err="1" smtClean="0"/>
              <a:t>pūrī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jananī</a:t>
            </a:r>
            <a:r>
              <a:rPr lang="en-US" sz="6000" dirty="0" smtClean="0"/>
              <a:t> </a:t>
            </a:r>
            <a:r>
              <a:rPr lang="en-US" sz="6000" dirty="0" err="1" smtClean="0"/>
              <a:t>hai</a:t>
            </a:r>
            <a:r>
              <a:rPr lang="en-US" sz="6000" dirty="0" smtClean="0"/>
              <a:t> </a:t>
            </a:r>
            <a:r>
              <a:rPr lang="en-US" sz="6000" dirty="0" err="1" smtClean="0"/>
              <a:t>tū</a:t>
            </a:r>
            <a:r>
              <a:rPr lang="en-US" sz="6000" dirty="0" smtClean="0"/>
              <a:t> </a:t>
            </a:r>
            <a:r>
              <a:rPr lang="en-US" sz="6000" dirty="0" err="1" smtClean="0"/>
              <a:t>sārē</a:t>
            </a:r>
            <a:r>
              <a:rPr lang="en-US" sz="6000" dirty="0" smtClean="0"/>
              <a:t> jag </a:t>
            </a:r>
            <a:r>
              <a:rPr lang="en-US" sz="6000" dirty="0" err="1" smtClean="0"/>
              <a:t>kī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fulfill the wishes of all who seek you, for you are the Mother and creator of the entire universe.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kartī</a:t>
            </a:r>
            <a:r>
              <a:rPr lang="en-US" sz="6000" dirty="0" smtClean="0"/>
              <a:t> </a:t>
            </a:r>
            <a:r>
              <a:rPr lang="en-US" sz="6000" dirty="0" err="1" smtClean="0"/>
              <a:t>hai</a:t>
            </a:r>
            <a:r>
              <a:rPr lang="en-US" sz="6000" dirty="0" smtClean="0"/>
              <a:t> </a:t>
            </a:r>
            <a:r>
              <a:rPr lang="en-US" sz="6000" dirty="0" err="1" smtClean="0"/>
              <a:t>mā</a:t>
            </a:r>
            <a:r>
              <a:rPr lang="en-US" sz="6000" dirty="0" smtClean="0"/>
              <a:t> </a:t>
            </a:r>
            <a:r>
              <a:rPr lang="en-US" sz="6000" dirty="0" err="1" smtClean="0"/>
              <a:t>tū</a:t>
            </a:r>
            <a:r>
              <a:rPr lang="en-US" sz="6000" dirty="0" smtClean="0"/>
              <a:t> </a:t>
            </a:r>
            <a:r>
              <a:rPr lang="en-US" sz="6000" dirty="0" err="1" smtClean="0"/>
              <a:t>sab</a:t>
            </a:r>
            <a:r>
              <a:rPr lang="en-US" sz="6000" dirty="0" smtClean="0"/>
              <a:t> </a:t>
            </a:r>
            <a:r>
              <a:rPr lang="en-US" sz="6000" dirty="0" err="1" smtClean="0"/>
              <a:t>kō</a:t>
            </a:r>
            <a:r>
              <a:rPr lang="en-US" sz="6000" dirty="0" smtClean="0"/>
              <a:t> </a:t>
            </a:r>
            <a:r>
              <a:rPr lang="en-US" sz="6000" dirty="0" err="1" smtClean="0"/>
              <a:t>svīkār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apnātī</a:t>
            </a:r>
            <a:r>
              <a:rPr lang="en-US" sz="6000" dirty="0" smtClean="0"/>
              <a:t> </a:t>
            </a:r>
            <a:r>
              <a:rPr lang="en-US" sz="6000" dirty="0" err="1" smtClean="0"/>
              <a:t>hai</a:t>
            </a:r>
            <a:r>
              <a:rPr lang="en-US" sz="6000" dirty="0" smtClean="0"/>
              <a:t> </a:t>
            </a:r>
            <a:r>
              <a:rPr lang="en-US" sz="6000" dirty="0" err="1" smtClean="0"/>
              <a:t>binā</a:t>
            </a:r>
            <a:r>
              <a:rPr lang="en-US" sz="6000" dirty="0" smtClean="0"/>
              <a:t> </a:t>
            </a:r>
            <a:r>
              <a:rPr lang="en-US" sz="6000" dirty="0" err="1" smtClean="0"/>
              <a:t>kōyi</a:t>
            </a:r>
            <a:r>
              <a:rPr lang="en-US" sz="6000" dirty="0" smtClean="0"/>
              <a:t> </a:t>
            </a:r>
            <a:r>
              <a:rPr lang="en-US" sz="6000" dirty="0" err="1" smtClean="0"/>
              <a:t>bhēd</a:t>
            </a:r>
            <a:r>
              <a:rPr lang="en-US" sz="6000" dirty="0" smtClean="0"/>
              <a:t> </a:t>
            </a:r>
            <a:r>
              <a:rPr lang="en-US" sz="6000" dirty="0" err="1" smtClean="0"/>
              <a:t>bhāv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Mother, you accept everyone </a:t>
            </a:r>
            <a:r>
              <a:rPr lang="en-US" sz="5400" dirty="0" smtClean="0">
                <a:solidFill>
                  <a:srgbClr val="FFFF00"/>
                </a:solidFill>
              </a:rPr>
              <a:t>and make them your own without </a:t>
            </a:r>
            <a:r>
              <a:rPr lang="en-US" sz="5400" dirty="0" smtClean="0">
                <a:solidFill>
                  <a:srgbClr val="FFFF00"/>
                </a:solidFill>
              </a:rPr>
              <a:t>showing any discrimination.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hō</a:t>
            </a:r>
            <a:r>
              <a:rPr lang="en-US" sz="6000" dirty="0" smtClean="0"/>
              <a:t> </a:t>
            </a:r>
            <a:r>
              <a:rPr lang="en-US" sz="6000" dirty="0" err="1" smtClean="0"/>
              <a:t>kē</a:t>
            </a:r>
            <a:r>
              <a:rPr lang="en-US" sz="6000" dirty="0" smtClean="0"/>
              <a:t> </a:t>
            </a:r>
            <a:r>
              <a:rPr lang="en-US" sz="6000" dirty="0" err="1" smtClean="0"/>
              <a:t>lācār</a:t>
            </a:r>
            <a:r>
              <a:rPr lang="en-US" sz="6000" dirty="0" smtClean="0"/>
              <a:t> </a:t>
            </a:r>
            <a:r>
              <a:rPr lang="en-US" sz="6000" dirty="0" err="1" smtClean="0"/>
              <a:t>mā</a:t>
            </a:r>
            <a:r>
              <a:rPr lang="en-US" sz="6000" dirty="0" smtClean="0"/>
              <a:t>… </a:t>
            </a:r>
            <a:r>
              <a:rPr lang="en-US" sz="6000" dirty="0" err="1" smtClean="0"/>
              <a:t>jō</a:t>
            </a:r>
            <a:r>
              <a:rPr lang="en-US" sz="6000" dirty="0" smtClean="0"/>
              <a:t> </a:t>
            </a:r>
            <a:r>
              <a:rPr lang="en-US" sz="6000" dirty="0" err="1" smtClean="0"/>
              <a:t>āyē</a:t>
            </a:r>
            <a:r>
              <a:rPr lang="en-US" sz="6000" dirty="0" smtClean="0"/>
              <a:t> </a:t>
            </a:r>
            <a:r>
              <a:rPr lang="en-US" sz="6000" dirty="0" err="1" smtClean="0"/>
              <a:t>tērē</a:t>
            </a:r>
            <a:r>
              <a:rPr lang="en-US" sz="6000" dirty="0" smtClean="0"/>
              <a:t> </a:t>
            </a:r>
            <a:r>
              <a:rPr lang="en-US" sz="6000" dirty="0" err="1" smtClean="0"/>
              <a:t>dvār</a:t>
            </a:r>
            <a:r>
              <a:rPr lang="en-US" sz="6000" dirty="0" smtClean="0"/>
              <a:t> - </a:t>
            </a:r>
            <a:r>
              <a:rPr lang="en-US" sz="6000" dirty="0" err="1" smtClean="0"/>
              <a:t>lauṭ</a:t>
            </a:r>
            <a:r>
              <a:rPr lang="en-US" sz="6000" dirty="0" smtClean="0"/>
              <a:t> </a:t>
            </a:r>
            <a:r>
              <a:rPr lang="en-US" sz="6000" dirty="0" err="1" smtClean="0"/>
              <a:t>jātē</a:t>
            </a:r>
            <a:r>
              <a:rPr lang="en-US" sz="6000" dirty="0" smtClean="0"/>
              <a:t> </a:t>
            </a:r>
            <a:r>
              <a:rPr lang="en-US" sz="6000" dirty="0" err="1" smtClean="0"/>
              <a:t>haiṅ</a:t>
            </a:r>
            <a:r>
              <a:rPr lang="en-US" sz="6000" dirty="0" smtClean="0"/>
              <a:t> </a:t>
            </a:r>
            <a:r>
              <a:rPr lang="en-US" sz="6000" dirty="0" err="1" smtClean="0"/>
              <a:t>vō</a:t>
            </a:r>
            <a:r>
              <a:rPr lang="en-US" sz="6000" dirty="0" smtClean="0"/>
              <a:t> </a:t>
            </a:r>
            <a:r>
              <a:rPr lang="en-US" sz="6000" dirty="0" err="1" smtClean="0"/>
              <a:t>pāke</a:t>
            </a:r>
            <a:r>
              <a:rPr lang="en-US" sz="6000" dirty="0" smtClean="0"/>
              <a:t> </a:t>
            </a:r>
            <a:r>
              <a:rPr lang="en-US" sz="6000" dirty="0" err="1" smtClean="0"/>
              <a:t>śānti</a:t>
            </a:r>
            <a:r>
              <a:rPr lang="en-US" sz="6000" dirty="0" smtClean="0"/>
              <a:t> </a:t>
            </a:r>
            <a:r>
              <a:rPr lang="en-US" sz="6000" dirty="0" err="1" smtClean="0"/>
              <a:t>apār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Those who come to your door in helplessness return filled with immense peace, for you turn no one away.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smtClean="0"/>
              <a:t>jay </a:t>
            </a:r>
            <a:r>
              <a:rPr lang="en-US" sz="6600" dirty="0" err="1" smtClean="0"/>
              <a:t>mātā</a:t>
            </a:r>
            <a:r>
              <a:rPr lang="en-US" sz="6600" dirty="0" smtClean="0"/>
              <a:t> </a:t>
            </a:r>
            <a:r>
              <a:rPr lang="en-US" sz="6600" dirty="0" err="1" smtClean="0"/>
              <a:t>kī</a:t>
            </a:r>
            <a:r>
              <a:rPr lang="en-US" sz="6600" dirty="0" smtClean="0"/>
              <a:t> </a:t>
            </a:r>
            <a:r>
              <a:rPr lang="en-US" sz="6600" dirty="0" err="1" smtClean="0"/>
              <a:t>jaykārōṅ</a:t>
            </a:r>
            <a:r>
              <a:rPr lang="en-US" sz="6600" dirty="0" smtClean="0"/>
              <a:t> </a:t>
            </a:r>
            <a:r>
              <a:rPr lang="en-US" sz="6600" dirty="0" err="1" smtClean="0"/>
              <a:t>sē</a:t>
            </a:r>
            <a:r>
              <a:rPr lang="en-US" sz="6600" dirty="0" smtClean="0"/>
              <a:t> </a:t>
            </a:r>
            <a:r>
              <a:rPr lang="en-US" sz="6600" dirty="0" err="1" smtClean="0"/>
              <a:t>gūñjē</a:t>
            </a:r>
            <a:r>
              <a:rPr lang="en-US" sz="6600" dirty="0" smtClean="0"/>
              <a:t> - </a:t>
            </a:r>
            <a:r>
              <a:rPr lang="en-US" sz="6600" dirty="0" err="1" smtClean="0"/>
              <a:t>tērā</a:t>
            </a:r>
            <a:r>
              <a:rPr lang="en-US" sz="6600" dirty="0" smtClean="0"/>
              <a:t> </a:t>
            </a:r>
            <a:r>
              <a:rPr lang="en-US" sz="6600" dirty="0" err="1" smtClean="0"/>
              <a:t>divya</a:t>
            </a:r>
            <a:r>
              <a:rPr lang="en-US" sz="6600" dirty="0" smtClean="0"/>
              <a:t> </a:t>
            </a:r>
            <a:r>
              <a:rPr lang="en-US" sz="6600" dirty="0" err="1" smtClean="0"/>
              <a:t>darbār</a:t>
            </a:r>
            <a:r>
              <a:rPr lang="en-US" sz="6600" dirty="0" smtClean="0"/>
              <a:t> </a:t>
            </a:r>
            <a:r>
              <a:rPr lang="en-US" sz="6600" dirty="0" err="1" smtClean="0"/>
              <a:t>kā</a:t>
            </a:r>
            <a:r>
              <a:rPr lang="en-US" sz="6600" dirty="0" smtClean="0"/>
              <a:t> </a:t>
            </a:r>
            <a:r>
              <a:rPr lang="en-US" sz="6600" dirty="0" err="1" smtClean="0"/>
              <a:t>kaṇ</a:t>
            </a:r>
            <a:r>
              <a:rPr lang="en-US" sz="6600" dirty="0" smtClean="0"/>
              <a:t> </a:t>
            </a:r>
            <a:r>
              <a:rPr lang="en-US" sz="6600" dirty="0" err="1" smtClean="0"/>
              <a:t>kaṇ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Chants of “Victory to the Mother!” echo through every particle of your divine court.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bhaktajan</a:t>
            </a:r>
            <a:r>
              <a:rPr lang="en-US" sz="6000" dirty="0" smtClean="0"/>
              <a:t> </a:t>
            </a:r>
            <a:r>
              <a:rPr lang="en-US" sz="6000" dirty="0" err="1" smtClean="0"/>
              <a:t>śraddhā</a:t>
            </a:r>
            <a:r>
              <a:rPr lang="en-US" sz="6000" dirty="0" smtClean="0"/>
              <a:t> </a:t>
            </a:r>
            <a:r>
              <a:rPr lang="en-US" sz="6000" dirty="0" err="1" smtClean="0"/>
              <a:t>aur</a:t>
            </a:r>
            <a:r>
              <a:rPr lang="en-US" sz="6000" dirty="0" smtClean="0"/>
              <a:t> </a:t>
            </a:r>
            <a:r>
              <a:rPr lang="en-US" sz="6000" dirty="0" err="1" smtClean="0"/>
              <a:t>prēm</a:t>
            </a:r>
            <a:r>
              <a:rPr lang="en-US" sz="6000" dirty="0" smtClean="0"/>
              <a:t> </a:t>
            </a:r>
            <a:r>
              <a:rPr lang="en-US" sz="6000" dirty="0" err="1" smtClean="0"/>
              <a:t>sē</a:t>
            </a:r>
            <a:r>
              <a:rPr lang="en-US" sz="6000" dirty="0" smtClean="0"/>
              <a:t> </a:t>
            </a:r>
            <a:r>
              <a:rPr lang="en-US" sz="6000" dirty="0" err="1" smtClean="0"/>
              <a:t>ātē</a:t>
            </a:r>
            <a:r>
              <a:rPr lang="en-US" sz="6000" dirty="0" smtClean="0"/>
              <a:t> </a:t>
            </a:r>
            <a:r>
              <a:rPr lang="en-US" sz="6000" dirty="0" err="1" smtClean="0"/>
              <a:t>haiṅ</a:t>
            </a:r>
            <a:r>
              <a:rPr lang="en-US" sz="6000" dirty="0" smtClean="0"/>
              <a:t> - </a:t>
            </a:r>
            <a:r>
              <a:rPr lang="en-US" sz="6000" dirty="0" err="1" smtClean="0"/>
              <a:t>karnē</a:t>
            </a:r>
            <a:r>
              <a:rPr lang="en-US" sz="6000" dirty="0" smtClean="0"/>
              <a:t> </a:t>
            </a:r>
            <a:r>
              <a:rPr lang="en-US" sz="6000" dirty="0" err="1" smtClean="0"/>
              <a:t>mayyā</a:t>
            </a:r>
            <a:r>
              <a:rPr lang="en-US" sz="6000" dirty="0" smtClean="0"/>
              <a:t> </a:t>
            </a:r>
            <a:r>
              <a:rPr lang="en-US" sz="6000" dirty="0" err="1" smtClean="0"/>
              <a:t>tujhē</a:t>
            </a:r>
            <a:r>
              <a:rPr lang="en-US" sz="6000" dirty="0" smtClean="0"/>
              <a:t> </a:t>
            </a:r>
            <a:r>
              <a:rPr lang="en-US" sz="6000" dirty="0" err="1" smtClean="0"/>
              <a:t>sādar</a:t>
            </a:r>
            <a:r>
              <a:rPr lang="en-US" sz="6000" dirty="0" smtClean="0"/>
              <a:t> </a:t>
            </a:r>
            <a:r>
              <a:rPr lang="en-US" sz="6000" dirty="0" err="1" smtClean="0"/>
              <a:t>naman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Devotees arrive with faith and love in their hearts, O Mother, to offer you their heartfelt reverence.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smtClean="0"/>
              <a:t>jay </a:t>
            </a:r>
            <a:r>
              <a:rPr lang="en-US" sz="7200" dirty="0" err="1" smtClean="0"/>
              <a:t>mātā</a:t>
            </a:r>
            <a:r>
              <a:rPr lang="en-US" sz="7200" dirty="0" smtClean="0"/>
              <a:t> </a:t>
            </a:r>
            <a:r>
              <a:rPr lang="en-US" sz="7200" dirty="0" err="1" smtClean="0"/>
              <a:t>kī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smtClean="0"/>
              <a:t>jay </a:t>
            </a:r>
            <a:r>
              <a:rPr lang="en-US" sz="7200" dirty="0" err="1" smtClean="0"/>
              <a:t>mātā</a:t>
            </a:r>
            <a:r>
              <a:rPr lang="en-US" sz="7200" dirty="0" smtClean="0"/>
              <a:t> </a:t>
            </a:r>
            <a:r>
              <a:rPr lang="en-US" sz="7200" dirty="0" err="1" smtClean="0"/>
              <a:t>kī</a:t>
            </a:r>
            <a:r>
              <a:rPr lang="en-US" sz="7200" dirty="0" smtClean="0"/>
              <a:t> </a:t>
            </a:r>
            <a:br>
              <a:rPr lang="en-US" sz="7200" dirty="0" smtClean="0"/>
            </a:br>
            <a:r>
              <a:rPr lang="en-US" sz="7200" dirty="0" smtClean="0"/>
              <a:t>jay </a:t>
            </a:r>
            <a:r>
              <a:rPr lang="en-US" sz="7200" dirty="0" err="1" smtClean="0"/>
              <a:t>mātā</a:t>
            </a:r>
            <a:r>
              <a:rPr lang="en-US" sz="7200" dirty="0" smtClean="0"/>
              <a:t> </a:t>
            </a:r>
            <a:r>
              <a:rPr lang="en-US" sz="7200" dirty="0" err="1" smtClean="0"/>
              <a:t>kī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Victory to Mother!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213</Words>
  <Application>Microsoft Office PowerPoint</Application>
  <PresentationFormat>On-screen Show (4:3)</PresentationFormat>
  <Paragraphs>25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āyē haiṅ mayyā tērē dvār</vt:lpstr>
      <vt:lpstr>āyē haiṅ mayyā tērē dvār āj śērāvāli - māthā ṭhēknē aur caḍhānē tujhē lāl cunarī</vt:lpstr>
      <vt:lpstr>kartī hai sab kī abhilāṣā pūrī jananī hai tū sārē jag kī</vt:lpstr>
      <vt:lpstr>kartī hai mā tū sab kō svīkār apnātī hai binā kōyi bhēd bhāv</vt:lpstr>
      <vt:lpstr>hō kē lācār mā… jō āyē tērē dvār - lauṭ jātē haiṅ vō pāke śānti apār</vt:lpstr>
      <vt:lpstr>jay mātā kī jaykārōṅ sē gūñjē - tērā divya darbār kā kaṇ kaṇ</vt:lpstr>
      <vt:lpstr>bhaktajan śraddhā aur prēm sē ātē haiṅ - karnē mayyā tujhē sādar naman</vt:lpstr>
      <vt:lpstr>jay mātā kī  jay mātā kī  jay mātā kī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2025-05-28T06:24:16Z</dcterms:modified>
</cp:coreProperties>
</file>