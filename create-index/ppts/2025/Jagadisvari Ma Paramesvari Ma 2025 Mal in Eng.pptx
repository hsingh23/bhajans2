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C3DC15-BD2B-4944-9A0D-00F820757CDC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D00CB-35E3-4F88-99D1-13A86ABD93E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jagadīśvarī mā… paramēśvarī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jagadīśvarī mā… paramēśvarī mā…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bhuvanēśvarī mā… laḷitēśvarī mā…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Mother, Goddess who created this universe, supreme Goddess… Mother, source of all creation, O playful and radiant Lalita…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ambē mā… ambē mā… ambē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tiru nāmam uraykkān… śivē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pādabhaktiyil tēṅgān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 Shive - Supreme Consciousness, O Devi, will you grant me the grace to chant your sacred names, to weep in the ecstasy of love at your divine feet?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tval kṛpa ēkumō dēvī…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citpadamē citkalayē cinmayiyē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You are the energy of consciousness that pervades all beings, the rhythm of life, the breath of vitality. You are the blissful, divine awareness.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vēdavum nī… nādavum nī… brahmavum nī…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You are the Vedas, the primal sound Omkara – You are the absolute truth.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ambē mā… ambē mā… ambē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Mother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ādiyum antavum nīyē… tāyē…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tanne nī tanne satyam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You are the beginning and the end, you are Truth itself.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tval padam ēkumō dēvī…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brahma-rūpē… viṣṇu-rūpē… rudra-rūpē…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Devi, will you bless me with the grace of your sacred feet? You are Brahma, Vishnu, and Rudra — the powers of creation, preservation, and dissolution.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bhakti ēkū… mukti ēkū… jñāna-dātrī…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Bestower of supreme knowledge, grant me devotion, grant me liberation.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ambē mā… ambē mā… ambē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Oh Mother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jagadīśvarī mā… paramēśvarī mā…</vt:lpstr>
      <vt:lpstr>jagadīśvarī mā… paramēśvarī mā… bhuvanēśvarī mā… laḷitēśvarī mā…</vt:lpstr>
      <vt:lpstr>ambē mā… ambē mā… ambē mā…</vt:lpstr>
      <vt:lpstr>nin tiru nāmam uraykkān… śivē nin pādabhaktiyil tēṅgān</vt:lpstr>
      <vt:lpstr>tval kṛpa ēkumō dēvī… citpadamē citkalayē cinmayiyē</vt:lpstr>
      <vt:lpstr>vēdavum nī… nādavum nī… brahmavum nī…</vt:lpstr>
      <vt:lpstr>ambē mā… ambē mā… ambē mā…</vt:lpstr>
      <vt:lpstr>ādiyum antavum nīyē… tāyē… nī tanne nī tanne satyam</vt:lpstr>
      <vt:lpstr>tval padam ēkumō dēvī… brahma-rūpē… viṣṇu-rūpē… rudra-rūpē…</vt:lpstr>
      <vt:lpstr>bhakti ēkū… mukti ēkū… jñāna-dātrī…</vt:lpstr>
      <vt:lpstr>ambē mā… ambē mā… ambē mā…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jagadīśvarī mā… paramēśvarī mā…</dc:title>
  <dc:creator>Amrita</dc:creator>
  <cp:lastModifiedBy>Amrita</cp:lastModifiedBy>
  <cp:revision>1</cp:revision>
  <dcterms:created xsi:type="dcterms:W3CDTF">2025-07-26T12:53:05Z</dcterms:created>
  <dcterms:modified xsi:type="dcterms:W3CDTF">2025-07-26T12:53:51Z</dcterms:modified>
</cp:coreProperties>
</file>