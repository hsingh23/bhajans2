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6" r:id="rId11"/>
    <p:sldId id="265" r:id="rId12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82" d="100"/>
          <a:sy n="82" d="100"/>
        </p:scale>
        <p:origin x="-1474" y="-91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679BD3-F22E-4A99-8B75-4CC6207998BA}" type="datetimeFigureOut">
              <a:rPr lang="en-US" smtClean="0"/>
              <a:pPr/>
              <a:t>29-Oct-2025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CA30BE-2899-404C-9B58-BF616A4F2AC9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679BD3-F22E-4A99-8B75-4CC6207998BA}" type="datetimeFigureOut">
              <a:rPr lang="en-US" smtClean="0"/>
              <a:pPr/>
              <a:t>29-Oct-2025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CA30BE-2899-404C-9B58-BF616A4F2AC9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679BD3-F22E-4A99-8B75-4CC6207998BA}" type="datetimeFigureOut">
              <a:rPr lang="en-US" smtClean="0"/>
              <a:pPr/>
              <a:t>29-Oct-2025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CA30BE-2899-404C-9B58-BF616A4F2AC9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679BD3-F22E-4A99-8B75-4CC6207998BA}" type="datetimeFigureOut">
              <a:rPr lang="en-US" smtClean="0"/>
              <a:pPr/>
              <a:t>29-Oct-2025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CA30BE-2899-404C-9B58-BF616A4F2AC9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679BD3-F22E-4A99-8B75-4CC6207998BA}" type="datetimeFigureOut">
              <a:rPr lang="en-US" smtClean="0"/>
              <a:pPr/>
              <a:t>29-Oct-2025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CA30BE-2899-404C-9B58-BF616A4F2AC9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679BD3-F22E-4A99-8B75-4CC6207998BA}" type="datetimeFigureOut">
              <a:rPr lang="en-US" smtClean="0"/>
              <a:pPr/>
              <a:t>29-Oct-2025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CA30BE-2899-404C-9B58-BF616A4F2AC9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679BD3-F22E-4A99-8B75-4CC6207998BA}" type="datetimeFigureOut">
              <a:rPr lang="en-US" smtClean="0"/>
              <a:pPr/>
              <a:t>29-Oct-2025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CA30BE-2899-404C-9B58-BF616A4F2AC9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679BD3-F22E-4A99-8B75-4CC6207998BA}" type="datetimeFigureOut">
              <a:rPr lang="en-US" smtClean="0"/>
              <a:pPr/>
              <a:t>29-Oct-2025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CA30BE-2899-404C-9B58-BF616A4F2AC9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679BD3-F22E-4A99-8B75-4CC6207998BA}" type="datetimeFigureOut">
              <a:rPr lang="en-US" smtClean="0"/>
              <a:pPr/>
              <a:t>29-Oct-2025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CA30BE-2899-404C-9B58-BF616A4F2AC9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679BD3-F22E-4A99-8B75-4CC6207998BA}" type="datetimeFigureOut">
              <a:rPr lang="en-US" smtClean="0"/>
              <a:pPr/>
              <a:t>29-Oct-2025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CA30BE-2899-404C-9B58-BF616A4F2AC9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679BD3-F22E-4A99-8B75-4CC6207998BA}" type="datetimeFigureOut">
              <a:rPr lang="en-US" smtClean="0"/>
              <a:pPr/>
              <a:t>29-Oct-2025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CA30BE-2899-404C-9B58-BF616A4F2AC9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B679BD3-F22E-4A99-8B75-4CC6207998BA}" type="datetimeFigureOut">
              <a:rPr lang="en-US" smtClean="0"/>
              <a:pPr/>
              <a:t>29-Oct-2025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3CA30BE-2899-404C-9B58-BF616A4F2AC9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6600" smtClean="0">
                <a:solidFill>
                  <a:srgbClr val="FFFFFF"/>
                </a:solidFill>
                <a:latin typeface="Calibri"/>
              </a:rPr>
              <a:t>śivōham jyōtiraham</a:t>
            </a:r>
            <a:endParaRPr lang="en-US" sz="6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6600" smtClean="0">
                <a:solidFill>
                  <a:srgbClr val="FFFF00"/>
                </a:solidFill>
                <a:latin typeface="Calibri"/>
              </a:rPr>
              <a:t>2025</a:t>
            </a:r>
          </a:p>
          <a:p>
            <a:r>
              <a:rPr lang="en-US" sz="6600" smtClean="0">
                <a:solidFill>
                  <a:srgbClr val="FFFF00"/>
                </a:solidFill>
                <a:latin typeface="Calibri"/>
              </a:rPr>
              <a:t>(Malayalam)</a:t>
            </a:r>
            <a:endParaRPr lang="en-US" sz="6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5600" smtClean="0">
                <a:solidFill>
                  <a:srgbClr val="FFFFFF"/>
                </a:solidFill>
                <a:latin typeface="Calibri"/>
              </a:rPr>
              <a:t>śivōham jyōtiraham</a:t>
            </a:r>
            <a:br>
              <a:rPr lang="en-US" sz="5600" smtClean="0">
                <a:solidFill>
                  <a:srgbClr val="FFFFFF"/>
                </a:solidFill>
                <a:latin typeface="Calibri"/>
              </a:rPr>
            </a:br>
            <a:r>
              <a:rPr lang="en-US" sz="5600" smtClean="0">
                <a:solidFill>
                  <a:srgbClr val="FFFFFF"/>
                </a:solidFill>
                <a:latin typeface="Calibri"/>
              </a:rPr>
              <a:t>śivōham jyōtiraham </a:t>
            </a:r>
            <a:br>
              <a:rPr lang="en-US" sz="5600" smtClean="0">
                <a:solidFill>
                  <a:srgbClr val="FFFFFF"/>
                </a:solidFill>
                <a:latin typeface="Calibri"/>
              </a:rPr>
            </a:br>
            <a:r>
              <a:rPr lang="en-US" sz="5600" smtClean="0">
                <a:solidFill>
                  <a:srgbClr val="FFFFFF"/>
                </a:solidFill>
                <a:latin typeface="Calibri"/>
              </a:rPr>
              <a:t>je suis premier inspir</a:t>
            </a:r>
            <a:br>
              <a:rPr lang="en-US" sz="5600" smtClean="0">
                <a:solidFill>
                  <a:srgbClr val="FFFFFF"/>
                </a:solidFill>
                <a:latin typeface="Calibri"/>
              </a:rPr>
            </a:br>
            <a:r>
              <a:rPr lang="en-US" sz="5600" smtClean="0">
                <a:solidFill>
                  <a:srgbClr val="FFFFFF"/>
                </a:solidFill>
                <a:latin typeface="Calibri"/>
              </a:rPr>
              <a:t>je suis dernier soupir</a:t>
            </a:r>
            <a:endParaRPr lang="en-US" sz="5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6000" smtClean="0">
                <a:solidFill>
                  <a:srgbClr val="FFFF00"/>
                </a:solidFill>
                <a:latin typeface="Calibri"/>
              </a:rPr>
              <a:t>I am the supreme, I am light.</a:t>
            </a:r>
          </a:p>
          <a:p>
            <a:r>
              <a:rPr lang="en-US" sz="6000" smtClean="0">
                <a:solidFill>
                  <a:srgbClr val="FFFF00"/>
                </a:solidFill>
                <a:latin typeface="Calibri"/>
              </a:rPr>
              <a:t>I am the first breath, I am the last sigh.</a:t>
            </a:r>
            <a:endParaRPr lang="en-US" sz="60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fr-FR" sz="6600" smtClean="0">
                <a:solidFill>
                  <a:srgbClr val="FFFFFF"/>
                </a:solidFill>
                <a:latin typeface="Calibri"/>
              </a:rPr>
              <a:t>je souffle ton destin</a:t>
            </a:r>
            <a:br>
              <a:rPr lang="fr-FR" sz="6600" smtClean="0">
                <a:solidFill>
                  <a:srgbClr val="FFFFFF"/>
                </a:solidFill>
                <a:latin typeface="Calibri"/>
              </a:rPr>
            </a:br>
            <a:r>
              <a:rPr lang="fr-FR" sz="6600" smtClean="0">
                <a:solidFill>
                  <a:srgbClr val="FFFFFF"/>
                </a:solidFill>
                <a:latin typeface="Calibri"/>
              </a:rPr>
              <a:t>et l’efface de ma main</a:t>
            </a:r>
            <a:endParaRPr lang="en-US" sz="6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6600" smtClean="0">
                <a:solidFill>
                  <a:srgbClr val="FFFF00"/>
                </a:solidFill>
                <a:latin typeface="Calibri"/>
              </a:rPr>
              <a:t>I breathe out your destiny and erase it with my hand.</a:t>
            </a:r>
            <a:endParaRPr lang="en-US" sz="6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fr-FR" sz="6600" smtClean="0">
                <a:solidFill>
                  <a:srgbClr val="FFFFFF"/>
                </a:solidFill>
                <a:latin typeface="Calibri"/>
              </a:rPr>
              <a:t>je suis l’amour du coeur</a:t>
            </a:r>
            <a:br>
              <a:rPr lang="fr-FR" sz="6600" smtClean="0">
                <a:solidFill>
                  <a:srgbClr val="FFFFFF"/>
                </a:solidFill>
                <a:latin typeface="Calibri"/>
              </a:rPr>
            </a:br>
            <a:r>
              <a:rPr lang="fr-FR" sz="6600" smtClean="0">
                <a:solidFill>
                  <a:srgbClr val="FFFFFF"/>
                </a:solidFill>
                <a:latin typeface="Calibri"/>
              </a:rPr>
              <a:t>soleil d’être qui demeure</a:t>
            </a:r>
            <a:endParaRPr lang="en-US" sz="6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6600" smtClean="0">
                <a:solidFill>
                  <a:srgbClr val="FFFF00"/>
                </a:solidFill>
                <a:latin typeface="Calibri"/>
              </a:rPr>
              <a:t>I am the love of the heart, the sun of being that endures.</a:t>
            </a:r>
            <a:endParaRPr lang="en-US" sz="6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fr-FR" sz="6600" smtClean="0">
                <a:solidFill>
                  <a:srgbClr val="FFFFFF"/>
                </a:solidFill>
                <a:latin typeface="Calibri"/>
              </a:rPr>
              <a:t>je suis nuit sans partage</a:t>
            </a:r>
            <a:br>
              <a:rPr lang="fr-FR" sz="6600" smtClean="0">
                <a:solidFill>
                  <a:srgbClr val="FFFFFF"/>
                </a:solidFill>
                <a:latin typeface="Calibri"/>
              </a:rPr>
            </a:br>
            <a:r>
              <a:rPr lang="fr-FR" sz="6600" smtClean="0">
                <a:solidFill>
                  <a:srgbClr val="FFFFFF"/>
                </a:solidFill>
                <a:latin typeface="Calibri"/>
              </a:rPr>
              <a:t>de la parole du sage</a:t>
            </a:r>
            <a:endParaRPr lang="en-US" sz="6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6600" smtClean="0">
                <a:solidFill>
                  <a:srgbClr val="FFFF00"/>
                </a:solidFill>
                <a:latin typeface="Calibri"/>
              </a:rPr>
              <a:t>I am the night of silence, the word of the sage.</a:t>
            </a:r>
            <a:endParaRPr lang="en-US" sz="6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5600" smtClean="0">
                <a:solidFill>
                  <a:srgbClr val="FFFFFF"/>
                </a:solidFill>
                <a:latin typeface="Calibri"/>
              </a:rPr>
              <a:t>śivōham jyōtiraham</a:t>
            </a:r>
            <a:br>
              <a:rPr lang="en-US" sz="5600" smtClean="0">
                <a:solidFill>
                  <a:srgbClr val="FFFFFF"/>
                </a:solidFill>
                <a:latin typeface="Calibri"/>
              </a:rPr>
            </a:br>
            <a:r>
              <a:rPr lang="en-US" sz="5600" smtClean="0">
                <a:solidFill>
                  <a:srgbClr val="FFFFFF"/>
                </a:solidFill>
                <a:latin typeface="Calibri"/>
              </a:rPr>
              <a:t>śivōham jyōtiraham </a:t>
            </a:r>
            <a:br>
              <a:rPr lang="en-US" sz="5600" smtClean="0">
                <a:solidFill>
                  <a:srgbClr val="FFFFFF"/>
                </a:solidFill>
                <a:latin typeface="Calibri"/>
              </a:rPr>
            </a:br>
            <a:r>
              <a:rPr lang="en-US" sz="5600" smtClean="0">
                <a:solidFill>
                  <a:srgbClr val="FFFFFF"/>
                </a:solidFill>
                <a:latin typeface="Calibri"/>
              </a:rPr>
              <a:t>je suis premier inspir</a:t>
            </a:r>
            <a:br>
              <a:rPr lang="en-US" sz="5600" smtClean="0">
                <a:solidFill>
                  <a:srgbClr val="FFFFFF"/>
                </a:solidFill>
                <a:latin typeface="Calibri"/>
              </a:rPr>
            </a:br>
            <a:r>
              <a:rPr lang="en-US" sz="5600" smtClean="0">
                <a:solidFill>
                  <a:srgbClr val="FFFFFF"/>
                </a:solidFill>
                <a:latin typeface="Calibri"/>
              </a:rPr>
              <a:t>je suis dernier soupir</a:t>
            </a:r>
            <a:endParaRPr lang="en-US" sz="5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6000" smtClean="0">
                <a:solidFill>
                  <a:srgbClr val="FFFF00"/>
                </a:solidFill>
                <a:latin typeface="Calibri"/>
              </a:rPr>
              <a:t>I am the supreme, I am light.</a:t>
            </a:r>
          </a:p>
          <a:p>
            <a:r>
              <a:rPr lang="en-US" sz="6000" smtClean="0">
                <a:solidFill>
                  <a:srgbClr val="FFFF00"/>
                </a:solidFill>
                <a:latin typeface="Calibri"/>
              </a:rPr>
              <a:t>I am the first breath, I am the last sigh.</a:t>
            </a:r>
            <a:endParaRPr lang="en-US" sz="60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fr-FR" sz="6600" smtClean="0">
                <a:solidFill>
                  <a:srgbClr val="FFFFFF"/>
                </a:solidFill>
                <a:latin typeface="Calibri"/>
              </a:rPr>
              <a:t>je suis sérénité</a:t>
            </a:r>
            <a:br>
              <a:rPr lang="fr-FR" sz="6600" smtClean="0">
                <a:solidFill>
                  <a:srgbClr val="FFFFFF"/>
                </a:solidFill>
                <a:latin typeface="Calibri"/>
              </a:rPr>
            </a:br>
            <a:r>
              <a:rPr lang="fr-FR" sz="6600" smtClean="0">
                <a:solidFill>
                  <a:srgbClr val="FFFFFF"/>
                </a:solidFill>
                <a:latin typeface="Calibri"/>
              </a:rPr>
              <a:t>de tout instant sacré</a:t>
            </a:r>
            <a:endParaRPr lang="en-US" sz="6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6600" smtClean="0">
                <a:solidFill>
                  <a:srgbClr val="FFFF00"/>
                </a:solidFill>
                <a:latin typeface="Calibri"/>
              </a:rPr>
              <a:t>I am serenity in every sacred moment.</a:t>
            </a:r>
            <a:endParaRPr lang="en-US" sz="6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fr-FR" sz="6600" smtClean="0">
                <a:solidFill>
                  <a:srgbClr val="FFFFFF"/>
                </a:solidFill>
                <a:latin typeface="Calibri"/>
              </a:rPr>
              <a:t>je suis le soi qui te créé</a:t>
            </a:r>
            <a:br>
              <a:rPr lang="fr-FR" sz="6600" smtClean="0">
                <a:solidFill>
                  <a:srgbClr val="FFFFFF"/>
                </a:solidFill>
                <a:latin typeface="Calibri"/>
              </a:rPr>
            </a:br>
            <a:r>
              <a:rPr lang="fr-FR" sz="6600" smtClean="0">
                <a:solidFill>
                  <a:srgbClr val="FFFFFF"/>
                </a:solidFill>
                <a:latin typeface="Calibri"/>
              </a:rPr>
              <a:t>mon enfant d’éternité</a:t>
            </a:r>
            <a:endParaRPr lang="en-US" sz="6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6600" smtClean="0">
                <a:solidFill>
                  <a:srgbClr val="FFFF00"/>
                </a:solidFill>
                <a:latin typeface="Calibri"/>
              </a:rPr>
              <a:t>I am the Self that created you, my child of eternity.</a:t>
            </a:r>
            <a:endParaRPr lang="en-US" sz="6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fr-FR" sz="6600" smtClean="0">
                <a:solidFill>
                  <a:srgbClr val="FFFFFF"/>
                </a:solidFill>
                <a:latin typeface="Calibri"/>
              </a:rPr>
              <a:t>je suis nuit du partage</a:t>
            </a:r>
            <a:br>
              <a:rPr lang="fr-FR" sz="6600" smtClean="0">
                <a:solidFill>
                  <a:srgbClr val="FFFFFF"/>
                </a:solidFill>
                <a:latin typeface="Calibri"/>
              </a:rPr>
            </a:br>
            <a:r>
              <a:rPr lang="fr-FR" sz="6600" smtClean="0">
                <a:solidFill>
                  <a:srgbClr val="FFFFFF"/>
                </a:solidFill>
                <a:latin typeface="Calibri"/>
              </a:rPr>
              <a:t>de la parole du sage</a:t>
            </a:r>
            <a:endParaRPr lang="en-US" sz="6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6600" smtClean="0">
                <a:solidFill>
                  <a:srgbClr val="FFFF00"/>
                </a:solidFill>
                <a:latin typeface="Calibri"/>
              </a:rPr>
              <a:t>I am the night of communion, the word of the sage.</a:t>
            </a:r>
            <a:endParaRPr lang="en-US" sz="6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7200" dirty="0" err="1" smtClean="0">
                <a:solidFill>
                  <a:srgbClr val="FFFFFF"/>
                </a:solidFill>
                <a:latin typeface="Calibri"/>
              </a:rPr>
              <a:t>śivōham</a:t>
            </a:r>
            <a:r>
              <a:rPr lang="en-US" sz="7200" dirty="0" smtClean="0">
                <a:solidFill>
                  <a:srgbClr val="FFFFFF"/>
                </a:solidFill>
                <a:latin typeface="Calibri"/>
              </a:rPr>
              <a:t> </a:t>
            </a:r>
            <a:r>
              <a:rPr lang="en-US" sz="7200" dirty="0" err="1" smtClean="0">
                <a:solidFill>
                  <a:srgbClr val="FFFFFF"/>
                </a:solidFill>
                <a:latin typeface="Calibri"/>
              </a:rPr>
              <a:t>jyōtiraham</a:t>
            </a:r>
            <a:r>
              <a:rPr lang="en-US" sz="7200" dirty="0" smtClean="0">
                <a:solidFill>
                  <a:srgbClr val="FFFFFF"/>
                </a:solidFill>
                <a:latin typeface="Calibri"/>
              </a:rPr>
              <a:t/>
            </a:r>
            <a:br>
              <a:rPr lang="en-US" sz="7200" dirty="0" smtClean="0">
                <a:solidFill>
                  <a:srgbClr val="FFFFFF"/>
                </a:solidFill>
                <a:latin typeface="Calibri"/>
              </a:rPr>
            </a:br>
            <a:r>
              <a:rPr lang="en-US" sz="7200" dirty="0" err="1" smtClean="0">
                <a:solidFill>
                  <a:srgbClr val="FFFFFF"/>
                </a:solidFill>
                <a:latin typeface="Calibri"/>
              </a:rPr>
              <a:t>śivōham</a:t>
            </a:r>
            <a:r>
              <a:rPr lang="en-US" sz="7200" dirty="0" smtClean="0">
                <a:solidFill>
                  <a:srgbClr val="FFFFFF"/>
                </a:solidFill>
                <a:latin typeface="Calibri"/>
              </a:rPr>
              <a:t> </a:t>
            </a:r>
            <a:r>
              <a:rPr lang="en-US" sz="7200" dirty="0" err="1" smtClean="0">
                <a:solidFill>
                  <a:srgbClr val="FFFFFF"/>
                </a:solidFill>
                <a:latin typeface="Calibri"/>
              </a:rPr>
              <a:t>jyōtiraham</a:t>
            </a:r>
            <a:r>
              <a:rPr lang="en-US" sz="7200" dirty="0" smtClean="0">
                <a:solidFill>
                  <a:srgbClr val="FFFFFF"/>
                </a:solidFill>
                <a:latin typeface="Calibri"/>
              </a:rPr>
              <a:t> </a:t>
            </a:r>
            <a:endParaRPr lang="en-US" sz="7200" dirty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8800" dirty="0" smtClean="0">
                <a:solidFill>
                  <a:srgbClr val="FFFF00"/>
                </a:solidFill>
                <a:latin typeface="Calibri"/>
              </a:rPr>
              <a:t>I am the supreme</a:t>
            </a:r>
            <a:r>
              <a:rPr lang="en-US" sz="8800" dirty="0" smtClean="0">
                <a:solidFill>
                  <a:srgbClr val="FFFF00"/>
                </a:solidFill>
                <a:latin typeface="Calibri"/>
              </a:rPr>
              <a:t>,</a:t>
            </a:r>
          </a:p>
          <a:p>
            <a:r>
              <a:rPr lang="en-US" sz="8800" dirty="0" smtClean="0">
                <a:solidFill>
                  <a:srgbClr val="FFFF00"/>
                </a:solidFill>
                <a:latin typeface="Calibri"/>
              </a:rPr>
              <a:t> </a:t>
            </a:r>
            <a:r>
              <a:rPr lang="en-US" sz="8800" dirty="0" smtClean="0">
                <a:solidFill>
                  <a:srgbClr val="FFFF00"/>
                </a:solidFill>
                <a:latin typeface="Calibri"/>
              </a:rPr>
              <a:t>I am light</a:t>
            </a:r>
            <a:r>
              <a:rPr lang="en-US" sz="8800" dirty="0" smtClean="0">
                <a:solidFill>
                  <a:srgbClr val="FFFF00"/>
                </a:solidFill>
                <a:latin typeface="Calibri"/>
              </a:rPr>
              <a:t>.</a:t>
            </a:r>
            <a:endParaRPr lang="en-US" sz="8800" dirty="0" smtClean="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6600" smtClean="0">
                <a:solidFill>
                  <a:srgbClr val="FFFFFF"/>
                </a:solidFill>
                <a:latin typeface="Calibri"/>
              </a:rPr>
              <a:t>śivōham… śivōham…</a:t>
            </a:r>
            <a:endParaRPr lang="en-US" sz="6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6600" smtClean="0">
                <a:solidFill>
                  <a:srgbClr val="FFFF00"/>
                </a:solidFill>
                <a:latin typeface="Calibri"/>
              </a:rPr>
              <a:t>I am the supreme,</a:t>
            </a:r>
            <a:endParaRPr lang="en-US" sz="6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10</TotalTime>
  <Words>174</Words>
  <Application>Microsoft Office PowerPoint</Application>
  <PresentationFormat>On-screen Show (4:3)</PresentationFormat>
  <Paragraphs>26</Paragraphs>
  <Slides>11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2" baseType="lpstr">
      <vt:lpstr>Office Theme</vt:lpstr>
      <vt:lpstr>śivōham jyōtiraham</vt:lpstr>
      <vt:lpstr>śivōham jyōtiraham śivōham jyōtiraham  je suis premier inspir je suis dernier soupir</vt:lpstr>
      <vt:lpstr>je souffle ton destin et l’efface de ma main</vt:lpstr>
      <vt:lpstr>je suis l’amour du coeur soleil d’être qui demeure</vt:lpstr>
      <vt:lpstr>je suis nuit sans partage de la parole du sage</vt:lpstr>
      <vt:lpstr>śivōham jyōtiraham śivōham jyōtiraham  je suis premier inspir je suis dernier soupir</vt:lpstr>
      <vt:lpstr>je suis sérénité de tout instant sacré</vt:lpstr>
      <vt:lpstr>je suis le soi qui te créé mon enfant d’éternité</vt:lpstr>
      <vt:lpstr>je suis nuit du partage de la parole du sage</vt:lpstr>
      <vt:lpstr>śivōham jyōtiraham śivōham jyōtiraham </vt:lpstr>
      <vt:lpstr>śivōham… śivōham…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śivōham jyōtiraham</dc:title>
  <dc:creator>Amrita</dc:creator>
  <cp:lastModifiedBy>AMMA</cp:lastModifiedBy>
  <cp:revision>2</cp:revision>
  <dcterms:created xsi:type="dcterms:W3CDTF">2025-08-24T06:20:14Z</dcterms:created>
  <dcterms:modified xsi:type="dcterms:W3CDTF">2025-10-29T12:34:54Z</dcterms:modified>
</cp:coreProperties>
</file>