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70" r:id="rId14"/>
    <p:sldId id="265" r:id="rId15"/>
    <p:sldId id="266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F7AB-3151-4512-868F-007EC4EFC9F9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0531A-67C5-4B5B-B09F-C2377674D6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F7AB-3151-4512-868F-007EC4EFC9F9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0531A-67C5-4B5B-B09F-C2377674D6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F7AB-3151-4512-868F-007EC4EFC9F9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0531A-67C5-4B5B-B09F-C2377674D6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F7AB-3151-4512-868F-007EC4EFC9F9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0531A-67C5-4B5B-B09F-C2377674D6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F7AB-3151-4512-868F-007EC4EFC9F9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0531A-67C5-4B5B-B09F-C2377674D6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F7AB-3151-4512-868F-007EC4EFC9F9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0531A-67C5-4B5B-B09F-C2377674D6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F7AB-3151-4512-868F-007EC4EFC9F9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0531A-67C5-4B5B-B09F-C2377674D6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F7AB-3151-4512-868F-007EC4EFC9F9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0531A-67C5-4B5B-B09F-C2377674D6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F7AB-3151-4512-868F-007EC4EFC9F9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0531A-67C5-4B5B-B09F-C2377674D6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F7AB-3151-4512-868F-007EC4EFC9F9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0531A-67C5-4B5B-B09F-C2377674D6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F7AB-3151-4512-868F-007EC4EFC9F9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0531A-67C5-4B5B-B09F-C2377674D6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6F7AB-3151-4512-868F-007EC4EFC9F9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0531A-67C5-4B5B-B09F-C2377674D6F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picca veccu naḍakkunnōn-ende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picca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veccu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naḍakkunnōn-ende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koccu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kayyil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piḍicceṅkil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Mother, if you hold the tiny hands of this child, who takes unsteady, baby steps,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ambikē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dēvi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ninde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mārgattil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ambōḍe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gamiccīḍām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ñān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Devi, O Ambika, with great joy, I will walk upon your path.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picca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veccu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naḍakkunnōn-ende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koccu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kayyil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piḍicceṅkil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Mother, if you hold the tiny hands of this child, who takes unsteady, baby steps,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ambikē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dēvi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ninde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mārgattil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ambōḍe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gamiccīḍām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ñān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Devi, O Ambika, with great joy, I will walk upon your path.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‘ñān mumbē alla ñān mumbē’ enna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bhāvattil tiramālakaḷ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Like the waves of the ocean rushing in, each crying, “me first, me first,”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ārttirambi varunnatu pōle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mōha-sāgaram uḷkkāmbil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there is an ocean of desire in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picca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veccu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naḍakkunnōn-ende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koccu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kayyil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piḍicceṅkil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Mother, if you hold the tiny hands of this child, who takes unsteady, baby steps,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ambikē dēvi ninde mārgattil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ambōḍe gamiccīḍām ñān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Devi, O Ambika, with great joy, I will walk upon your path.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valiya-lōkattil ‘valiya’ bhāvattil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ceṙiyavan-āyi tīrumbōḷ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this vast world, when I think, “I am great,” truly, I become mean and small.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valutilum pinne ceṙutilum vāzhum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‘valutine’ ennu kāṇum ñān? 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When will I behold the real Great One who dwells in both the great and the small?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picca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veccu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naḍakkunnōn-ende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koccu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kayyil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piḍicceṅkil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Mother, if you hold the tiny hands of this child, who takes unsteady, baby steps,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ambikē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dēvi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ninde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mārgattil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ambōḍe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gamiccīḍām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ñān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Devi, O Ambika, with great joy, I will walk upon your path.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śrita-mandāramē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400" dirty="0" smtClean="0">
                <a:solidFill>
                  <a:srgbClr val="FFFFFF"/>
                </a:solidFill>
                <a:latin typeface="Calibri"/>
              </a:rPr>
            </a:b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śruti-vihāramē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400" dirty="0" smtClean="0">
                <a:solidFill>
                  <a:srgbClr val="FFFFFF"/>
                </a:solidFill>
                <a:latin typeface="Calibri"/>
              </a:rPr>
            </a:b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sakalārāddhya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sudhāmamē</a:t>
            </a:r>
            <a:endParaRPr lang="en-US" sz="6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You are my cherished, pure white mandara flower. You are the abode of the Vedas, the source of nectar, worshipped all over the world.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janimṛti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ākum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durita-sāgaram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kayaṙuvān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kaniyēṇamē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Through your grace, may I cross this ocean of sorrow the endless cycle of birth and death.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picca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veccu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naḍakkunnōn-ende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koccu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kayyil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piḍicceṅkil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Mother, if you hold the tiny hands of this child, who takes unsteady, baby steps,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ambikē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dēvi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ninde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mārgattil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ambōḍe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gamiccīḍām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ñān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Devi, O Ambika, with great joy, I will walk upon your path.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349</Words>
  <Application>Microsoft Office PowerPoint</Application>
  <PresentationFormat>On-screen Show (4:3)</PresentationFormat>
  <Paragraphs>35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picca veccu naḍakkunnōn-ende</vt:lpstr>
      <vt:lpstr>picca veccu  naḍakkunnōn-ende koccu kayyil piḍicceṅkil </vt:lpstr>
      <vt:lpstr>ambikē dēvi ninde mārgattil ambōḍe gamiccīḍām ñān</vt:lpstr>
      <vt:lpstr>picca veccu  naḍakkunnōn-ende koccu kayyil piḍicceṅkil </vt:lpstr>
      <vt:lpstr>ambikē dēvi ninde mārgattil ambōḍe gamiccīḍām ñān</vt:lpstr>
      <vt:lpstr>‘ñān mumbē alla ñān mumbē’ enna bhāvattil tiramālakaḷ </vt:lpstr>
      <vt:lpstr>ārttirambi varunnatu pōle mōha-sāgaram uḷkkāmbil</vt:lpstr>
      <vt:lpstr>picca veccu  naḍakkunnōn-ende koccu kayyil piḍicceṅkil </vt:lpstr>
      <vt:lpstr>ambikē dēvi ninde mārgattil ambōḍe gamiccīḍām ñān</vt:lpstr>
      <vt:lpstr>valiya-lōkattil ‘valiya’ bhāvattil ceṙiyavan-āyi tīrumbōḷ</vt:lpstr>
      <vt:lpstr>valutilum pinne ceṙutilum vāzhum ‘valutine’ ennu kāṇum ñān? </vt:lpstr>
      <vt:lpstr>picca veccu  naḍakkunnōn-ende koccu kayyil piḍicceṅkil </vt:lpstr>
      <vt:lpstr>ambikē dēvi ninde mārgattil ambōḍe gamiccīḍām ñān</vt:lpstr>
      <vt:lpstr>śrita-mandāramē  śruti-vihāramē sakalārāddhya sudhāmamē</vt:lpstr>
      <vt:lpstr>janimṛti ākum  durita-sāgaram kayaṙuvān kaniyēṇamē</vt:lpstr>
      <vt:lpstr>picca veccu  naḍakkunnōn-ende koccu kayyil piḍicceṅkil </vt:lpstr>
      <vt:lpstr>ambikē dēvi ninde mārgattil ambōḍe gamiccīḍām ñān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picca veccu naḍakkunnōn-ende</dc:title>
  <dc:creator>Amrita</dc:creator>
  <cp:lastModifiedBy>AMMA</cp:lastModifiedBy>
  <cp:revision>2</cp:revision>
  <dcterms:created xsi:type="dcterms:W3CDTF">2025-09-03T12:28:51Z</dcterms:created>
  <dcterms:modified xsi:type="dcterms:W3CDTF">2025-09-07T14:55:47Z</dcterms:modified>
</cp:coreProperties>
</file>