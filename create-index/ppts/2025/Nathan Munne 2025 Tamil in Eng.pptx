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45C64-2E85-4460-AE49-100A0CD0877F}" type="datetimeFigureOut">
              <a:rPr lang="en-US" smtClean="0"/>
              <a:pPr/>
              <a:t>4-Aug-2025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4AAB2-CE57-42C0-8DE5-059BC8237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nāthan munnē amarnt-irukkum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nāthan munnē amarnt-irukkum nandi-nāthanē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nāḷum naḍakkum nāḍagattai pārum dēvanē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Nandi, who sits before Lord Shiva, witness the drama that unfolds each day in the human world.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aṙivināl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āṇavamāy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tuḷḷuvārē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-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avar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āṇavattai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aṙivārō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nandi-nāthanē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People jump with pride, inflated by their knowledge—but do they possess knowledge of their own ego, O Nandinatha?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uḷḷoṇḍru vaittu vañcagamāy pēsuvār avar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uṇmaiyai uṇarvārō kūṙuvāyē nandi-dēvane?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Those who speak with hidden deceit in their hearts—tell me, O Nandideva, will they ever recognize the truth?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nāthan munnē amarnt-irukkum nandi-nāthanē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nāḷum naḍakkum nāḍagattai pārum dēvanē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Nandi, who sits before Lord Shiva, witness the drama that unfolds each day in the human world.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āsaiyennum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tīyai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piḍittiḍuvārē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avar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atu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suṭṭālum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viḍuvārō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nandi-nāthanē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Those who cling to the fire of desire—even when it burns them—will they let it go, </a:t>
            </a:r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00"/>
                </a:solidFill>
                <a:latin typeface="Calibri"/>
              </a:rPr>
            </a:br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O </a:t>
            </a:r>
            <a:r>
              <a:rPr lang="en-US" sz="5600" dirty="0" err="1" smtClean="0">
                <a:solidFill>
                  <a:srgbClr val="FFFF00"/>
                </a:solidFill>
                <a:latin typeface="Calibri"/>
              </a:rPr>
              <a:t>Nandinatha</a:t>
            </a:r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?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inbam tēḍi eṅgum alaintiḍuvārē - avar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idayattil tēḍuvārō solluvāyē nandi-dēvane?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They roam in search of happiness everywhere, yet tell me, O Nandideva, do they seek it within their own hearts?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nāthan munnē amarnt-irukkum nandi-nāthanē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nāḷum naḍakkum nāḍagattai pārum dēvanē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Nandi, who sits before Lord Shiva, witness the drama that unfolds each day in the human world.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śivanārai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sumakkum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śiva-vāhanamē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-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sēvikkum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bhaktargaḷai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kāppavanē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O Lord Nandi, you are the vehicle of Lord Shiva and you carry him. You are the protector of the devotees who worship Lord Shiva.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nāthan nāmam nāḷum sollum nandi-dēvanē - nam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naṭarājan porpādam manadil dinam tozhuvōmē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O Nandideva, who chants the name of Lord Shiva daily—let us all worship the golden feet of Lord Nataraja in our hearts, every day!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śivāya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namaḥ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harāya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namaḥ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namaḥ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śivāya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Salutations to Lord Shiva, the most auspicious one…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harāya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namaḥ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śivāya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namaḥ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namaḥ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śivāya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Salutations to Lord Shiva, the most auspicious one…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267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nāthan munnē amarnt-irukkum</vt:lpstr>
      <vt:lpstr>nāthan munnē amarnt-irukkum nandi-nāthanē  nāḷum naḍakkum nāḍagattai pārum dēvanē</vt:lpstr>
      <vt:lpstr>aṙivināl āṇavamāy  tuḷḷuvārē - avar āṇavattai aṙivārō  nandi-nāthanē</vt:lpstr>
      <vt:lpstr>uḷḷoṇḍru vaittu vañcagamāy pēsuvār avar uṇmaiyai uṇarvārō kūṙuvāyē nandi-dēvane? </vt:lpstr>
      <vt:lpstr>nāthan munnē amarnt-irukkum nandi-nāthanē  nāḷum naḍakkum nāḍagattai pārum dēvanē</vt:lpstr>
      <vt:lpstr>āsaiyennum tīyai  piḍittiḍuvārē avar atu suṭṭālum viḍuvārō  nandi-nāthanē</vt:lpstr>
      <vt:lpstr>inbam tēḍi eṅgum alaintiḍuvārē - avar idayattil tēḍuvārō solluvāyē nandi-dēvane? </vt:lpstr>
      <vt:lpstr>nāthan munnē amarnt-irukkum nandi-nāthanē  nāḷum naḍakkum nāḍagattai pārum dēvanē</vt:lpstr>
      <vt:lpstr>śivanārai sumakkum  śiva-vāhanamē - nī sēvikkum bhaktargaḷai kāppavanē </vt:lpstr>
      <vt:lpstr>nāthan nāmam nāḷum sollum nandi-dēvanē - nam naṭarājan porpādam manadil dinam tozhuvōmē</vt:lpstr>
      <vt:lpstr>śivāya namaḥ om  harāya namaḥ om śiva śiva śiva śiva namaḥ śivāya</vt:lpstr>
      <vt:lpstr>harāya namaḥ om  śivāya namaḥ om hara hara hara hara  namaḥ śivāya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nāthan munnē amarnt-irukkum</dc:title>
  <dc:creator>Amrita</dc:creator>
  <cp:lastModifiedBy>AMMA</cp:lastModifiedBy>
  <cp:revision>4</cp:revision>
  <dcterms:created xsi:type="dcterms:W3CDTF">2025-08-01T17:16:31Z</dcterms:created>
  <dcterms:modified xsi:type="dcterms:W3CDTF">2025-08-04T14:27:43Z</dcterms:modified>
</cp:coreProperties>
</file>