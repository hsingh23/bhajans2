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58FE-6FD3-45CD-B228-E104D0F7E830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C40D4-1233-4BFA-B545-0D7C912E9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prēma-sāgaramē! jagadīśvarī 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prēma-sāgaramē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!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jagadīśvarī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kāruṇya-dhāmamē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hṛdayēśvarī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Mother! Goddess who reigns over this universe, you are an ocean of love. You are the abode of compassion- you dwell within our hearts.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udayārkka-kiraṇaṅgaḷ tazhukiḍumbōḷ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prēyasiyām vārijam viḍarunnapōl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the sun’s rays caress their beloved lotuses, they bloom.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nin karuṇayāl en hṛdaya-padmam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viḍarnnuvallō!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Mother, the lotus of my heart blossomed in the warmth of your compassion.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prēma-sāgaramē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!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jagadīśvarī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kāruṇya-dhāmamē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hṛdayēśvarī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Mother! Goddess who reigns over this universe, you are an ocean of love. You are the abode of compassion- you dwell within our hearts.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jīvita-vīthiyil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</a:rPr>
              <a:t>iḍaṙiḍumbōḷ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tāṅgāy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vannu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ende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piḍiccu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my steps faltered on the path of life, you came as my support and held my hand.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jīvande jīvanil nī prabha-tūki ninnuvallō!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became the radiant light that illumined my inner being.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prēma-sāgaramē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!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jagadīśvarī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kāruṇya-dhāmamē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hṛdayēśvarī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Mother! Goddess who reigns over this universe, you are an ocean of love. You are the abode of compassion- you dwell within our hearts.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kālam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mānasattil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kōṙiyiṭṭu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māyātta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vēdanakaḷ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ennum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Time had left many unhealed wounds in my heart,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divya-snēham ennum mānasattil maññu peytu!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your divine love, pure as fresh snow has soothed them all away.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prēma-sāgaramē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!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jagadīśvarī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kāruṇya-dhāmamē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hṛdayēśvarī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ammē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Mother! Goddess who reigns over this universe, you are an ocean of love. You are the abode of compassion- you dwell within our hearts.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232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prēma-sāgaramē! jagadīśvarī ammē</vt:lpstr>
      <vt:lpstr>prēma-sāgaramē!  jagadīśvarī ammē kāruṇya-dhāmamē  hṛdayēśvarī ammē</vt:lpstr>
      <vt:lpstr>udayārkka-kiraṇaṅgaḷ tazhukiḍumbōḷ prēyasiyām vārijam viḍarunnapōl</vt:lpstr>
      <vt:lpstr>ammē nin karuṇayāl en hṛdaya-padmam viḍarnnuvallō! </vt:lpstr>
      <vt:lpstr>prēma-sāgaramē!  jagadīśvarī ammē kāruṇya-dhāmamē  hṛdayēśvarī ammē</vt:lpstr>
      <vt:lpstr>jīvita-vīthiyil kāl iḍaṙiḍumbōḷ tāṅgāy nī vannu ende kai piḍiccu</vt:lpstr>
      <vt:lpstr>jīvande jīvanil nī prabha-tūki ninnuvallō! </vt:lpstr>
      <vt:lpstr>prēma-sāgaramē!  jagadīśvarī ammē kāruṇya-dhāmamē  hṛdayēśvarī ammē</vt:lpstr>
      <vt:lpstr>kālam ende  mānasattil kōṙiyiṭṭu māyātta vēdanakaḷ  ennum ennum</vt:lpstr>
      <vt:lpstr>nin divya-snēham ennum mānasattil maññu peytu! </vt:lpstr>
      <vt:lpstr>prēma-sāgaramē!  jagadīśvarī ammē kāruṇya-dhāmamē  hṛdayēśvarī ammē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prēma-sāgaramē! jagadīśvarī ammē</dc:title>
  <dc:creator>Amrita</dc:creator>
  <cp:lastModifiedBy>Amrita</cp:lastModifiedBy>
  <cp:revision>4</cp:revision>
  <dcterms:created xsi:type="dcterms:W3CDTF">2025-08-13T10:13:30Z</dcterms:created>
  <dcterms:modified xsi:type="dcterms:W3CDTF">2025-12-28T14:27:39Z</dcterms:modified>
</cp:coreProperties>
</file>