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294" r:id="rId3"/>
    <p:sldId id="295" r:id="rId4"/>
    <p:sldId id="292" r:id="rId5"/>
    <p:sldId id="296" r:id="rId6"/>
    <p:sldId id="297" r:id="rId7"/>
    <p:sldId id="293" r:id="rId8"/>
    <p:sldId id="298" r:id="rId9"/>
    <p:sldId id="29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65" d="100"/>
          <a:sy n="65" d="100"/>
        </p:scale>
        <p:origin x="-147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pīlippu</a:t>
            </a:r>
            <a:r>
              <a:rPr lang="en-US" sz="7200" dirty="0" smtClean="0"/>
              <a:t> </a:t>
            </a:r>
            <a:r>
              <a:rPr lang="en-US" sz="7200" dirty="0" err="1" smtClean="0"/>
              <a:t>cūḍiya</a:t>
            </a:r>
            <a:r>
              <a:rPr lang="en-US" sz="7200" dirty="0" smtClean="0"/>
              <a:t> </a:t>
            </a:r>
            <a:r>
              <a:rPr lang="en-US" sz="7200" dirty="0" err="1" smtClean="0"/>
              <a:t>tāmara-kaṇṇane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(Malayalam)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pīlippu</a:t>
            </a:r>
            <a:r>
              <a:rPr lang="en-US" sz="6600" dirty="0" smtClean="0"/>
              <a:t> </a:t>
            </a:r>
            <a:r>
              <a:rPr lang="en-US" sz="6600" dirty="0" err="1" smtClean="0"/>
              <a:t>cūḍiya</a:t>
            </a:r>
            <a:r>
              <a:rPr lang="en-US" sz="6600" dirty="0" smtClean="0"/>
              <a:t> </a:t>
            </a:r>
            <a:r>
              <a:rPr lang="en-US" sz="6600" dirty="0" err="1" smtClean="0"/>
              <a:t>tāmara-kaṇṇane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kāṇuvān</a:t>
            </a:r>
            <a:r>
              <a:rPr lang="en-US" sz="6600" dirty="0" smtClean="0"/>
              <a:t> </a:t>
            </a:r>
            <a:r>
              <a:rPr lang="en-US" sz="6600" dirty="0" err="1" smtClean="0"/>
              <a:t>entoru</a:t>
            </a:r>
            <a:r>
              <a:rPr lang="en-US" sz="6600" dirty="0" smtClean="0"/>
              <a:t> </a:t>
            </a:r>
            <a:r>
              <a:rPr lang="en-US" sz="6600" dirty="0" err="1" smtClean="0"/>
              <a:t>bhaṅgi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How lovely it is to behold lotus-eyed Krishna, adorned with peacock feathers in his hair.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ārāṇavan</a:t>
            </a:r>
            <a:r>
              <a:rPr lang="en-US" sz="7200" dirty="0" smtClean="0"/>
              <a:t> </a:t>
            </a:r>
            <a:r>
              <a:rPr lang="en-US" sz="7200" dirty="0" err="1" smtClean="0"/>
              <a:t>sarva-kāraṇan-āṇennat</a:t>
            </a:r>
            <a:r>
              <a:rPr lang="en-US" sz="7200" dirty="0" smtClean="0"/>
              <a:t>-</a:t>
            </a:r>
            <a:br>
              <a:rPr lang="en-US" sz="7200" dirty="0" smtClean="0"/>
            </a:br>
            <a:r>
              <a:rPr lang="en-US" sz="7200" dirty="0" err="1" smtClean="0"/>
              <a:t>aṙiyāte</a:t>
            </a:r>
            <a:r>
              <a:rPr lang="en-US" sz="7200" dirty="0" smtClean="0"/>
              <a:t> </a:t>
            </a:r>
            <a:r>
              <a:rPr lang="en-US" sz="7200" dirty="0" err="1" smtClean="0"/>
              <a:t>ārānum</a:t>
            </a:r>
            <a:r>
              <a:rPr lang="en-US" sz="7200" dirty="0" smtClean="0"/>
              <a:t> </a:t>
            </a:r>
            <a:r>
              <a:rPr lang="en-US" sz="7200" dirty="0" err="1" smtClean="0"/>
              <a:t>uṇḍō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Is </a:t>
            </a:r>
            <a:r>
              <a:rPr lang="en-US" sz="6000" dirty="0" smtClean="0">
                <a:solidFill>
                  <a:srgbClr val="FFFF00"/>
                </a:solidFill>
              </a:rPr>
              <a:t>there anyone who does not know that He is the very source of all creation?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pūvāya-pūvonnum</a:t>
            </a:r>
            <a:r>
              <a:rPr lang="en-US" sz="7200" dirty="0" smtClean="0"/>
              <a:t> </a:t>
            </a:r>
            <a:r>
              <a:rPr lang="en-US" sz="7200" dirty="0" err="1" smtClean="0"/>
              <a:t>pōrā</a:t>
            </a:r>
            <a:r>
              <a:rPr lang="en-US" sz="7200" dirty="0" smtClean="0"/>
              <a:t> </a:t>
            </a:r>
            <a:r>
              <a:rPr lang="en-US" sz="7200" dirty="0" err="1" smtClean="0"/>
              <a:t>neṙukayil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cūḍūvān</a:t>
            </a:r>
            <a:r>
              <a:rPr lang="en-US" sz="7200" dirty="0" smtClean="0"/>
              <a:t> </a:t>
            </a:r>
            <a:r>
              <a:rPr lang="en-US" sz="7200" dirty="0" err="1" smtClean="0"/>
              <a:t>pīlippu</a:t>
            </a:r>
            <a:r>
              <a:rPr lang="en-US" sz="7200" dirty="0" smtClean="0"/>
              <a:t> </a:t>
            </a:r>
            <a:r>
              <a:rPr lang="en-US" sz="7200" dirty="0" err="1" smtClean="0"/>
              <a:t>vēṇam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He is not content with ordinary blossoms—only a peacock feather will do for his hair.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cēlottorā</a:t>
            </a:r>
            <a:r>
              <a:rPr lang="en-US" sz="6600" dirty="0" smtClean="0"/>
              <a:t> </a:t>
            </a:r>
            <a:r>
              <a:rPr lang="en-US" sz="6600" dirty="0" err="1" smtClean="0"/>
              <a:t>mukha</a:t>
            </a:r>
            <a:r>
              <a:rPr lang="en-US" sz="6600" dirty="0" smtClean="0"/>
              <a:t> </a:t>
            </a:r>
            <a:r>
              <a:rPr lang="en-US" sz="6600" dirty="0" err="1" smtClean="0"/>
              <a:t>kāntikkitu</a:t>
            </a:r>
            <a:r>
              <a:rPr lang="en-US" sz="6600" dirty="0" smtClean="0"/>
              <a:t> </a:t>
            </a:r>
            <a:r>
              <a:rPr lang="en-US" sz="6600" dirty="0" err="1" smtClean="0"/>
              <a:t>pōle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cērunna</a:t>
            </a:r>
            <a:r>
              <a:rPr lang="en-US" sz="6600" dirty="0" smtClean="0"/>
              <a:t> </a:t>
            </a:r>
            <a:r>
              <a:rPr lang="en-US" sz="6600" dirty="0" err="1" smtClean="0"/>
              <a:t>pūvēṙe</a:t>
            </a:r>
            <a:r>
              <a:rPr lang="en-US" sz="6600" dirty="0" smtClean="0"/>
              <a:t> </a:t>
            </a:r>
            <a:r>
              <a:rPr lang="en-US" sz="6600" dirty="0" err="1" smtClean="0"/>
              <a:t>uṇḍō</a:t>
            </a:r>
            <a:r>
              <a:rPr lang="en-US" sz="6600" dirty="0" smtClean="0"/>
              <a:t>?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What </a:t>
            </a:r>
            <a:r>
              <a:rPr lang="en-US" sz="6600" dirty="0" smtClean="0">
                <a:solidFill>
                  <a:srgbClr val="FFFF00"/>
                </a:solidFill>
              </a:rPr>
              <a:t>flower could ever rival the beauty of his face?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itu</a:t>
            </a:r>
            <a:r>
              <a:rPr lang="en-US" sz="7200" dirty="0" smtClean="0"/>
              <a:t> </a:t>
            </a:r>
            <a:r>
              <a:rPr lang="en-US" sz="7200" dirty="0" err="1" smtClean="0"/>
              <a:t>pōle</a:t>
            </a:r>
            <a:r>
              <a:rPr lang="en-US" sz="7200" dirty="0" smtClean="0"/>
              <a:t> </a:t>
            </a:r>
            <a:r>
              <a:rPr lang="en-US" sz="7200" dirty="0" err="1" smtClean="0"/>
              <a:t>cērunna</a:t>
            </a:r>
            <a:r>
              <a:rPr lang="en-US" sz="7200" dirty="0" smtClean="0"/>
              <a:t> </a:t>
            </a:r>
            <a:r>
              <a:rPr lang="en-US" sz="7200" dirty="0" err="1" smtClean="0"/>
              <a:t>pūvēṙe</a:t>
            </a:r>
            <a:r>
              <a:rPr lang="en-US" sz="7200" dirty="0" smtClean="0"/>
              <a:t> </a:t>
            </a:r>
            <a:r>
              <a:rPr lang="en-US" sz="7200" dirty="0" err="1" smtClean="0"/>
              <a:t>uṇḍō</a:t>
            </a:r>
            <a:r>
              <a:rPr lang="en-US" sz="7200" dirty="0" smtClean="0"/>
              <a:t>?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Is </a:t>
            </a:r>
            <a:r>
              <a:rPr lang="en-US" sz="7200" dirty="0" smtClean="0">
                <a:solidFill>
                  <a:srgbClr val="FFFF00"/>
                </a:solidFill>
              </a:rPr>
              <a:t>there any bloom more fitting than that?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kāla-varṣam</a:t>
            </a:r>
            <a:r>
              <a:rPr lang="en-US" sz="6600" dirty="0" smtClean="0"/>
              <a:t> </a:t>
            </a:r>
            <a:r>
              <a:rPr lang="en-US" sz="6600" dirty="0" err="1" smtClean="0"/>
              <a:t>vannu</a:t>
            </a:r>
            <a:r>
              <a:rPr lang="en-US" sz="6600" dirty="0" smtClean="0"/>
              <a:t> </a:t>
            </a:r>
            <a:r>
              <a:rPr lang="en-US" sz="6600" dirty="0" err="1" smtClean="0"/>
              <a:t>mānam</a:t>
            </a:r>
            <a:r>
              <a:rPr lang="en-US" sz="6600" dirty="0" smtClean="0"/>
              <a:t> </a:t>
            </a:r>
            <a:r>
              <a:rPr lang="en-US" sz="6600" dirty="0" err="1" smtClean="0"/>
              <a:t>kaṙukkumbōḷ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kēkikaḷ</a:t>
            </a:r>
            <a:r>
              <a:rPr lang="en-US" sz="6600" dirty="0" smtClean="0"/>
              <a:t> </a:t>
            </a:r>
            <a:r>
              <a:rPr lang="en-US" sz="6600" dirty="0" err="1" smtClean="0"/>
              <a:t>nṛttam</a:t>
            </a:r>
            <a:r>
              <a:rPr lang="en-US" sz="6600" dirty="0" smtClean="0"/>
              <a:t> </a:t>
            </a:r>
            <a:r>
              <a:rPr lang="en-US" sz="6600" dirty="0" err="1" smtClean="0"/>
              <a:t>āḍīḍumbōḷ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When the monsoon arrives and the skies grow dark, as peacocks begin their joyous dance,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tāne</a:t>
            </a:r>
            <a:r>
              <a:rPr lang="en-US" sz="6600" dirty="0" smtClean="0"/>
              <a:t> </a:t>
            </a:r>
            <a:r>
              <a:rPr lang="en-US" sz="6600" dirty="0" err="1" smtClean="0"/>
              <a:t>kozhiyunna</a:t>
            </a:r>
            <a:r>
              <a:rPr lang="en-US" sz="6600" dirty="0" smtClean="0"/>
              <a:t> </a:t>
            </a:r>
            <a:r>
              <a:rPr lang="en-US" sz="6600" dirty="0" err="1" smtClean="0"/>
              <a:t>pīlikaḷ</a:t>
            </a:r>
            <a:r>
              <a:rPr lang="en-US" sz="6600" dirty="0" smtClean="0"/>
              <a:t> </a:t>
            </a:r>
            <a:r>
              <a:rPr lang="en-US" sz="6600" dirty="0" err="1" smtClean="0"/>
              <a:t>koṇḍoru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pīli-kirīḍam</a:t>
            </a:r>
            <a:r>
              <a:rPr lang="en-US" sz="6600" dirty="0" smtClean="0"/>
              <a:t> </a:t>
            </a:r>
            <a:r>
              <a:rPr lang="en-US" sz="6600" dirty="0" err="1" smtClean="0"/>
              <a:t>orukkām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their </a:t>
            </a:r>
            <a:r>
              <a:rPr lang="en-US" sz="5400" dirty="0" smtClean="0">
                <a:solidFill>
                  <a:srgbClr val="FFFF00"/>
                </a:solidFill>
              </a:rPr>
              <a:t>feathers will fall to the earth—and I shall weave a crown of peacock plumes for Krishna.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kaṇṇanu</a:t>
            </a:r>
            <a:r>
              <a:rPr lang="en-US" sz="7200" dirty="0" smtClean="0"/>
              <a:t> </a:t>
            </a:r>
            <a:r>
              <a:rPr lang="en-US" sz="7200" dirty="0" err="1" smtClean="0"/>
              <a:t>pīli-kirīḍam</a:t>
            </a:r>
            <a:r>
              <a:rPr lang="en-US" sz="7200" dirty="0" smtClean="0"/>
              <a:t> </a:t>
            </a:r>
            <a:r>
              <a:rPr lang="en-US" sz="7200" dirty="0" err="1" smtClean="0"/>
              <a:t>orukkām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and </a:t>
            </a:r>
            <a:r>
              <a:rPr lang="en-US" sz="6600" dirty="0" smtClean="0">
                <a:solidFill>
                  <a:srgbClr val="FFFF00"/>
                </a:solidFill>
              </a:rPr>
              <a:t>I shall weave a crown of peacock plumes for Krishna.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2944</TotalTime>
  <Words>162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pīlippu cūḍiya tāmara-kaṇṇane</vt:lpstr>
      <vt:lpstr>pīlippu cūḍiya tāmara-kaṇṇane kāṇuvān entoru bhaṅgi</vt:lpstr>
      <vt:lpstr>ārāṇavan sarva-kāraṇan-āṇennat- aṙiyāte ārānum uṇḍō</vt:lpstr>
      <vt:lpstr>pūvāya-pūvonnum pōrā neṙukayil cūḍūvān pīlippu vēṇam</vt:lpstr>
      <vt:lpstr>cēlottorā mukha kāntikkitu pōle cērunna pūvēṙe uṇḍō?</vt:lpstr>
      <vt:lpstr>itu pōle cērunna pūvēṙe uṇḍō?</vt:lpstr>
      <vt:lpstr>kāla-varṣam vannu mānam kaṙukkumbōḷ kēkikaḷ nṛttam āḍīḍumbōḷ</vt:lpstr>
      <vt:lpstr>tāne kozhiyunna pīlikaḷ koṇḍoru pīli-kirīḍam orukkām</vt:lpstr>
      <vt:lpstr>kaṇṇanu pīli-kirīḍam orukkām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332</cp:revision>
  <dcterms:created xsi:type="dcterms:W3CDTF">2006-08-16T00:00:00Z</dcterms:created>
  <dcterms:modified xsi:type="dcterms:W3CDTF">2025-05-22T17:06:35Z</dcterms:modified>
</cp:coreProperties>
</file>