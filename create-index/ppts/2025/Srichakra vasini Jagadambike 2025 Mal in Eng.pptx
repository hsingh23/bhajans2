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E108A-0F38-403B-9971-C6FB77FA445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565E2-E287-4D0C-A3F2-1CDFD1D872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śrīcakra-vāsini jagadambikē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śrīcakra-vāsini jagadambikē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nin rūpam ennuḷḷil teḷiyēṇame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Jagadambika, the primordial energy who resides within the Sri Chakra, may your form become clear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mukti-mārgam nalkum cittaśuddhi – ammē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ennuḷḷil ennum nī niṙaykkēṇamē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give me a heart ever pure, so that it may lead me to liberation.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śūddhamām nin prēma-valliyile oru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puṣpam ākān nī kaniyēṇame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your compassion, make me a flower in the creeper of your pure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kāṭṭi tarēṇam ā prēma-mārgam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prēma-svarūpiṇi amṛtāmbikē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O blissful mother, who is the personification of love, show me the path of true love.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śrīcakra-vāsini jagadambikē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nin rūpam ennuḷḷil teḷiyēṇame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Jagadambika, the primordial energy who resides within the Sri Chakra, may your form become clear within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tiru pādattil ettīḍuvān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tiru vātsalyam āsvadikkān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That I may reach your lotus feet and rejoice in your motherly love,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en manōmālinyam nīkki nī ammē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ennil kaniññu kaḍākṣikkaṇē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bless me with your compassionate glance and cleanse all the impurities of my 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śrīcakra-vāsini jagadambikē</vt:lpstr>
      <vt:lpstr>śrīcakra-vāsini jagadambikē nin rūpam ennuḷḷil teḷiyēṇame</vt:lpstr>
      <vt:lpstr>mukti-mārgam nalkum cittaśuddhi – ammē ennuḷḷil ennum nī niṙaykkēṇamē</vt:lpstr>
      <vt:lpstr>śūddhamām nin prēma-valliyile oru puṣpam ākān nī kaniyēṇame</vt:lpstr>
      <vt:lpstr>kāṭṭi tarēṇam ā prēma-mārgam prēma-svarūpiṇi amṛtāmbikē</vt:lpstr>
      <vt:lpstr>śrīcakra-vāsini jagadambikē nin rūpam ennuḷḷil teḷiyēṇame</vt:lpstr>
      <vt:lpstr>nin tiru pādattil ettīḍuvān nin tiru vātsalyam āsvadikkān</vt:lpstr>
      <vt:lpstr>en manōmālinyam nīkki nī ammē ennil kaniññu kaḍākṣikkaṇē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śrīcakra-vāsini jagadambikē</dc:title>
  <dc:creator>Amrita</dc:creator>
  <cp:lastModifiedBy>Amrita</cp:lastModifiedBy>
  <cp:revision>1</cp:revision>
  <dcterms:created xsi:type="dcterms:W3CDTF">2025-07-30T12:35:02Z</dcterms:created>
  <dcterms:modified xsi:type="dcterms:W3CDTF">2025-07-30T12:35:25Z</dcterms:modified>
</cp:coreProperties>
</file>