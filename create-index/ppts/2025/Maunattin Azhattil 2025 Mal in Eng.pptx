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7" r:id="rId2"/>
    <p:sldId id="292" r:id="rId3"/>
    <p:sldId id="293" r:id="rId4"/>
    <p:sldId id="288" r:id="rId5"/>
    <p:sldId id="294" r:id="rId6"/>
    <p:sldId id="289" r:id="rId7"/>
    <p:sldId id="295" r:id="rId8"/>
    <p:sldId id="290" r:id="rId9"/>
    <p:sldId id="296" r:id="rId10"/>
    <p:sldId id="291" r:id="rId11"/>
    <p:sldId id="29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69" d="100"/>
          <a:sy n="69" d="100"/>
        </p:scale>
        <p:origin x="-66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maunattin-āzhattil</a:t>
            </a:r>
            <a:r>
              <a:rPr lang="en-US" sz="7200" dirty="0" smtClean="0"/>
              <a:t> </a:t>
            </a:r>
            <a:r>
              <a:rPr lang="en-US" sz="7200" dirty="0" err="1" smtClean="0"/>
              <a:t>āṇḍu</a:t>
            </a:r>
            <a:r>
              <a:rPr lang="en-US" sz="7200" dirty="0" smtClean="0"/>
              <a:t> </a:t>
            </a:r>
            <a:r>
              <a:rPr lang="en-US" sz="7200" dirty="0" err="1" smtClean="0"/>
              <a:t>pōy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8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8000" dirty="0" smtClean="0">
                <a:solidFill>
                  <a:srgbClr val="FFFF00"/>
                </a:solidFill>
              </a:rPr>
              <a:t>(Malayalam)</a:t>
            </a:r>
            <a:endParaRPr lang="en-US" sz="8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maunattin-āzhattil</a:t>
            </a:r>
            <a:r>
              <a:rPr lang="en-US" sz="6000" dirty="0" smtClean="0"/>
              <a:t> </a:t>
            </a:r>
            <a:r>
              <a:rPr lang="en-US" sz="6000" dirty="0" err="1" smtClean="0"/>
              <a:t>āṇḍu</a:t>
            </a:r>
            <a:r>
              <a:rPr lang="en-US" sz="6000" dirty="0" smtClean="0"/>
              <a:t> </a:t>
            </a:r>
            <a:r>
              <a:rPr lang="en-US" sz="6000" dirty="0" err="1" smtClean="0"/>
              <a:t>pōy</a:t>
            </a:r>
            <a:r>
              <a:rPr lang="en-US" sz="6000" dirty="0" smtClean="0"/>
              <a:t> </a:t>
            </a:r>
            <a:r>
              <a:rPr lang="en-US" sz="6000" dirty="0" err="1" smtClean="0"/>
              <a:t>dhyānattil</a:t>
            </a:r>
            <a:r>
              <a:rPr lang="en-US" sz="6000" dirty="0" smtClean="0"/>
              <a:t> - </a:t>
            </a:r>
            <a:r>
              <a:rPr lang="en-US" sz="6000" dirty="0" err="1" smtClean="0"/>
              <a:t>layam</a:t>
            </a:r>
            <a:r>
              <a:rPr lang="en-US" sz="6000" dirty="0" smtClean="0"/>
              <a:t> </a:t>
            </a:r>
            <a:r>
              <a:rPr lang="en-US" sz="6000" dirty="0" err="1" smtClean="0"/>
              <a:t>ārnnu</a:t>
            </a:r>
            <a:r>
              <a:rPr lang="en-US" sz="6000" dirty="0" smtClean="0"/>
              <a:t> </a:t>
            </a:r>
            <a:r>
              <a:rPr lang="en-US" sz="6000" dirty="0" err="1" smtClean="0"/>
              <a:t>cittam</a:t>
            </a:r>
            <a:r>
              <a:rPr lang="en-US" sz="6000" dirty="0" smtClean="0"/>
              <a:t> </a:t>
            </a:r>
            <a:r>
              <a:rPr lang="en-US" sz="6000" dirty="0" err="1" smtClean="0"/>
              <a:t>vimūkamāyi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mind sinks into the silent depths of meditation; in perfect stillness, the heart blooms for a moment.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oru</a:t>
            </a:r>
            <a:r>
              <a:rPr lang="en-US" sz="6600" dirty="0" smtClean="0"/>
              <a:t> </a:t>
            </a:r>
            <a:r>
              <a:rPr lang="en-US" sz="6600" dirty="0" err="1" smtClean="0"/>
              <a:t>mātra</a:t>
            </a:r>
            <a:r>
              <a:rPr lang="en-US" sz="6600" dirty="0" smtClean="0"/>
              <a:t> </a:t>
            </a:r>
            <a:r>
              <a:rPr lang="en-US" sz="6600" dirty="0" err="1" smtClean="0"/>
              <a:t>nēram</a:t>
            </a:r>
            <a:r>
              <a:rPr lang="en-US" sz="6600" dirty="0" smtClean="0"/>
              <a:t> </a:t>
            </a:r>
            <a:r>
              <a:rPr lang="en-US" sz="6600" dirty="0" err="1" smtClean="0"/>
              <a:t>nimīlitam</a:t>
            </a:r>
            <a:r>
              <a:rPr lang="en-US" sz="6600" dirty="0" smtClean="0"/>
              <a:t> </a:t>
            </a:r>
            <a:r>
              <a:rPr lang="en-US" sz="6600" dirty="0" err="1" smtClean="0"/>
              <a:t>ākunnu</a:t>
            </a:r>
            <a:r>
              <a:rPr lang="en-US" sz="6600" dirty="0" smtClean="0"/>
              <a:t> - </a:t>
            </a:r>
            <a:r>
              <a:rPr lang="en-US" sz="6600" dirty="0" err="1" smtClean="0"/>
              <a:t>ēkāgra</a:t>
            </a:r>
            <a:r>
              <a:rPr lang="en-US" sz="6600" dirty="0" smtClean="0"/>
              <a:t> </a:t>
            </a:r>
            <a:r>
              <a:rPr lang="en-US" sz="6600" dirty="0" err="1" smtClean="0"/>
              <a:t>hṛdayaṅgaḷ</a:t>
            </a:r>
            <a:r>
              <a:rPr lang="en-US" sz="6600" dirty="0" smtClean="0"/>
              <a:t> </a:t>
            </a:r>
            <a:r>
              <a:rPr lang="en-US" sz="6600" dirty="0" err="1" smtClean="0"/>
              <a:t>niśabdamāyi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The mind sinks into the silent depths of meditation; in perfect stillness, the heart blooms for a moment.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guruvin</a:t>
            </a:r>
            <a:r>
              <a:rPr lang="en-US" sz="6000" dirty="0" smtClean="0"/>
              <a:t> </a:t>
            </a:r>
            <a:r>
              <a:rPr lang="en-US" sz="6000" dirty="0" err="1" smtClean="0"/>
              <a:t>svarūpam</a:t>
            </a:r>
            <a:r>
              <a:rPr lang="en-US" sz="6000" dirty="0" smtClean="0"/>
              <a:t> </a:t>
            </a:r>
            <a:r>
              <a:rPr lang="en-US" sz="6000" dirty="0" err="1" smtClean="0"/>
              <a:t>viḷaṅgī</a:t>
            </a:r>
            <a:r>
              <a:rPr lang="en-US" sz="6000" dirty="0" smtClean="0"/>
              <a:t> </a:t>
            </a:r>
            <a:r>
              <a:rPr lang="en-US" sz="6000" dirty="0" err="1" smtClean="0"/>
              <a:t>hṛdayattil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prēmāśruḍhāra</a:t>
            </a:r>
            <a:r>
              <a:rPr lang="en-US" sz="6000" dirty="0" smtClean="0"/>
              <a:t> </a:t>
            </a:r>
            <a:r>
              <a:rPr lang="en-US" sz="6000" dirty="0" err="1" smtClean="0"/>
              <a:t>ozhukīḍunnu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form of the Guru shone within my heart, and tears of love began to flow.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smtClean="0"/>
              <a:t>ā </a:t>
            </a:r>
            <a:r>
              <a:rPr lang="en-US" sz="6000" dirty="0" err="1" smtClean="0"/>
              <a:t>tṛppadaṅgaḷe</a:t>
            </a:r>
            <a:r>
              <a:rPr lang="en-US" sz="6000" dirty="0" smtClean="0"/>
              <a:t> </a:t>
            </a:r>
            <a:r>
              <a:rPr lang="en-US" sz="6000" dirty="0" err="1" smtClean="0"/>
              <a:t>vāri</a:t>
            </a:r>
            <a:r>
              <a:rPr lang="en-US" sz="6000" dirty="0" smtClean="0"/>
              <a:t> </a:t>
            </a:r>
            <a:r>
              <a:rPr lang="en-US" sz="6000" dirty="0" err="1" smtClean="0"/>
              <a:t>puṇaravē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colli</a:t>
            </a:r>
            <a:r>
              <a:rPr lang="en-US" sz="6000" dirty="0" smtClean="0"/>
              <a:t> en </a:t>
            </a:r>
            <a:r>
              <a:rPr lang="en-US" sz="6000" dirty="0" err="1" smtClean="0"/>
              <a:t>prāṇanām</a:t>
            </a:r>
            <a:r>
              <a:rPr lang="en-US" sz="6000" dirty="0" smtClean="0"/>
              <a:t> </a:t>
            </a:r>
            <a:r>
              <a:rPr lang="en-US" sz="6000" dirty="0" err="1" smtClean="0"/>
              <a:t>sadguravē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 </a:t>
            </a:r>
            <a:r>
              <a:rPr lang="en-US" sz="6600" dirty="0" smtClean="0">
                <a:solidFill>
                  <a:srgbClr val="FFFF00"/>
                </a:solidFill>
              </a:rPr>
              <a:t>embraced those divine feet and spoke to my </a:t>
            </a:r>
            <a:r>
              <a:rPr lang="en-US" sz="6600" dirty="0" err="1" smtClean="0">
                <a:solidFill>
                  <a:srgbClr val="FFFF00"/>
                </a:solidFill>
              </a:rPr>
              <a:t>Sadguru</a:t>
            </a:r>
            <a:r>
              <a:rPr lang="en-US" sz="6600" dirty="0" smtClean="0">
                <a:solidFill>
                  <a:srgbClr val="FFFF00"/>
                </a:solidFill>
              </a:rPr>
              <a:t>, my very life.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tṛkkaiyyil</a:t>
            </a:r>
            <a:r>
              <a:rPr lang="en-US" sz="6600" dirty="0" smtClean="0"/>
              <a:t> </a:t>
            </a:r>
            <a:r>
              <a:rPr lang="en-US" sz="6600" dirty="0" err="1" smtClean="0"/>
              <a:t>viṇayāy</a:t>
            </a:r>
            <a:r>
              <a:rPr lang="en-US" sz="6600" dirty="0" smtClean="0"/>
              <a:t> </a:t>
            </a:r>
            <a:r>
              <a:rPr lang="en-US" sz="6600" dirty="0" err="1" smtClean="0"/>
              <a:t>māṫṫukī</a:t>
            </a:r>
            <a:r>
              <a:rPr lang="en-US" sz="6600" dirty="0" smtClean="0"/>
              <a:t> </a:t>
            </a:r>
            <a:r>
              <a:rPr lang="en-US" sz="6600" dirty="0" err="1" smtClean="0"/>
              <a:t>jīvane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smtClean="0"/>
              <a:t>ā </a:t>
            </a:r>
            <a:r>
              <a:rPr lang="en-US" sz="6600" dirty="0" err="1" smtClean="0"/>
              <a:t>divya-saṅgītam</a:t>
            </a:r>
            <a:r>
              <a:rPr lang="en-US" sz="6600" dirty="0" smtClean="0"/>
              <a:t> </a:t>
            </a:r>
            <a:r>
              <a:rPr lang="en-US" sz="6600" dirty="0" err="1" smtClean="0"/>
              <a:t>ennilūḍe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Make this life a </a:t>
            </a:r>
            <a:r>
              <a:rPr lang="en-US" sz="6000" dirty="0" err="1" smtClean="0">
                <a:solidFill>
                  <a:srgbClr val="FFFF00"/>
                </a:solidFill>
              </a:rPr>
              <a:t>Veena</a:t>
            </a:r>
            <a:r>
              <a:rPr lang="en-US" sz="6000" dirty="0" smtClean="0">
                <a:solidFill>
                  <a:srgbClr val="FFFF00"/>
                </a:solidFill>
              </a:rPr>
              <a:t> in your holy hands, so all may hear your divine music through me.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kēḷppikka</a:t>
            </a:r>
            <a:r>
              <a:rPr lang="en-US" sz="6000" dirty="0" smtClean="0"/>
              <a:t> </a:t>
            </a:r>
            <a:r>
              <a:rPr lang="en-US" sz="6000" dirty="0" err="1" smtClean="0"/>
              <a:t>sarvare</a:t>
            </a:r>
            <a:r>
              <a:rPr lang="en-US" sz="6000" dirty="0" smtClean="0"/>
              <a:t> </a:t>
            </a:r>
            <a:r>
              <a:rPr lang="en-US" sz="6000" dirty="0" err="1" smtClean="0"/>
              <a:t>ennu</a:t>
            </a:r>
            <a:r>
              <a:rPr lang="en-US" sz="6000" dirty="0" smtClean="0"/>
              <a:t> </a:t>
            </a:r>
            <a:r>
              <a:rPr lang="en-US" sz="6000" dirty="0" err="1" smtClean="0"/>
              <a:t>collīḍavē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guruvinde</a:t>
            </a:r>
            <a:r>
              <a:rPr lang="en-US" sz="6000" dirty="0" smtClean="0"/>
              <a:t> </a:t>
            </a:r>
            <a:r>
              <a:rPr lang="en-US" sz="6000" dirty="0" err="1" smtClean="0"/>
              <a:t>cittavum</a:t>
            </a:r>
            <a:r>
              <a:rPr lang="en-US" sz="6000" dirty="0" smtClean="0"/>
              <a:t> </a:t>
            </a:r>
            <a:r>
              <a:rPr lang="en-US" sz="6000" dirty="0" err="1" smtClean="0"/>
              <a:t>ārdramāyi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As </a:t>
            </a:r>
            <a:r>
              <a:rPr lang="en-US" sz="6600" dirty="0" smtClean="0">
                <a:solidFill>
                  <a:srgbClr val="FFFF00"/>
                </a:solidFill>
              </a:rPr>
              <a:t>she heard my words, the Guru’s heart grew tender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pavitram</a:t>
            </a:r>
            <a:r>
              <a:rPr lang="en-US" sz="6000" dirty="0" smtClean="0"/>
              <a:t> ā </a:t>
            </a:r>
            <a:r>
              <a:rPr lang="en-US" sz="6000" dirty="0" err="1" smtClean="0"/>
              <a:t>tṛkkaikaḷ</a:t>
            </a:r>
            <a:r>
              <a:rPr lang="en-US" sz="6000" dirty="0" smtClean="0"/>
              <a:t> </a:t>
            </a:r>
            <a:r>
              <a:rPr lang="en-US" sz="6000" dirty="0" err="1" smtClean="0"/>
              <a:t>vīṇayil</a:t>
            </a:r>
            <a:r>
              <a:rPr lang="en-US" sz="6000" dirty="0" smtClean="0"/>
              <a:t> </a:t>
            </a:r>
            <a:r>
              <a:rPr lang="en-US" sz="6000" dirty="0" err="1" smtClean="0"/>
              <a:t>amaravē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rāgavum</a:t>
            </a:r>
            <a:r>
              <a:rPr lang="en-US" sz="6000" dirty="0" smtClean="0"/>
              <a:t> </a:t>
            </a:r>
            <a:r>
              <a:rPr lang="en-US" sz="6000" dirty="0" err="1" smtClean="0"/>
              <a:t>tāḷa</a:t>
            </a:r>
            <a:r>
              <a:rPr lang="en-US" sz="6000" dirty="0" smtClean="0"/>
              <a:t> </a:t>
            </a:r>
            <a:r>
              <a:rPr lang="en-US" sz="6000" dirty="0" err="1" smtClean="0"/>
              <a:t>śruti-layaṅgaḷ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As her pure fingers played upon the </a:t>
            </a:r>
            <a:r>
              <a:rPr lang="en-US" sz="5400" dirty="0" err="1" smtClean="0">
                <a:solidFill>
                  <a:srgbClr val="FFFF00"/>
                </a:solidFill>
              </a:rPr>
              <a:t>Veena</a:t>
            </a:r>
            <a:r>
              <a:rPr lang="en-US" sz="5400" dirty="0" smtClean="0">
                <a:solidFill>
                  <a:srgbClr val="FFFF00"/>
                </a:solidFill>
              </a:rPr>
              <a:t>, from the disciple’s </a:t>
            </a:r>
            <a:r>
              <a:rPr lang="en-US" sz="5400" dirty="0" err="1" smtClean="0">
                <a:solidFill>
                  <a:srgbClr val="FFFF00"/>
                </a:solidFill>
              </a:rPr>
              <a:t>Veena</a:t>
            </a:r>
            <a:r>
              <a:rPr lang="en-US" sz="5400" dirty="0" smtClean="0">
                <a:solidFill>
                  <a:srgbClr val="FFFF00"/>
                </a:solidFill>
              </a:rPr>
              <a:t> flowed unceasingly the tune,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śiṣyande</a:t>
            </a:r>
            <a:r>
              <a:rPr lang="en-US" sz="6000" dirty="0" smtClean="0"/>
              <a:t> </a:t>
            </a:r>
            <a:r>
              <a:rPr lang="en-US" sz="6000" dirty="0" err="1" smtClean="0"/>
              <a:t>vīṇayil</a:t>
            </a:r>
            <a:r>
              <a:rPr lang="en-US" sz="6000" dirty="0" smtClean="0"/>
              <a:t> </a:t>
            </a:r>
            <a:r>
              <a:rPr lang="en-US" sz="6000" dirty="0" err="1" smtClean="0"/>
              <a:t>aviratam</a:t>
            </a:r>
            <a:r>
              <a:rPr lang="en-US" sz="6000" dirty="0" smtClean="0"/>
              <a:t> </a:t>
            </a:r>
            <a:r>
              <a:rPr lang="en-US" sz="6000" dirty="0" err="1" smtClean="0"/>
              <a:t>ozhukunnu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ātmānubhūtiyil</a:t>
            </a:r>
            <a:r>
              <a:rPr lang="en-US" sz="6000" dirty="0" smtClean="0"/>
              <a:t> </a:t>
            </a:r>
            <a:r>
              <a:rPr lang="en-US" sz="6000" dirty="0" err="1" smtClean="0"/>
              <a:t>onnu</a:t>
            </a:r>
            <a:r>
              <a:rPr lang="en-US" sz="6000" dirty="0" smtClean="0"/>
              <a:t> </a:t>
            </a:r>
            <a:r>
              <a:rPr lang="en-US" sz="6000" dirty="0" err="1" smtClean="0"/>
              <a:t>cērnnu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the </a:t>
            </a:r>
            <a:r>
              <a:rPr lang="en-US" sz="6600" dirty="0" smtClean="0">
                <a:solidFill>
                  <a:srgbClr val="FFFF00"/>
                </a:solidFill>
              </a:rPr>
              <a:t>rhythm, the melody of a soul merged in the bliss of the Self.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sarvarum</a:t>
            </a:r>
            <a:r>
              <a:rPr lang="en-US" sz="6000" dirty="0" smtClean="0"/>
              <a:t> </a:t>
            </a:r>
            <a:r>
              <a:rPr lang="en-US" sz="6000" dirty="0" err="1" smtClean="0"/>
              <a:t>dhyāna-nimagnarāyi</a:t>
            </a:r>
            <a:r>
              <a:rPr lang="en-US" sz="6000" dirty="0" smtClean="0"/>
              <a:t> </a:t>
            </a:r>
            <a:r>
              <a:rPr lang="en-US" sz="6000" dirty="0" err="1" smtClean="0"/>
              <a:t>cittaṅgaḷ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mūkamāy</a:t>
            </a:r>
            <a:r>
              <a:rPr lang="en-US" sz="6000" dirty="0" smtClean="0"/>
              <a:t> </a:t>
            </a:r>
            <a:r>
              <a:rPr lang="en-US" sz="6000" dirty="0" err="1" smtClean="0"/>
              <a:t>śāntamāy</a:t>
            </a:r>
            <a:r>
              <a:rPr lang="en-US" sz="6000" dirty="0" smtClean="0"/>
              <a:t> </a:t>
            </a:r>
            <a:r>
              <a:rPr lang="en-US" sz="6000" dirty="0" err="1" smtClean="0"/>
              <a:t>nirvṛtiyāyi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All became still in meditation; hearts fell silent, peaceful, and blissful.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antaraṅgattil</a:t>
            </a:r>
            <a:r>
              <a:rPr lang="en-US" sz="5400" dirty="0" smtClean="0"/>
              <a:t> </a:t>
            </a:r>
            <a:r>
              <a:rPr lang="en-US" sz="5400" dirty="0" smtClean="0"/>
              <a:t>ā </a:t>
            </a:r>
            <a:r>
              <a:rPr lang="en-US" sz="5400" dirty="0" err="1" smtClean="0"/>
              <a:t>prēmam</a:t>
            </a:r>
            <a:r>
              <a:rPr lang="en-US" sz="5400" dirty="0" smtClean="0"/>
              <a:t> </a:t>
            </a:r>
            <a:r>
              <a:rPr lang="en-US" sz="5400" dirty="0" err="1" smtClean="0"/>
              <a:t>niṙayukil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dūram</a:t>
            </a:r>
            <a:r>
              <a:rPr lang="en-US" sz="5400" dirty="0" smtClean="0"/>
              <a:t> </a:t>
            </a:r>
            <a:r>
              <a:rPr lang="en-US" sz="5400" dirty="0" err="1" smtClean="0"/>
              <a:t>bhramam</a:t>
            </a:r>
            <a:r>
              <a:rPr lang="en-US" sz="5400" dirty="0" smtClean="0"/>
              <a:t> </a:t>
            </a:r>
            <a:r>
              <a:rPr lang="en-US" sz="5400" dirty="0" err="1" smtClean="0"/>
              <a:t>mātram</a:t>
            </a:r>
            <a:r>
              <a:rPr lang="en-US" sz="5400" dirty="0" smtClean="0"/>
              <a:t> </a:t>
            </a:r>
            <a:r>
              <a:rPr lang="en-US" sz="5400" dirty="0" err="1" smtClean="0"/>
              <a:t>ennaṙiññu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When </a:t>
            </a:r>
            <a:r>
              <a:rPr lang="en-US" sz="6600" dirty="0" smtClean="0">
                <a:solidFill>
                  <a:srgbClr val="FFFF00"/>
                </a:solidFill>
              </a:rPr>
              <a:t>love fills the heart, know that all delusion fades away.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2868</TotalTime>
  <Words>233</Words>
  <Application>Microsoft Office PowerPoint</Application>
  <PresentationFormat>On-screen Show (4:3)</PresentationFormat>
  <Paragraphs>34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maunattin-āzhattil āṇḍu pōy</vt:lpstr>
      <vt:lpstr>maunattin-āzhattil āṇḍu pōy dhyānattil - layam ārnnu cittam vimūkamāyi</vt:lpstr>
      <vt:lpstr>oru mātra nēram nimīlitam ākunnu - ēkāgra hṛdayaṅgaḷ niśabdamāyi</vt:lpstr>
      <vt:lpstr>guruvin svarūpam viḷaṅgī hṛdayattil prēmāśruḍhāra ozhukīḍunnu</vt:lpstr>
      <vt:lpstr>ā tṛppadaṅgaḷe vāri puṇaravē colli en prāṇanām sadguravē</vt:lpstr>
      <vt:lpstr>tṛkkaiyyil viṇayāy māṫṫukī jīvane ā divya-saṅgītam ennilūḍe</vt:lpstr>
      <vt:lpstr>kēḷppikka sarvare ennu collīḍavē guruvinde cittavum ārdramāyi</vt:lpstr>
      <vt:lpstr>pavitram ā tṛkkaikaḷ vīṇayil amaravē rāgavum tāḷa śruti-layaṅgaḷ</vt:lpstr>
      <vt:lpstr>śiṣyande vīṇayil aviratam ozhukunnu ātmānubhūtiyil onnu cērnnu</vt:lpstr>
      <vt:lpstr>sarvarum dhyāna-nimagnarāyi cittaṅgaḷ mūkamāy śāntamāy nirvṛtiyāyi</vt:lpstr>
      <vt:lpstr>antaraṅgattil ā prēmam niṙayukil dūram bhramam mātram ennaṙiññu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323</cp:revision>
  <dcterms:created xsi:type="dcterms:W3CDTF">2006-08-16T00:00:00Z</dcterms:created>
  <dcterms:modified xsi:type="dcterms:W3CDTF">2025-05-16T09:56:37Z</dcterms:modified>
</cp:coreProperties>
</file>