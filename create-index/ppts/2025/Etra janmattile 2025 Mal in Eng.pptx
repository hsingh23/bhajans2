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EBCB-7601-4165-A69E-6A25B8F631D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B97DF-1028-4092-893E-76F5624D2C6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etra janmattile puṇyamō ñān innen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etra janmattile puṇyamō ñān innen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 tan tiru-rūpam kāṇumāṙ-āyatu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this life, I have beheld your divine form-the fruit of worthy deeds from previous lives.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ētētu janmattil ceyta tapassō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tāvaka sannidhi pūkumāṙ-āyatu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Through penance performed over many births, O Mother, I have been led to your sacred abode.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karmatin tōṇi tuzhaññu ñān ennende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ammayām divya-lakṣyattil aṇaññiḍum?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But when, O Mother, will I reach the final shore, rowing the boat of karma across this vast ocean of life?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śuddhamām bhakti ennil niṙaññ-ennu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 tan divyamām pādattil cērnniḍum?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will pure and unwavering love arise within me, to carry me to your lotus feet?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aham enna bōdham ennuḷḷil niṙayunnuvō?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ammayilēkkuḷḷa dūram ēṙunnuvō?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 worry-has ego taken root in my heart? Is it what keeps me distant from you?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aviḍutte tiru kṛpa tūki nin kuññine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ā maḍitaṭṭilēkk-etticcu koḷḷaṇē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Divine Mother, shower me with your grace and draw this child close into your loving lap.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 bhagavati dēvi mahēśvari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kaitozhām kaitozhām ānanda-dhāmamē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Devi, O Bhagavati, blissful and compassionate, I offer my heart in prayer with folded palms.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etra janmattile puṇyamō ñān innen</vt:lpstr>
      <vt:lpstr>etra janmattile puṇyamō ñān innen amma tan tiru-rūpam kāṇumāṙ-āyatu</vt:lpstr>
      <vt:lpstr>ētētu janmattil ceyta tapassō ñān tāvaka sannidhi pūkumāṙ-āyatu</vt:lpstr>
      <vt:lpstr>karmatin tōṇi tuzhaññu ñān ennende ammayām divya-lakṣyattil aṇaññiḍum? </vt:lpstr>
      <vt:lpstr>śuddhamām bhakti ennil niṙaññ-ennu ñān amma tan divyamām pādattil cērnniḍum? </vt:lpstr>
      <vt:lpstr>aham enna bōdham ennuḷḷil niṙayunnuvō? ammayilēkkuḷḷa dūram ēṙunnuvō? </vt:lpstr>
      <vt:lpstr>aviḍutte tiru kṛpa tūki nin kuññine ā maḍitaṭṭilēkk-etticcu koḷḷaṇē</vt:lpstr>
      <vt:lpstr>ammē bhagavati dēvi mahēśvari kaitozhām kaitozhām ānanda-dhāmamē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etra janmattile puṇyamō ñān innen</dc:title>
  <dc:creator>Amrita</dc:creator>
  <cp:lastModifiedBy>Amrita</cp:lastModifiedBy>
  <cp:revision>1</cp:revision>
  <dcterms:created xsi:type="dcterms:W3CDTF">2025-06-27T13:42:43Z</dcterms:created>
  <dcterms:modified xsi:type="dcterms:W3CDTF">2025-06-27T13:45:20Z</dcterms:modified>
</cp:coreProperties>
</file>