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45A-8720-400D-A0D1-507DEF0B4023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2752-DD36-487E-8EF5-4C509F6ED1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45A-8720-400D-A0D1-507DEF0B4023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2752-DD36-487E-8EF5-4C509F6ED1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45A-8720-400D-A0D1-507DEF0B4023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2752-DD36-487E-8EF5-4C509F6ED1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45A-8720-400D-A0D1-507DEF0B4023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2752-DD36-487E-8EF5-4C509F6ED1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45A-8720-400D-A0D1-507DEF0B4023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2752-DD36-487E-8EF5-4C509F6ED1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45A-8720-400D-A0D1-507DEF0B4023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2752-DD36-487E-8EF5-4C509F6ED1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45A-8720-400D-A0D1-507DEF0B4023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2752-DD36-487E-8EF5-4C509F6ED1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45A-8720-400D-A0D1-507DEF0B4023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2752-DD36-487E-8EF5-4C509F6ED1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45A-8720-400D-A0D1-507DEF0B4023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2752-DD36-487E-8EF5-4C509F6ED1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45A-8720-400D-A0D1-507DEF0B4023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2752-DD36-487E-8EF5-4C509F6ED1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45A-8720-400D-A0D1-507DEF0B4023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2752-DD36-487E-8EF5-4C509F6ED1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5F45A-8720-400D-A0D1-507DEF0B4023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52752-DD36-487E-8EF5-4C509F6ED1F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cembaṭṭ-aṇiññorā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cembaṭṭ-aṇiññorā sandhyābhrattil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minni jvalicca nakṣatramē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you shine like a brilliant star in the evening sky, which has the colour of crimson silk.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bhrāntikaḷ nīkki nin kāntiyil uttūṅga 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śānti-dhāmattil cērnnīḍaṭṭe…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Dispel my ignorance with the radiance of your beauty, and lift me into your abode of eternal peace.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dēvī… ammē dēvī…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Devi…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vēda-vēdāntaṅgaḷ pāḍi pukazhttunna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śāśvata-satya-svarūpiṇiyē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Mother, you are the embodiment of the eternal truth sung in the Vedas.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māyē jaganmōhana-rūpiṇi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nīyē gati bhava-sāgarattil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You are the divine illusion, enchanting the universe with your unfathomable beauty. You alone are my path—only you can carry me across the vast ocean of birth and death.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dēvī… ammē dēvī…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Devi…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nin āgamam kāṅkṣiccirikkavē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niṙanilāvoḷi ettiyappōḷ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Mother, when this child of yours waited for you with longing, you appeared, resplendent, like the soft glow of moonlight.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mizhiyākum tālattil niṙa-dīpam ēnti ñān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aṇayunnu ammē nin sannidhiyil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In the ceremonial plate of my eyes, I have lit an oil lamp and come into your presence.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dēvī… ammē dēvī…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Devi…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prēma-prasūnamē nin prēma-gaṅgayil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aliññiḍān uḷkarutt-ēkīḍumō? 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flower of love, will you grant me the courage to dissolve into the sacred Ganga of your love?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oru mōham ennum ī jīvanil piḍayunnu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 pāda-padmattil cērnnīḍuvān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There is but one desire in my life: my heart burns with deep anguish to merge into your lotus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dēvī… ammē dēvī…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Devi…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cembaṭṭ-aṇiññorā</vt:lpstr>
      <vt:lpstr>cembaṭṭ-aṇiññorā sandhyābhrattil minni jvalicca nakṣatramē </vt:lpstr>
      <vt:lpstr>bhrāntikaḷ nīkki nin kāntiyil uttūṅga  śānti-dhāmattil cērnnīḍaṭṭe…</vt:lpstr>
      <vt:lpstr>ammē dēvī… ammē dēvī…</vt:lpstr>
      <vt:lpstr>vēda-vēdāntaṅgaḷ pāḍi pukazhttunna śāśvata-satya-svarūpiṇiyē</vt:lpstr>
      <vt:lpstr>māyē jaganmōhana-rūpiṇi nīyē gati bhava-sāgarattil</vt:lpstr>
      <vt:lpstr>ammē dēvī… ammē dēvī…</vt:lpstr>
      <vt:lpstr>ammē nin āgamam kāṅkṣiccirikkavē niṙanilāvoḷi ettiyappōḷ</vt:lpstr>
      <vt:lpstr>mizhiyākum tālattil niṙa-dīpam ēnti ñān  aṇayunnu ammē nin sannidhiyil</vt:lpstr>
      <vt:lpstr>ammē dēvī… ammē dēvī…</vt:lpstr>
      <vt:lpstr>prēma-prasūnamē nin prēma-gaṅgayil aliññiḍān uḷkarutt-ēkīḍumō? </vt:lpstr>
      <vt:lpstr>oru mōham ennum ī jīvanil piḍayunnu nin pāda-padmattil cērnnīḍuvān</vt:lpstr>
      <vt:lpstr>ammē dēvī… ammē dēvī…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cembaṭṭ-aṇiññorā</dc:title>
  <dc:creator>Amrita</dc:creator>
  <cp:lastModifiedBy>Amrita</cp:lastModifiedBy>
  <cp:revision>1</cp:revision>
  <dcterms:created xsi:type="dcterms:W3CDTF">2025-08-06T11:43:00Z</dcterms:created>
  <dcterms:modified xsi:type="dcterms:W3CDTF">2025-08-06T11:43:34Z</dcterms:modified>
</cp:coreProperties>
</file>