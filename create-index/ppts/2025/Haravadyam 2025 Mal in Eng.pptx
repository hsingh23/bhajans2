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8F8758-CBF0-4D01-968B-98D7B9DA4309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576229-6759-41A4-9CB1-5B8A17D2C10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haravādyam utirkkunnu āditāḷam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haravādyam utirkkunnu āditāḷam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atil anugamicciḍum praṇava-mantram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primal rhythm arises from Hara’s damaru; with each new beat, the pranava mantra resounds.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prakambanam ākunnu prapañcam ellām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śivapādam aṇayunnu pañcabāṇan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Its sacred sound reverberates through all creation, and Kamadeva surrenders at Shiva’s feet.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tirujaḍayil aḍarunna gaṅgayil nīrāḍi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pāpa-vimuktarāyi jīvakōḍi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Millions of jīvas, bathing in the waters that pour from Gaṅgā enshrined in your matted locks, are cleansed of all sin,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tṛkkaṇ kaḍākṣattāl uṇarunnu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uḷttaḍam puṇarunna ātmabōdham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and a loving glance from your third eye awakens the blissful Self within.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naṭarāja-naḍanattil ādittimirkkilum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nisvanāy mēvunnu viśvanāthan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Though he dances with boundless, ecstatic grace, the Lord of the Universe remains perfectly detached.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kāḷakkūḍattin viṣam svīkaricciḍum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tyagarājan śivan nīlakaṇṭhan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He drank the dark Kālakūṭa poison to protect all life, becoming the blue-throated one — the king of sacrifice.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000" smtClean="0">
                <a:solidFill>
                  <a:srgbClr val="FFFFFF"/>
                </a:solidFill>
                <a:latin typeface="Calibri"/>
              </a:rPr>
              <a:t>pañca-bhūtaṅgaḷāl pañcōpacāraṅgaḷ</a:t>
            </a:r>
            <a:br>
              <a:rPr lang="en-US" sz="6000" smtClean="0">
                <a:solidFill>
                  <a:srgbClr val="FFFFFF"/>
                </a:solidFill>
                <a:latin typeface="Calibri"/>
              </a:rPr>
            </a:br>
            <a:r>
              <a:rPr lang="en-US" sz="6000" smtClean="0">
                <a:solidFill>
                  <a:srgbClr val="FFFFFF"/>
                </a:solidFill>
                <a:latin typeface="Calibri"/>
              </a:rPr>
              <a:t>mānasa-vilvattāl arccanayum</a:t>
            </a:r>
            <a:endParaRPr lang="en-US" sz="60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By offering the five adorations with the five great elements, and worshipping with the heart’s bilva leaf,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mṛtyuñjaya-mantram avirāmam ura ceytu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ēṙiḍām ānanda-śṛṅgam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āḍiḍām ānanda-naḍanam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900" smtClean="0">
                <a:solidFill>
                  <a:srgbClr val="FFFF00"/>
                </a:solidFill>
                <a:latin typeface="Calibri"/>
              </a:rPr>
              <a:t>by chanting the Mṛtyuñjaya mantra without end, we can ascend to the pinnacle of bliss — we can dance the sacred dance of divine delight.</a:t>
            </a:r>
            <a:endParaRPr lang="en-US" sz="4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tāṇḍavam śiva-tāṇḍavam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paripāvanam śiva-tāṇḍavam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Śiva dances the Tāṇḍava, the sacred rhythm of the cosmos.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198</Words>
  <Application>Microsoft Office PowerPoint</Application>
  <PresentationFormat>On-screen Show (4:3)</PresentationFormat>
  <Paragraphs>21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haravādyam utirkkunnu āditāḷam</vt:lpstr>
      <vt:lpstr>haravādyam utirkkunnu āditāḷam atil anugamicciḍum praṇava-mantram</vt:lpstr>
      <vt:lpstr>prakambanam ākunnu prapañcam ellām śivapādam aṇayunnu pañcabāṇan</vt:lpstr>
      <vt:lpstr>tirujaḍayil aḍarunna gaṅgayil nīrāḍi pāpa-vimuktarāyi jīvakōḍi</vt:lpstr>
      <vt:lpstr>tṛkkaṇ kaḍākṣattāl uṇarunnu uḷttaḍam puṇarunna ātmabōdham</vt:lpstr>
      <vt:lpstr>naṭarāja-naḍanattil ādittimirkkilum nisvanāy mēvunnu viśvanāthan</vt:lpstr>
      <vt:lpstr>kāḷakkūḍattin viṣam svīkaricciḍum tyagarājan śivan nīlakaṇṭhan</vt:lpstr>
      <vt:lpstr>pañca-bhūtaṅgaḷāl pañcōpacāraṅgaḷ mānasa-vilvattāl arccanayum</vt:lpstr>
      <vt:lpstr>mṛtyuñjaya-mantram avirāmam ura ceytu ēṙiḍām ānanda-śṛṅgam āḍiḍām ānanda-naḍanam</vt:lpstr>
      <vt:lpstr>tāṇḍavam śiva-tāṇḍavam paripāvanam śiva-tāṇḍavam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haravādyam utirkkunnu āditāḷam</dc:title>
  <dc:creator>Amrita</dc:creator>
  <cp:lastModifiedBy>Amrita</cp:lastModifiedBy>
  <cp:revision>1</cp:revision>
  <dcterms:created xsi:type="dcterms:W3CDTF">2025-06-18T14:54:31Z</dcterms:created>
  <dcterms:modified xsi:type="dcterms:W3CDTF">2025-06-18T14:56:03Z</dcterms:modified>
</cp:coreProperties>
</file>