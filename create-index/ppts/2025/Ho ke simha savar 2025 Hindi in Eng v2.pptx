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C288-504D-4435-AD1F-EBD1D280C91A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488AC-355B-4B5F-B0C6-7117BC9A53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4C288-504D-4435-AD1F-EBD1D280C91A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488AC-355B-4B5F-B0C6-7117BC9A538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simha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savār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dirty="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IN" sz="49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49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simha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savār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aṣṭa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bhujāōṅ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vāli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āyī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dēkhō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durgā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barsānē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prēm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apār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Mounted on a lion, the eight-armed Mother comes. Look, goddess Durga has arrived! She has come to shower boundless love.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bōlō mātāṙāṇī kī jay jay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bōlō mahāṙāṇī kī jay jay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bōlō mahādēvi kī jay jay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bōlō mahākāḷi kī jay jay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Say: ‘Victory to Mother, victory to the supreme Queen, victory to the great Goddess, victory to the mighty Kali!’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500" smtClean="0">
                <a:solidFill>
                  <a:srgbClr val="FFFFFF"/>
                </a:solidFill>
                <a:latin typeface="Calibri"/>
              </a:rPr>
              <a:t>mā kī ārati utārō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prēm bharā rūp nihārō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man mēṅ mā kī chabi kō dēkhō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dhyān magn hō jāvō</a:t>
            </a:r>
            <a:endParaRPr lang="en-US" sz="5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dirty="0" smtClean="0">
                <a:solidFill>
                  <a:srgbClr val="FFFF00"/>
                </a:solidFill>
                <a:latin typeface="Calibri"/>
              </a:rPr>
              <a:t>Let us wave a lamp in front of Mother. </a:t>
            </a:r>
            <a:r>
              <a:rPr lang="en-US" sz="4800" dirty="0" smtClean="0">
                <a:solidFill>
                  <a:srgbClr val="FFFF00"/>
                </a:solidFill>
                <a:latin typeface="Calibri"/>
              </a:rPr>
              <a:t>Behold her form, full of love. Envision her image in your mind and become absorbed in meditation.</a:t>
            </a:r>
            <a:endParaRPr lang="en-US" sz="48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lagātī mā mamtā sē galē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barsātī hai sudhā sab pē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jīvan sab kā savārnē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jag meiṅ āyī mayyā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400" dirty="0" smtClean="0">
                <a:solidFill>
                  <a:srgbClr val="FFFF00"/>
                </a:solidFill>
                <a:latin typeface="Calibri"/>
              </a:rPr>
              <a:t>She embraces everyone with motherly affection, </a:t>
            </a:r>
            <a:r>
              <a:rPr lang="en-US" sz="4400" dirty="0" smtClean="0">
                <a:solidFill>
                  <a:srgbClr val="FFFF00"/>
                </a:solidFill>
                <a:latin typeface="Calibri"/>
              </a:rPr>
              <a:t>she showers nectar on all. To </a:t>
            </a:r>
            <a:r>
              <a:rPr lang="en-US" sz="4400" dirty="0" smtClean="0">
                <a:solidFill>
                  <a:srgbClr val="FFFF00"/>
                </a:solidFill>
                <a:latin typeface="Calibri"/>
              </a:rPr>
              <a:t>beautify everyone’s </a:t>
            </a:r>
            <a:r>
              <a:rPr lang="en-US" sz="4400" dirty="0" smtClean="0">
                <a:solidFill>
                  <a:srgbClr val="FFFF00"/>
                </a:solidFill>
                <a:latin typeface="Calibri"/>
              </a:rPr>
              <a:t>life, Mother has come into the world.</a:t>
            </a:r>
            <a:endParaRPr lang="en-US" sz="44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</Words>
  <Application>Microsoft Office PowerPoint</Application>
  <PresentationFormat>On-screen Show (4:3)</PresentationFormat>
  <Paragraphs>11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hō kē simha savār mā</vt:lpstr>
      <vt:lpstr>hō kē simha savār mā aṣṭa bhujāōṅ vāli mā āyī hai dēkhō durgā mā barsānē prēm apār</vt:lpstr>
      <vt:lpstr>bōlō mātāṙāṇī kī jay jay bōlō mahāṙāṇī kī jay jay bōlō mahādēvi kī jay jay bōlō mahākāḷi kī jay jay</vt:lpstr>
      <vt:lpstr>mā kī ārati utārō prēm bharā rūp nihārō man mēṅ mā kī chabi kō dēkhō dhyān magn hō jāvō</vt:lpstr>
      <vt:lpstr>lagātī mā mamtā sē galē barsātī hai sudhā sab pē jīvan sab kā savārnē jag meiṅ āyī mayyā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hō kē simha savār mā</dc:title>
  <dc:creator>Amrita</dc:creator>
  <cp:lastModifiedBy>Amrita</cp:lastModifiedBy>
  <cp:revision>2</cp:revision>
  <dcterms:created xsi:type="dcterms:W3CDTF">2025-06-04T04:32:37Z</dcterms:created>
  <dcterms:modified xsi:type="dcterms:W3CDTF">2025-06-06T05:28:20Z</dcterms:modified>
</cp:coreProperties>
</file>