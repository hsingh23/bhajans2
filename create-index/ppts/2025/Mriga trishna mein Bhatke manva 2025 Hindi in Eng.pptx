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B5BB0-5020-452F-A0C8-C45F2EE50C21}" type="datetimeFigureOut">
              <a:rPr lang="en-US" smtClean="0"/>
              <a:pPr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8BCD3-E1FE-4371-B32F-5DD1E9A8E8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mṛg-tṛṣṇā meiṅ bhaṭakē manvā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mṛg-tṛṣṇā meiṅ bhaṭakē manvā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cir sukh kahiṅ na pāvē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err="1" smtClean="0">
                <a:solidFill>
                  <a:srgbClr val="FFFF00"/>
                </a:solidFill>
              </a:rPr>
              <a:t>Mesmerised</a:t>
            </a:r>
            <a:r>
              <a:rPr lang="en-US" sz="6600" dirty="0" smtClean="0">
                <a:solidFill>
                  <a:srgbClr val="FFFF00"/>
                </a:solidFill>
              </a:rPr>
              <a:t> by the mirage, the mind never finds lasting happiness.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ḍhūṇḍhē jag meiṅ sukh kī chāyā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cit hari meiṅ na lagāvē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</a:rPr>
              <a:t>It searches in this world for the shadow of comfort, yet never fixes itself on the Lord.</a:t>
            </a:r>
            <a:endParaRPr lang="en-US" sz="60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kām kāñcan mōha-jāl meiṅ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man kyōṅ uljhā jāyē?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</a:rPr>
              <a:t>Why does the mind get entangled in the snare of desire, wealth, and attachment?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jisē sadā tū apnā mānē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vō bhī ik din jāyē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Even those you consider forever your own will one day leave you.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hari ōm namō nārāyaṇaya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hari ōm namō nārāyaṇaya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bow to God, the ultimate reality…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guru vāṇī jō śravaṇ karē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antaḥkaraṇ vō jāgē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One who listens to the Guru’s words awakens the inner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viṣay vikār, sab tyāg dē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nij svarūp sō sājē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</a:rPr>
              <a:t>Giving up all cravings and impurities, one attains his/her true nature.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khulē nayan tō darśan pāē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hari kī alaukik sūrat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When the inner eye opens and beholds the divine form of God,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bhītar sōham bhāv jab khilē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har or hari kī mūrat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dirty="0" smtClean="0">
                <a:solidFill>
                  <a:srgbClr val="FFFF00"/>
                </a:solidFill>
                <a:latin typeface="Calibri"/>
              </a:rPr>
              <a:t>the realization that 'I am That' dawns within. Then </a:t>
            </a:r>
            <a:r>
              <a:rPr lang="en-US" sz="5700" dirty="0" err="1" smtClean="0">
                <a:solidFill>
                  <a:srgbClr val="FFFF00"/>
                </a:solidFill>
                <a:latin typeface="Calibri"/>
              </a:rPr>
              <a:t>Hari</a:t>
            </a:r>
            <a:r>
              <a:rPr lang="en-US" sz="5700" dirty="0" smtClean="0">
                <a:solidFill>
                  <a:srgbClr val="FFFF00"/>
                </a:solidFill>
                <a:latin typeface="Calibri"/>
              </a:rPr>
              <a:t> alone remains, forever abiding.</a:t>
            </a:r>
            <a:endParaRPr lang="en-US" sz="57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mṛg-tṛṣṇā meiṅ bhaṭakē manvā</vt:lpstr>
      <vt:lpstr>mṛg-tṛṣṇā meiṅ bhaṭakē manvā cir sukh kahiṅ na pāvē</vt:lpstr>
      <vt:lpstr>ḍhūṇḍhē jag meiṅ sukh kī chāyā cit hari meiṅ na lagāvē</vt:lpstr>
      <vt:lpstr>kām kāñcan mōha-jāl meiṅ man kyōṅ uljhā jāyē? </vt:lpstr>
      <vt:lpstr>jisē sadā tū apnā mānē vō bhī ik din jāyē</vt:lpstr>
      <vt:lpstr>hari ōm namō nārāyaṇaya hari ōm namō nārāyaṇaya</vt:lpstr>
      <vt:lpstr>guru vāṇī jō śravaṇ karē antaḥkaraṇ vō jāgē</vt:lpstr>
      <vt:lpstr>viṣay vikār, sab tyāg dē nij svarūp sō sājē</vt:lpstr>
      <vt:lpstr>khulē nayan tō darśan pāē hari kī alaukik sūrat</vt:lpstr>
      <vt:lpstr>bhītar sōham bhāv jab khilē har or hari kī mūrat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mṛg-tṛṣṇā meiṅ bhaṭakē manvā</dc:title>
  <dc:creator>Amrita</dc:creator>
  <cp:lastModifiedBy>Amrita</cp:lastModifiedBy>
  <cp:revision>2</cp:revision>
  <dcterms:created xsi:type="dcterms:W3CDTF">2025-06-20T13:43:03Z</dcterms:created>
  <dcterms:modified xsi:type="dcterms:W3CDTF">2025-06-21T11:13:04Z</dcterms:modified>
</cp:coreProperties>
</file>