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5E9D7-9562-4400-B44C-E1593DFCB93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A29EE-F842-4633-AD59-1C8F20BA9C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antaryāmiyām amṛtāmbikē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antaryāmiyām amṛtāmbikē en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antaraṅgattin pontamburuvil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Ambika, indweller of my heart, will you play melodies of yearning on the golden tamburu within me?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nombara-rāgaṅgaḷ śruti cērttu mīṭṭumō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kambaṅgaḷ sarvam akaṫṫiḍumō anpōḍ-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ambuja-pādattil cērttīḍumō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Ambika, indweller of my heart, will you play melodies of yearning on the golden tamburu within me? Will you remove all my desires and draw me lovingly to your lotus feet?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padapadma-rēṇukkaḷ mama hṛtsarassitil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pariśuddhi tan pūrṇṇata ēkīḍumbōḷ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When the radiant rays from your lotus feet purify the lake of my heart,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200" smtClean="0">
                <a:solidFill>
                  <a:srgbClr val="FFFFFF"/>
                </a:solidFill>
                <a:latin typeface="Calibri"/>
              </a:rPr>
              <a:t>bhaktipriyē prēmabhakti niṙaññ-ennil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mukti tan mārgam prakāśiccīḍillē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en dukhaṅgaḷ sarvam śamiccīḍillē</a:t>
            </a:r>
            <a:endParaRPr lang="en-US" sz="5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O lover of devotion, will not pure love overflow within me, and the path to liberation shine bright? Will not my sorrows vanish?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akhila-carācaram niṙayum caitanyam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‘ambika tān’ ennaṙiyum parāvidya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Mother, will you bless me with the highest knowledge—that you, O Ambika, are the pure consciousness pervading the entire universe?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anugrahicc-ennil pakarnnīḍumō ammē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amṛtapadattil aṇaccīḍumō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tava hṛdayattil layiccīḍumō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Will you not grant me refuge at your lotus feet? Won’t I merge into your heart?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antaryāmiyām amṛtāmbikē</vt:lpstr>
      <vt:lpstr>antaryāmiyām amṛtāmbikē en antaraṅgattin pontamburuvil</vt:lpstr>
      <vt:lpstr>nombara-rāgaṅgaḷ śruti cērttu mīṭṭumō kambaṅgaḷ sarvam akaṫṫiḍumō anpōḍ- ambuja-pādattil cērttīḍumō</vt:lpstr>
      <vt:lpstr>padapadma-rēṇukkaḷ mama hṛtsarassitil pariśuddhi tan pūrṇṇata ēkīḍumbōḷ </vt:lpstr>
      <vt:lpstr>bhaktipriyē prēmabhakti niṙaññ-ennil mukti tan mārgam prakāśiccīḍillē en dukhaṅgaḷ sarvam śamiccīḍillē</vt:lpstr>
      <vt:lpstr>akhila-carācaram niṙayum caitanyam  ‘ambika tān’ ennaṙiyum parāvidya</vt:lpstr>
      <vt:lpstr>anugrahicc-ennil pakarnnīḍumō ammē amṛtapadattil aṇaccīḍumō ñān tava hṛdayattil layiccīḍumō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antaryāmiyām amṛtāmbikē</dc:title>
  <dc:creator>Amrita</dc:creator>
  <cp:lastModifiedBy>Amrita</cp:lastModifiedBy>
  <cp:revision>1</cp:revision>
  <dcterms:created xsi:type="dcterms:W3CDTF">2025-06-04T13:09:17Z</dcterms:created>
  <dcterms:modified xsi:type="dcterms:W3CDTF">2025-06-04T13:10:14Z</dcterms:modified>
</cp:coreProperties>
</file>