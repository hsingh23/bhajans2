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7" r:id="rId2"/>
    <p:sldId id="294" r:id="rId3"/>
    <p:sldId id="291" r:id="rId4"/>
    <p:sldId id="288" r:id="rId5"/>
    <p:sldId id="289" r:id="rId6"/>
    <p:sldId id="292" r:id="rId7"/>
    <p:sldId id="290" r:id="rId8"/>
    <p:sldId id="29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imbakkuḷattil</a:t>
            </a:r>
            <a:r>
              <a:rPr lang="en-US" sz="6000" dirty="0" smtClean="0"/>
              <a:t> </a:t>
            </a:r>
            <a:r>
              <a:rPr lang="en-US" sz="6000" dirty="0" err="1" smtClean="0"/>
              <a:t>nīnta</a:t>
            </a:r>
            <a:r>
              <a:rPr lang="en-US" sz="6000" dirty="0" smtClean="0"/>
              <a:t> </a:t>
            </a:r>
            <a:r>
              <a:rPr lang="en-US" sz="6000" dirty="0" err="1" smtClean="0"/>
              <a:t>ānandamē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(Tamil)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imbakkuḷattil</a:t>
            </a:r>
            <a:r>
              <a:rPr lang="en-US" sz="6000" dirty="0" smtClean="0"/>
              <a:t> </a:t>
            </a:r>
            <a:r>
              <a:rPr lang="en-US" sz="6000" dirty="0" err="1" smtClean="0"/>
              <a:t>nīnta</a:t>
            </a:r>
            <a:r>
              <a:rPr lang="en-US" sz="6000" dirty="0" smtClean="0"/>
              <a:t> </a:t>
            </a:r>
            <a:r>
              <a:rPr lang="en-US" sz="6000" dirty="0" err="1" smtClean="0"/>
              <a:t>ānandamē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tumbakkuḍattil</a:t>
            </a:r>
            <a:r>
              <a:rPr lang="en-US" sz="6000" dirty="0" smtClean="0"/>
              <a:t> </a:t>
            </a:r>
            <a:r>
              <a:rPr lang="en-US" sz="6000" dirty="0" err="1" smtClean="0"/>
              <a:t>uzhala</a:t>
            </a:r>
            <a:r>
              <a:rPr lang="en-US" sz="6000" dirty="0" smtClean="0"/>
              <a:t> </a:t>
            </a:r>
            <a:r>
              <a:rPr lang="en-US" sz="6000" dirty="0" err="1" smtClean="0"/>
              <a:t>tuyaramē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To swim in the pond of happiness is delightful, to be caught in even a small pot of trouble is sorrowful.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imbamō</a:t>
            </a:r>
            <a:r>
              <a:rPr lang="en-US" sz="5400" dirty="0" smtClean="0"/>
              <a:t> </a:t>
            </a:r>
            <a:r>
              <a:rPr lang="en-US" sz="5400" dirty="0" err="1" smtClean="0"/>
              <a:t>tumbamō</a:t>
            </a:r>
            <a:r>
              <a:rPr lang="en-US" sz="5400" dirty="0" smtClean="0"/>
              <a:t> </a:t>
            </a:r>
            <a:r>
              <a:rPr lang="en-US" sz="5400" dirty="0" err="1" smtClean="0"/>
              <a:t>tuḷinēramē</a:t>
            </a:r>
            <a:r>
              <a:rPr lang="en-US" sz="5400" dirty="0" smtClean="0"/>
              <a:t> – </a:t>
            </a:r>
            <a:r>
              <a:rPr lang="en-US" sz="5400" dirty="0" err="1" smtClean="0"/>
              <a:t>aruḷkaḍalē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tumbasumaiyil</a:t>
            </a:r>
            <a:r>
              <a:rPr lang="en-US" sz="5400" dirty="0" smtClean="0"/>
              <a:t> </a:t>
            </a:r>
            <a:r>
              <a:rPr lang="en-US" sz="5400" dirty="0" err="1" smtClean="0"/>
              <a:t>nāḍum</a:t>
            </a:r>
            <a:r>
              <a:rPr lang="en-US" sz="5400" dirty="0" smtClean="0"/>
              <a:t> </a:t>
            </a:r>
            <a:r>
              <a:rPr lang="en-US" sz="5400" dirty="0" err="1" smtClean="0"/>
              <a:t>unpādamē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Whether </a:t>
            </a:r>
            <a:r>
              <a:rPr lang="en-US" sz="4800" dirty="0" smtClean="0">
                <a:solidFill>
                  <a:srgbClr val="FFFF00"/>
                </a:solidFill>
              </a:rPr>
              <a:t>joy or sorrow, all is fleeting. Ocean of grace, Your lotus feet are my only refuge when I am overwhelmed by troubles.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sarvaśaktiyē</a:t>
            </a:r>
            <a:r>
              <a:rPr lang="en-US" sz="6000" dirty="0" smtClean="0"/>
              <a:t> </a:t>
            </a:r>
            <a:r>
              <a:rPr lang="en-US" sz="6000" dirty="0" err="1" smtClean="0"/>
              <a:t>paramporuḷē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garvamakaṫṫri</a:t>
            </a:r>
            <a:r>
              <a:rPr lang="en-US" sz="6000" dirty="0" smtClean="0"/>
              <a:t> </a:t>
            </a:r>
            <a:r>
              <a:rPr lang="en-US" sz="6000" dirty="0" err="1" smtClean="0"/>
              <a:t>aravaṇaippāyē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all-powerful, supreme Mother, free me from the grip of ego and gather me into your embrace!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poy</a:t>
            </a:r>
            <a:r>
              <a:rPr lang="en-US" sz="6000" dirty="0" smtClean="0"/>
              <a:t> </a:t>
            </a:r>
            <a:r>
              <a:rPr lang="en-US" sz="6000" dirty="0" err="1" smtClean="0"/>
              <a:t>kōpam</a:t>
            </a:r>
            <a:r>
              <a:rPr lang="en-US" sz="6000" dirty="0" smtClean="0"/>
              <a:t> </a:t>
            </a:r>
            <a:r>
              <a:rPr lang="en-US" sz="6000" dirty="0" err="1" smtClean="0"/>
              <a:t>koṇḍa</a:t>
            </a:r>
            <a:r>
              <a:rPr lang="en-US" sz="6000" dirty="0" smtClean="0"/>
              <a:t> </a:t>
            </a:r>
            <a:r>
              <a:rPr lang="en-US" sz="6000" dirty="0" err="1" smtClean="0"/>
              <a:t>pōtum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mey</a:t>
            </a:r>
            <a:r>
              <a:rPr lang="en-US" sz="6000" dirty="0" smtClean="0"/>
              <a:t> </a:t>
            </a:r>
            <a:r>
              <a:rPr lang="en-US" sz="6000" dirty="0" err="1" smtClean="0"/>
              <a:t>unnai</a:t>
            </a:r>
            <a:r>
              <a:rPr lang="en-US" sz="6000" dirty="0" smtClean="0"/>
              <a:t> </a:t>
            </a:r>
            <a:r>
              <a:rPr lang="en-US" sz="6000" dirty="0" err="1" smtClean="0"/>
              <a:t>nāḍivanta</a:t>
            </a:r>
            <a:r>
              <a:rPr lang="en-US" sz="6000" dirty="0" smtClean="0"/>
              <a:t> </a:t>
            </a:r>
            <a:r>
              <a:rPr lang="en-US" sz="6000" dirty="0" err="1" smtClean="0"/>
              <a:t>pōtum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Even if I pretend to be angry, complaining that you don’t look at me, in reality I seek you.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maiyal</a:t>
            </a:r>
            <a:r>
              <a:rPr lang="en-US" sz="6600" dirty="0" smtClean="0"/>
              <a:t> </a:t>
            </a:r>
            <a:r>
              <a:rPr lang="en-US" sz="6600" dirty="0" err="1" smtClean="0"/>
              <a:t>koṇḍāyē</a:t>
            </a:r>
            <a:r>
              <a:rPr lang="en-US" sz="6600" dirty="0" smtClean="0"/>
              <a:t> </a:t>
            </a:r>
            <a:r>
              <a:rPr lang="en-US" sz="6600" dirty="0" err="1" smtClean="0"/>
              <a:t>ennuḷḷam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taiyalāka</a:t>
            </a:r>
            <a:r>
              <a:rPr lang="en-US" sz="6600" dirty="0" smtClean="0"/>
              <a:t> </a:t>
            </a:r>
            <a:r>
              <a:rPr lang="en-US" sz="6600" dirty="0" err="1" smtClean="0"/>
              <a:t>piṇaiyumē</a:t>
            </a:r>
            <a:r>
              <a:rPr lang="en-US" sz="6600" dirty="0" smtClean="0"/>
              <a:t> </a:t>
            </a:r>
            <a:r>
              <a:rPr lang="en-US" sz="6600" dirty="0" err="1" smtClean="0"/>
              <a:t>ānandam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You </a:t>
            </a:r>
            <a:r>
              <a:rPr lang="en-US" sz="6000" dirty="0" smtClean="0">
                <a:solidFill>
                  <a:srgbClr val="FFFF00"/>
                </a:solidFill>
              </a:rPr>
              <a:t>have captured my heart, I remain bound to you in bliss.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muḷḷaittuvi</a:t>
            </a:r>
            <a:r>
              <a:rPr lang="en-US" sz="6000" dirty="0" smtClean="0"/>
              <a:t> </a:t>
            </a:r>
            <a:r>
              <a:rPr lang="en-US" sz="6000" dirty="0" err="1" smtClean="0"/>
              <a:t>tumbam</a:t>
            </a:r>
            <a:r>
              <a:rPr lang="en-US" sz="6000" dirty="0" smtClean="0"/>
              <a:t> </a:t>
            </a:r>
            <a:r>
              <a:rPr lang="en-US" sz="6000" dirty="0" err="1" smtClean="0"/>
              <a:t>vitaippēnō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mullaippū</a:t>
            </a:r>
            <a:r>
              <a:rPr lang="en-US" sz="6000" dirty="0" smtClean="0"/>
              <a:t> </a:t>
            </a:r>
            <a:r>
              <a:rPr lang="en-US" sz="6000" dirty="0" err="1" smtClean="0"/>
              <a:t>tūviyimbam</a:t>
            </a:r>
            <a:r>
              <a:rPr lang="en-US" sz="6000" dirty="0" smtClean="0"/>
              <a:t> </a:t>
            </a:r>
            <a:r>
              <a:rPr lang="en-US" sz="6000" dirty="0" err="1" smtClean="0"/>
              <a:t>peṙuvēnō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Will I scatter thorns of harshness and cause pain, or will I shower flowers of kindness and spread joy?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muḷ</a:t>
            </a:r>
            <a:r>
              <a:rPr lang="en-US" sz="6000" dirty="0" smtClean="0"/>
              <a:t> </a:t>
            </a:r>
            <a:r>
              <a:rPr lang="en-US" sz="6000" dirty="0" err="1" smtClean="0"/>
              <a:t>malar</a:t>
            </a:r>
            <a:r>
              <a:rPr lang="en-US" sz="6000" dirty="0" smtClean="0"/>
              <a:t> </a:t>
            </a:r>
            <a:r>
              <a:rPr lang="en-US" sz="6000" dirty="0" err="1" smtClean="0"/>
              <a:t>māyayāl</a:t>
            </a:r>
            <a:r>
              <a:rPr lang="en-US" sz="6000" dirty="0" smtClean="0"/>
              <a:t> </a:t>
            </a:r>
            <a:r>
              <a:rPr lang="en-US" sz="6000" dirty="0" err="1" smtClean="0"/>
              <a:t>uzhalvēnō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muḷ</a:t>
            </a:r>
            <a:r>
              <a:rPr lang="en-US" sz="6000" dirty="0" smtClean="0"/>
              <a:t> </a:t>
            </a:r>
            <a:r>
              <a:rPr lang="en-US" sz="6000" dirty="0" err="1" smtClean="0"/>
              <a:t>nīkki</a:t>
            </a:r>
            <a:r>
              <a:rPr lang="en-US" sz="6000" dirty="0" smtClean="0"/>
              <a:t> </a:t>
            </a:r>
            <a:r>
              <a:rPr lang="en-US" sz="6000" dirty="0" err="1" smtClean="0"/>
              <a:t>tāyaruḷ</a:t>
            </a:r>
            <a:r>
              <a:rPr lang="en-US" sz="6000" dirty="0" smtClean="0"/>
              <a:t> </a:t>
            </a:r>
            <a:r>
              <a:rPr lang="en-US" sz="6000" dirty="0" err="1" smtClean="0"/>
              <a:t>peṙuvēnō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Will </a:t>
            </a:r>
            <a:r>
              <a:rPr lang="en-US" sz="4400" dirty="0" smtClean="0">
                <a:solidFill>
                  <a:srgbClr val="FFFF00"/>
                </a:solidFill>
              </a:rPr>
              <a:t>I remain caught in the whirlpool of thorns and flowers? O Mother, will I be able to let go of the thorns and become worthy of your grace?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194</Words>
  <Application>Microsoft Office PowerPoint</Application>
  <PresentationFormat>On-screen Show (4:3)</PresentationFormat>
  <Paragraphs>25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imbakkuḷattil nīnta ānandamē</vt:lpstr>
      <vt:lpstr>imbakkuḷattil nīnta ānandamē  tumbakkuḍattil uzhala tuyaramē</vt:lpstr>
      <vt:lpstr>imbamō tumbamō tuḷinēramē – aruḷkaḍalē tumbasumaiyil nāḍum unpādamē</vt:lpstr>
      <vt:lpstr>sarvaśaktiyē paramporuḷē garvamakaṫṫri aravaṇaippāyē</vt:lpstr>
      <vt:lpstr>poy kōpam koṇḍa pōtum mey unnai nāḍivanta pōtum</vt:lpstr>
      <vt:lpstr>maiyal koṇḍāyē ennuḷḷam taiyalāka piṇaiyumē ānandam</vt:lpstr>
      <vt:lpstr>muḷḷaittuvi tumbam vitaippēnō mullaippū tūviyimbam peṙuvēnō</vt:lpstr>
      <vt:lpstr>muḷ malar māyayāl uzhalvēnō muḷ nīkki tāyaruḷ peṙuvēnō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323</cp:revision>
  <dcterms:created xsi:type="dcterms:W3CDTF">2006-08-16T00:00:00Z</dcterms:created>
  <dcterms:modified xsi:type="dcterms:W3CDTF">2025-05-07T18:07:25Z</dcterms:modified>
</cp:coreProperties>
</file>