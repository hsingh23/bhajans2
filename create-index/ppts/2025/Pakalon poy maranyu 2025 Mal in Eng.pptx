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B08A2-B3BA-40C8-A79C-C369A382BE5E}" type="datetimeFigureOut">
              <a:rPr lang="en-US" smtClean="0"/>
              <a:t>6/4/2025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D59F8-1FF7-47E5-9BEC-55798BED348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pakalōn pōy maṙaññu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pakalōn pōy maṙaññu – nabhassil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iruḷin ala ñoṙiññu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sun has set, and night is entering the sky.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000" smtClean="0">
                <a:solidFill>
                  <a:srgbClr val="FFFFFF"/>
                </a:solidFill>
                <a:latin typeface="Calibri"/>
              </a:rPr>
              <a:t>panimati-vadanande tirumukham kāṇāte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mizhiyiṇa kūmbi ninnu – rādha tan</a:t>
            </a:r>
            <a:br>
              <a:rPr lang="en-US" sz="5000" smtClean="0">
                <a:solidFill>
                  <a:srgbClr val="FFFFFF"/>
                </a:solidFill>
                <a:latin typeface="Calibri"/>
              </a:rPr>
            </a:br>
            <a:r>
              <a:rPr lang="en-US" sz="5000" smtClean="0">
                <a:solidFill>
                  <a:srgbClr val="FFFFFF"/>
                </a:solidFill>
                <a:latin typeface="Calibri"/>
              </a:rPr>
              <a:t>hṛdayavum vembi ninnu</a:t>
            </a:r>
            <a:endParaRPr lang="en-US" sz="5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Radha stands with downcast eyes, unable to behold the radiant, moon-like face of her Lord. She stands with a grieving heart.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vidhiyō karmamō viparītamāy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viḷayāḍunn-alivezhāte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Is it fate, or the fruit of my own deeds, that now turns against me?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vijanatayil nīṙi nīṙi en hṛdayamō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virahattin van citayāyi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kanal tiṅgum van citayāyi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In this desolate land, my heart—unable to bear the torment of separation—has become a vast pyre, glowing with the burning embers of loss.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kara-kaviññ-ozhukum nin smaraṇayil ulayunna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hṛdayam nī aṙiyillayō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Do you not see this heart, tossed in the overflowing memories of you?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arutē ī rādhaykku tāṅguvān kazhivillī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azhalinde nōvu tellum – ninnil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aliyātta nōvu tellum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Radha has no strength left to endure this sorrow, this heavy pain that refuses to melt.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143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pakalōn pōy maṙaññu</vt:lpstr>
      <vt:lpstr>pakalōn pōy maṙaññu – nabhassil iruḷin ala ñoṙiññu</vt:lpstr>
      <vt:lpstr>panimati-vadanande tirumukham kāṇāte mizhiyiṇa kūmbi ninnu – rādha tan hṛdayavum vembi ninnu</vt:lpstr>
      <vt:lpstr>vidhiyō karmamō viparītamāy viḷayāḍunn-alivezhāte</vt:lpstr>
      <vt:lpstr>vijanatayil nīṙi nīṙi en hṛdayamō virahattin van citayāyi kanal tiṅgum van citayāyi</vt:lpstr>
      <vt:lpstr>kara-kaviññ-ozhukum nin smaraṇayil ulayunna hṛdayam nī aṙiyillayō</vt:lpstr>
      <vt:lpstr>arutē ī rādhaykku tāṅguvān kazhivillī azhalinde nōvu tellum – ninnil aliyātta nōvu tellum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pakalōn pōy maṙaññu</dc:title>
  <dc:creator>Amrita</dc:creator>
  <cp:lastModifiedBy>Amrita</cp:lastModifiedBy>
  <cp:revision>1</cp:revision>
  <dcterms:created xsi:type="dcterms:W3CDTF">2025-06-04T12:38:43Z</dcterms:created>
  <dcterms:modified xsi:type="dcterms:W3CDTF">2025-06-04T12:39:50Z</dcterms:modified>
</cp:coreProperties>
</file>