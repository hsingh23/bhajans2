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AC57-E1AF-4BC9-A978-38D555F7182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D794-33F6-41C4-B499-EFB98B47EF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AC57-E1AF-4BC9-A978-38D555F7182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D794-33F6-41C4-B499-EFB98B47EF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AC57-E1AF-4BC9-A978-38D555F7182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D794-33F6-41C4-B499-EFB98B47EF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AC57-E1AF-4BC9-A978-38D555F7182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D794-33F6-41C4-B499-EFB98B47EF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AC57-E1AF-4BC9-A978-38D555F7182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D794-33F6-41C4-B499-EFB98B47EF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AC57-E1AF-4BC9-A978-38D555F7182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D794-33F6-41C4-B499-EFB98B47EF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AC57-E1AF-4BC9-A978-38D555F7182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D794-33F6-41C4-B499-EFB98B47EF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AC57-E1AF-4BC9-A978-38D555F7182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D794-33F6-41C4-B499-EFB98B47EF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AC57-E1AF-4BC9-A978-38D555F7182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D794-33F6-41C4-B499-EFB98B47EF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AC57-E1AF-4BC9-A978-38D555F7182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D794-33F6-41C4-B499-EFB98B47EF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AC57-E1AF-4BC9-A978-38D555F7182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D794-33F6-41C4-B499-EFB98B47EF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0AC57-E1AF-4BC9-A978-38D555F7182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5D794-33F6-41C4-B499-EFB98B47EF0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ananta-varṇini ānanda-pūraṇi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ananta-varṇini ānanda-pūraṇi 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ananta mukhamuḷḷa anantane pōl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O Devi, blissful and praised in countless ways, if you become my mind, O Eternal One,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ananta-gānaṅgaḷ arppikkām ninakkāy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anaśvarē nī en manamāy tīrukil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will offer you countless songs, boundless as Ananta, the thousand-headed serpent on which Vishnu rests.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śakti-pradāyini śakti-rūpē ennil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śaṅkiyāt-onnu śayikkum ennākilō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Embodiment and Source of strength, if you would dwell in me,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śakti-svarūpē nin śaktiyāl āśa tan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śākhakaḷ niścayam naśiccu pōyēne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with your strength, the roots of desire in me will be uprooted.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śata-kōṭi brahmāṇḍa pūrakē nī ennil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svanamāy vannu layiccīḍum eṅkilo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If you, who creates innumerable worlds, merge into me as the divine notes of music,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sapta-svaraṅgaḷāl nin svana-yuktamāy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stutikaḷ āyiram nirgatam āyēnē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then a thousand hymns of praise will arise from me as the seven notes blend with your voice.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niyati tan nigūḍha niyōgattāl nistulē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nī en svaramāy māṙumō?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By fate’s mysterious ways: peerless Nistula, be my voice;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niścalē nī en manamāy tīrumō?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nirmalē nī en tanuvil layikkumō?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tranquil Nischala, be my mind; pure Nirmala, be my body.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nī en tanuvāy nī en manamāy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nī ennil svanamāy teḷiññīḍukil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If you become my body, my mind, and my voice,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 stuti-gānaṅgaḷ anavadhi ninnil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ozhuki ozhuki layiccēnē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then many hymns in your glory will be born, flow, and be offered back to you.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ammē, ozhuki ozhuki layiccēne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 they will flow and be offered back to 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ananta-varṇini ānanda-pūraṇi </vt:lpstr>
      <vt:lpstr>ananta-varṇini ānanda-pūraṇi  ananta mukhamuḷḷa anantane pōl</vt:lpstr>
      <vt:lpstr>ananta-gānaṅgaḷ arppikkām ninakkāy anaśvarē nī en manamāy tīrukil</vt:lpstr>
      <vt:lpstr>śakti-pradāyini śakti-rūpē ennil śaṅkiyāt-onnu śayikkum ennākilō</vt:lpstr>
      <vt:lpstr>śakti-svarūpē nin śaktiyāl āśa tan śākhakaḷ niścayam naśiccu pōyēne</vt:lpstr>
      <vt:lpstr>śata-kōṭi brahmāṇḍa pūrakē nī ennil svanamāy vannu layiccīḍum eṅkilo</vt:lpstr>
      <vt:lpstr>sapta-svaraṅgaḷāl nin svana-yuktamāy stutikaḷ āyiram nirgatam āyēnē</vt:lpstr>
      <vt:lpstr>niyati tan nigūḍha niyōgattāl nistulē nī en svaramāy māṙumō? </vt:lpstr>
      <vt:lpstr>niścalē nī en manamāy tīrumō? nirmalē nī en tanuvil layikkumō? </vt:lpstr>
      <vt:lpstr>nī en tanuvāy nī en manamāy nī ennil svanamāy teḷiññīḍukil</vt:lpstr>
      <vt:lpstr>nin stuti-gānaṅgaḷ anavadhi ninnil ozhuki ozhuki layiccēnē</vt:lpstr>
      <vt:lpstr>ammē, ozhuki ozhuki layiccēne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ananta-varṇini ānanda-pūraṇi </dc:title>
  <dc:creator>Amrita</dc:creator>
  <cp:lastModifiedBy>Amrita</cp:lastModifiedBy>
  <cp:revision>1</cp:revision>
  <dcterms:created xsi:type="dcterms:W3CDTF">2025-09-17T15:44:19Z</dcterms:created>
  <dcterms:modified xsi:type="dcterms:W3CDTF">2025-09-17T15:44:43Z</dcterms:modified>
</cp:coreProperties>
</file>