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A0V5H8BFOAvlgGPrDGHhcxRme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kāṇān kotikkayāṇ-uḷḷam </a:t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b="0" i="0" sz="8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kāṇān kotikkayāṇ-uḷḷam – ammē</a:t>
            </a:r>
            <a:br>
              <a:rPr lang="en-US" sz="6600"/>
            </a:br>
            <a:r>
              <a:rPr lang="en-US" sz="6600"/>
              <a:t>kāttu ninnīḍumō kālam</a:t>
            </a:r>
            <a:endParaRPr sz="6600"/>
          </a:p>
        </p:txBody>
      </p:sp>
      <p:sp>
        <p:nvSpPr>
          <p:cNvPr id="26" name="Google Shape;26;p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Mother, my soul aches for a glimpse of you… Will time not pause and wait?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kātōram ettunnat-uṇḍō – en</a:t>
            </a:r>
            <a:br>
              <a:rPr lang="en-US" sz="6600"/>
            </a:br>
            <a:r>
              <a:rPr lang="en-US" sz="6600"/>
              <a:t>kātara-chitta vilāpam</a:t>
            </a:r>
            <a:endParaRPr sz="6600"/>
          </a:p>
        </p:txBody>
      </p:sp>
      <p:sp>
        <p:nvSpPr>
          <p:cNvPr id="33" name="Google Shape;33;p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Does the silent cry of my grieving heart reach your ears?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maṇtōṇi māññiḍum munbē - mātṛtīram aṇaññiḍān-āmō?</a:t>
            </a:r>
            <a:endParaRPr sz="6600"/>
          </a:p>
        </p:txBody>
      </p:sp>
      <p:sp>
        <p:nvSpPr>
          <p:cNvPr id="40" name="Google Shape;40;p4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Before this clay boat </a:t>
            </a:r>
            <a:r>
              <a:rPr lang="en-US" sz="6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dissolves</a:t>
            </a: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 will it reach the divine mother's shore?</a:t>
            </a:r>
            <a:endParaRPr b="0" i="0" sz="6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ālamba-tantuvāy onnē – prāṇa</a:t>
            </a:r>
            <a:br>
              <a:rPr lang="en-US" sz="6600"/>
            </a:br>
            <a:r>
              <a:rPr lang="en-US" sz="6600"/>
              <a:t>tantriyil prēma-saṅgītam</a:t>
            </a:r>
            <a:endParaRPr sz="6600"/>
          </a:p>
        </p:txBody>
      </p:sp>
      <p:sp>
        <p:nvSpPr>
          <p:cNvPr id="47" name="Google Shape;47;p5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Its only thread of support is this song of love, strung upon my very breath.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paṅkiḍāten snēham ellām – ennum - nin nērkk-ozhukukayāṇ-ammē</a:t>
            </a:r>
            <a:endParaRPr sz="6000"/>
          </a:p>
        </p:txBody>
      </p:sp>
      <p:sp>
        <p:nvSpPr>
          <p:cNvPr id="54" name="Google Shape;54;p6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Mother, I pour out my love to you completely—not a drop do I spare for another.</a:t>
            </a:r>
            <a:endParaRPr b="0" i="0" sz="6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eṅkilum nī enikk-ēkum – prēma - bhikṣakku tulyamat-uṇḍō?</a:t>
            </a:r>
            <a:endParaRPr/>
          </a:p>
        </p:txBody>
      </p:sp>
      <p:sp>
        <p:nvSpPr>
          <p:cNvPr id="61" name="Google Shape;61;p7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Yet can all I offer compare to even the smallest trace of your divine love, given to me as mere alms?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tulyamāyīḍaṇam snēham – tammil</a:t>
            </a:r>
            <a:br>
              <a:rPr lang="en-US" sz="6600"/>
            </a:br>
            <a:r>
              <a:rPr lang="en-US" sz="6600"/>
              <a:t>ennumē prēma-svarūpē</a:t>
            </a:r>
            <a:endParaRPr sz="6600"/>
          </a:p>
        </p:txBody>
      </p:sp>
      <p:sp>
        <p:nvSpPr>
          <p:cNvPr id="68" name="Google Shape;68;p8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May the love we share remain ever equal,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embodiment of love.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alleṅkil valyapaṅk-ennum – ammē</a:t>
            </a:r>
            <a:br>
              <a:rPr lang="en-US" sz="6600"/>
            </a:br>
            <a:r>
              <a:rPr lang="en-US" sz="6600"/>
              <a:t>ninnōḍ-enikkāyiḍēṇam</a:t>
            </a:r>
            <a:endParaRPr sz="6600"/>
          </a:p>
        </p:txBody>
      </p:sp>
      <p:sp>
        <p:nvSpPr>
          <p:cNvPr id="75" name="Google Shape;75;p9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But, Mother, if one must receive more, let my love for you be the greater.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kalppāntakālam varēkkum – ennil katti nilkkēṇam ī prēmam</a:t>
            </a:r>
            <a:endParaRPr sz="6600"/>
          </a:p>
        </p:txBody>
      </p:sp>
      <p:sp>
        <p:nvSpPr>
          <p:cNvPr id="82" name="Google Shape;82;p10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Let this flame of love stay ablaze within me till the end of time.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7200"/>
              <a:t>alleṅkil ājvāla pulki – ñānum</a:t>
            </a:r>
            <a:br>
              <a:rPr lang="en-US" sz="7200"/>
            </a:br>
            <a:r>
              <a:rPr lang="en-US" sz="7200"/>
              <a:t>prēma-svarūpi ākēṇam</a:t>
            </a:r>
            <a:endParaRPr sz="7200"/>
          </a:p>
        </p:txBody>
      </p:sp>
      <p:sp>
        <p:nvSpPr>
          <p:cNvPr id="89" name="Google Shape;89;p1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Else, may I merge into that very flame and become the very embodiment of Love!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amritam</dc:creator>
</cp:coreProperties>
</file>