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2" r:id="rId10"/>
    <p:sldId id="263" r:id="rId11"/>
    <p:sldId id="264" r:id="rId12"/>
    <p:sldId id="273" r:id="rId13"/>
    <p:sldId id="265" r:id="rId14"/>
    <p:sldId id="266" r:id="rId15"/>
    <p:sldId id="274" r:id="rId16"/>
    <p:sldId id="267" r:id="rId17"/>
    <p:sldId id="268" r:id="rId18"/>
    <p:sldId id="275" r:id="rId19"/>
    <p:sldId id="269" r:id="rId20"/>
    <p:sldId id="270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E830-7FFF-4DBE-AFB3-82ABEC125B5B}" type="datetimeFigureOut">
              <a:rPr lang="en-US" smtClean="0"/>
              <a:pPr/>
              <a:t>30-Aug-2025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4B51D-3594-4B31-A017-167569B8D6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vannīḍum ennallī colli kaṇṇan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nāḷukaḷ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ēṙe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kozhiññuvallō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nāḷīka-nētran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varāttat-entē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So many days have passed, why has the lotus-eyed one not come back?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maññattukil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nīrtti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vaykkum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tiṇṇayil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ēṙe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nōkki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nilkkum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Each day, I lay out his yellow raiment, ready for him to wear. I wait for long on the verandah, eyes fixed on the path,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uṇṇi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varunnatum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kāttu-kāttu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maṇṇu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tinnōruṇṇi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vannatilla</a:t>
            </a:r>
            <a:endParaRPr lang="en-US" sz="6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hoping for a glimpse of him, my child, returning home. The one who ate mud with innocent mischief, my Krishna, has not yet returned to me.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ōṇavil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200" dirty="0" smtClean="0">
                <a:solidFill>
                  <a:srgbClr val="FFFFFF"/>
                </a:solidFill>
                <a:latin typeface="Calibri"/>
              </a:rPr>
            </a:b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orukki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vaykkum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200" dirty="0" smtClean="0">
                <a:solidFill>
                  <a:srgbClr val="FFFFFF"/>
                </a:solidFill>
                <a:latin typeface="Calibri"/>
              </a:rPr>
            </a:b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ōmana-kaṇṇanu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nalkiḍānāy</a:t>
            </a:r>
            <a:endParaRPr lang="en-US" sz="6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Every day, I keep the ceremonial bow ready—a gift for my darling Krishna,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ōḍi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aṇaññavan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pulkiḍumbōḷ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200" dirty="0" smtClean="0">
                <a:solidFill>
                  <a:srgbClr val="FFFFFF"/>
                </a:solidFill>
                <a:latin typeface="Calibri"/>
              </a:rPr>
            </a:b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ōmana-muttaṅgaḷ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200" dirty="0" smtClean="0">
                <a:solidFill>
                  <a:srgbClr val="FFFFFF"/>
                </a:solidFill>
                <a:latin typeface="Calibri"/>
              </a:rPr>
            </a:b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ēṙe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nalkum</a:t>
            </a:r>
            <a:endParaRPr lang="en-US" sz="6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he comes running into my arms I will shower him with tender kisses.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veṇṇa-kalaṅgaḷ</a:t>
            </a:r>
            <a:r>
              <a:rPr lang="en-US" sz="63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niṙaccu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vaykkum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300" dirty="0" smtClean="0">
                <a:solidFill>
                  <a:srgbClr val="FFFFFF"/>
                </a:solidFill>
                <a:latin typeface="Calibri"/>
              </a:rPr>
            </a:b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uṇṇuvān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uṇṇi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varāttat-entē</a:t>
            </a:r>
            <a:endParaRPr lang="en-US" sz="63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I’ve filled the pots with butter, sweet and fresh, waiting for him to feast as he once did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veṇṇayōḍuḷḷa priyam veḍiññō?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ennu varum nī en uṇṇikkaṇṇā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. Has my little one lost his love for butter? My dearest Krishna, my beloved child—When will you return to me?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kōlakkuzhal ninde ōmal allē?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kālikkōlum ninakk-iṣṭam allē? 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Your flute is beloved to you, and your herding stick is dear to you. Don’t you long to wander once more through the forest, herding the cows?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kāli-mēccīḍuvān pōyiḍēṇḍē?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kālam kaḷayāte nī varillē?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Why do you delay, my Krishna? What great matters keep you away? But I am your mother — and I know you will return to me.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entāmō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varāttat-innum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entuṇḍ-avan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aviḍe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ēṙe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ceyyān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Why indeed has little Kannan still not come? What keeps him there for so long?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etrayāyālum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ammayallē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etrayum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vēgam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aṇayum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avan</a:t>
            </a:r>
            <a:endParaRPr lang="en-US" sz="6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dirty="0" smtClean="0">
                <a:solidFill>
                  <a:srgbClr val="FFFF00"/>
                </a:solidFill>
                <a:latin typeface="Calibri"/>
              </a:rPr>
              <a:t>After all, am I not his mother, and my son will return to my side </a:t>
            </a:r>
            <a:r>
              <a:rPr lang="en-US" sz="5900" smtClean="0">
                <a:solidFill>
                  <a:srgbClr val="FFFF00"/>
                </a:solidFill>
                <a:latin typeface="Calibri"/>
              </a:rPr>
              <a:t>as soon as </a:t>
            </a:r>
            <a:r>
              <a:rPr lang="en-US" sz="5900" dirty="0" smtClean="0">
                <a:solidFill>
                  <a:srgbClr val="FFFF00"/>
                </a:solidFill>
                <a:latin typeface="Calibri"/>
              </a:rPr>
              <a:t>possible.</a:t>
            </a:r>
            <a:endParaRPr lang="en-US" sz="59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ammaykku nalkukill-allal avan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aṅgu dūrēykk-avan pōkukilla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would never bring sorrow to his mother, nor would he go far away, leaving me behind.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atraykku krūran allende kaṇṇan 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atra-mēl ende ponnuṇṇi avan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My Krishna is not so cruel. He is so very dear to me, and I, to him, am just as beloved.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vannīḍum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ennallī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colli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mathuraykku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pōya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nēram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Krishna left for Mathura, he said he would return to Vrindavan.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nāḷukaḷ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ēṙe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kozhiññuvallō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nāḷīka-nētran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varāttat-entē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So many days have passed, why has the lotus-eyed one not come back?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476</Words>
  <Application>Microsoft Office PowerPoint</Application>
  <PresentationFormat>On-screen Show (4:3)</PresentationFormat>
  <Paragraphs>45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vannīḍum ennallī colli kaṇṇan</vt:lpstr>
      <vt:lpstr>vannīḍum ennallī colli  kaṇṇan annu mathuraykku pōya nēram</vt:lpstr>
      <vt:lpstr>nāḷukaḷ ēṙe kozhiññuvallō nāḷīka-nētran  varāttat-entē? </vt:lpstr>
      <vt:lpstr>maññattukil ennum  nīrtti vaykkum tiṇṇayil ēṙe ñān nōkki nilkkum</vt:lpstr>
      <vt:lpstr>uṇṇi varunnatum  kāttu-kāttu maṇṇu tinnōruṇṇi vannatilla</vt:lpstr>
      <vt:lpstr>vannīḍum ennallī colli  kaṇṇan annu mathuraykku pōya nēram</vt:lpstr>
      <vt:lpstr>ōṇavil ennum  orukki vaykkum ōmana-kaṇṇanu nalkiḍānāy</vt:lpstr>
      <vt:lpstr>ōḍi aṇaññavan pulkiḍumbōḷ ōmana-muttaṅgaḷ  ēṙe nalkum</vt:lpstr>
      <vt:lpstr>vannīḍum ennallī colli  kaṇṇan annu mathuraykku pōya nēram</vt:lpstr>
      <vt:lpstr>veṇṇa-kalaṅgaḷ  niṙaccu vaykkum uṇṇuvān uṇṇi varāttat-entē</vt:lpstr>
      <vt:lpstr>veṇṇayōḍuḷḷa priyam veḍiññō? ennu varum nī en uṇṇikkaṇṇā</vt:lpstr>
      <vt:lpstr>vannīḍum ennallī colli  kaṇṇan annu mathuraykku pōya nēram</vt:lpstr>
      <vt:lpstr>kōlakkuzhal ninde ōmal allē? kālikkōlum ninakk-iṣṭam allē? </vt:lpstr>
      <vt:lpstr>kāli-mēccīḍuvān pōyiḍēṇḍē? kālam kaḷayāte nī varillē? </vt:lpstr>
      <vt:lpstr>vannīḍum ennallī colli  kaṇṇan annu mathuraykku pōya nēram</vt:lpstr>
      <vt:lpstr>entāmō kaṇṇan  varāttat-innum entuṇḍ-avan aviḍe ēṙe ceyyān? </vt:lpstr>
      <vt:lpstr>etrayāyālum ñān ammayallē etrayum vēgam  aṇayum avan</vt:lpstr>
      <vt:lpstr>vannīḍum ennallī colli  kaṇṇan annu mathuraykku pōya nēram</vt:lpstr>
      <vt:lpstr>ammaykku nalkukill-allal avan aṅgu dūrēykk-avan pōkukilla</vt:lpstr>
      <vt:lpstr>atraykku krūran allende kaṇṇan  atra-mēl ende ponnuṇṇi avan</vt:lpstr>
      <vt:lpstr>vannīḍum ennallī colli  kaṇṇan annu mathuraykku pōya nēram</vt:lpstr>
      <vt:lpstr>nāḷukaḷ ēṙe kozhiññuvallō nāḷīka-nētran  varāttat-entē?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vannīḍum ennallī colli kaṇṇan</dc:title>
  <dc:creator>Amrita</dc:creator>
  <cp:lastModifiedBy>AMMA</cp:lastModifiedBy>
  <cp:revision>5</cp:revision>
  <dcterms:created xsi:type="dcterms:W3CDTF">2025-06-24T06:30:19Z</dcterms:created>
  <dcterms:modified xsi:type="dcterms:W3CDTF">2025-08-30T14:35:30Z</dcterms:modified>
</cp:coreProperties>
</file>