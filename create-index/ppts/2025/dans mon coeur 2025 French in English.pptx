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E0BA1-5926-4B4F-BCD3-D7B0DF96F85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D67BC-2DD0-47F1-869A-3F8CAD1078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dans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>
                <a:solidFill>
                  <a:schemeClr val="bg1"/>
                </a:solidFill>
              </a:rPr>
              <a:t>mon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en-US" sz="6600" dirty="0" err="1" smtClean="0">
                <a:solidFill>
                  <a:schemeClr val="bg1"/>
                </a:solidFill>
              </a:rPr>
              <a:t>coeur</a:t>
            </a:r>
            <a:r>
              <a:rPr lang="en-US" sz="6600" smtClean="0">
                <a:solidFill>
                  <a:schemeClr val="bg1"/>
                </a:solidFill>
              </a:rPr>
              <a:t> </a:t>
            </a:r>
            <a:br>
              <a:rPr lang="en-US" sz="6600" smtClean="0">
                <a:solidFill>
                  <a:schemeClr val="bg1"/>
                </a:solidFill>
              </a:rPr>
            </a:br>
            <a:r>
              <a:rPr lang="en-US" sz="6600" smtClean="0">
                <a:solidFill>
                  <a:schemeClr val="bg1"/>
                </a:solidFill>
              </a:rPr>
              <a:t>- </a:t>
            </a:r>
            <a:r>
              <a:rPr lang="vi-VN" sz="6600" dirty="0" smtClean="0">
                <a:solidFill>
                  <a:schemeClr val="bg1"/>
                </a:solidFill>
                <a:latin typeface="Calibri"/>
              </a:rPr>
              <a:t>ma fille chérie </a:t>
            </a:r>
            <a:endParaRPr lang="en-US" sz="66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4800" smtClean="0">
                <a:solidFill>
                  <a:srgbClr val="FFFFFF"/>
                </a:solidFill>
                <a:latin typeface="Calibri"/>
              </a:rPr>
              <a:t>dans mon coeur, tu murmures</a:t>
            </a:r>
            <a:br>
              <a:rPr lang="fr-FR" sz="4800" smtClean="0">
                <a:solidFill>
                  <a:srgbClr val="FFFFFF"/>
                </a:solidFill>
                <a:latin typeface="Calibri"/>
              </a:rPr>
            </a:br>
            <a:r>
              <a:rPr lang="fr-FR" sz="4800" smtClean="0">
                <a:solidFill>
                  <a:srgbClr val="FFFFFF"/>
                </a:solidFill>
                <a:latin typeface="Calibri"/>
              </a:rPr>
              <a:t>le secret de ma vraie nature </a:t>
            </a:r>
            <a:br>
              <a:rPr lang="fr-FR" sz="4800" smtClean="0">
                <a:solidFill>
                  <a:srgbClr val="FFFFFF"/>
                </a:solidFill>
                <a:latin typeface="Calibri"/>
              </a:rPr>
            </a:br>
            <a:r>
              <a:rPr lang="fr-FR" sz="4800" smtClean="0">
                <a:solidFill>
                  <a:srgbClr val="FFFFFF"/>
                </a:solidFill>
                <a:latin typeface="Calibri"/>
              </a:rPr>
              <a:t>passent les peines, passent les joies </a:t>
            </a:r>
            <a:br>
              <a:rPr lang="fr-FR" sz="4800" smtClean="0">
                <a:solidFill>
                  <a:srgbClr val="FFFFFF"/>
                </a:solidFill>
                <a:latin typeface="Calibri"/>
              </a:rPr>
            </a:br>
            <a:r>
              <a:rPr lang="fr-FR" sz="4800" smtClean="0">
                <a:solidFill>
                  <a:srgbClr val="FFFFFF"/>
                </a:solidFill>
                <a:latin typeface="Calibri"/>
              </a:rPr>
              <a:t>ô mon amma, tu es là pour moi 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In my heart, you whisper the secret of my true nature.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Sorrows pass, and joys pass, O my Amma, you are there for me.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ma fille chérie, ma fille chérie 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amma, ton sourire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éveille la flamme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de ces mots dans mon âme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darling daughter, my darling daughter… Amma, your smile ignites the flame of these words in my soul.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45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fr-FR" sz="4500" smtClean="0">
                <a:solidFill>
                  <a:srgbClr val="FFFFFF"/>
                </a:solidFill>
                <a:latin typeface="Calibri"/>
              </a:rPr>
            </a:br>
            <a:r>
              <a:rPr lang="fr-FR" sz="4500" smtClean="0">
                <a:solidFill>
                  <a:srgbClr val="FFFFFF"/>
                </a:solidFill>
                <a:latin typeface="Calibri"/>
              </a:rPr>
              <a:t>dans tes bras, je m’abandonne</a:t>
            </a:r>
            <a:br>
              <a:rPr lang="fr-FR" sz="4500" smtClean="0">
                <a:solidFill>
                  <a:srgbClr val="FFFFFF"/>
                </a:solidFill>
                <a:latin typeface="Calibri"/>
              </a:rPr>
            </a:br>
            <a:r>
              <a:rPr lang="fr-FR" sz="4500" smtClean="0">
                <a:solidFill>
                  <a:srgbClr val="FFFFFF"/>
                </a:solidFill>
                <a:latin typeface="Calibri"/>
              </a:rPr>
              <a:t>je ne suis ni quelqu’un ni personne </a:t>
            </a:r>
            <a:br>
              <a:rPr lang="fr-FR" sz="4500" smtClean="0">
                <a:solidFill>
                  <a:srgbClr val="FFFFFF"/>
                </a:solidFill>
                <a:latin typeface="Calibri"/>
              </a:rPr>
            </a:br>
            <a:r>
              <a:rPr lang="fr-FR" sz="4500" smtClean="0">
                <a:solidFill>
                  <a:srgbClr val="FFFFFF"/>
                </a:solidFill>
                <a:latin typeface="Calibri"/>
              </a:rPr>
              <a:t>passent les jours, passent les nuits </a:t>
            </a:r>
            <a:br>
              <a:rPr lang="fr-FR" sz="4500" smtClean="0">
                <a:solidFill>
                  <a:srgbClr val="FFFFFF"/>
                </a:solidFill>
                <a:latin typeface="Calibri"/>
              </a:rPr>
            </a:br>
            <a:r>
              <a:rPr lang="fr-FR" sz="4500" smtClean="0">
                <a:solidFill>
                  <a:srgbClr val="FFFFFF"/>
                </a:solidFill>
                <a:latin typeface="Calibri"/>
              </a:rPr>
              <a:t>ô mon amma, veille sur moi 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Into your arms I surrender, I am neither someone nor no one. Days pass, and nights pass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O my Amma, look upon me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4700" smtClean="0">
                <a:solidFill>
                  <a:srgbClr val="FFFFFF"/>
                </a:solidFill>
                <a:latin typeface="Calibri"/>
              </a:rPr>
              <a:t>plus de moi, plus de mien</a:t>
            </a:r>
            <a:br>
              <a:rPr lang="fr-FR" sz="4700" smtClean="0">
                <a:solidFill>
                  <a:srgbClr val="FFFFFF"/>
                </a:solidFill>
                <a:latin typeface="Calibri"/>
              </a:rPr>
            </a:br>
            <a:r>
              <a:rPr lang="fr-FR" sz="4700" smtClean="0">
                <a:solidFill>
                  <a:srgbClr val="FFFFFF"/>
                </a:solidFill>
                <a:latin typeface="Calibri"/>
              </a:rPr>
              <a:t>un seul jeu, celui du divin</a:t>
            </a:r>
            <a:br>
              <a:rPr lang="fr-FR" sz="4700" smtClean="0">
                <a:solidFill>
                  <a:srgbClr val="FFFFFF"/>
                </a:solidFill>
                <a:latin typeface="Calibri"/>
              </a:rPr>
            </a:br>
            <a:r>
              <a:rPr lang="fr-FR" sz="4700" smtClean="0">
                <a:solidFill>
                  <a:srgbClr val="FFFFFF"/>
                </a:solidFill>
                <a:latin typeface="Calibri"/>
              </a:rPr>
              <a:t>passent les doutes, passent les peurs </a:t>
            </a:r>
            <a:br>
              <a:rPr lang="fr-FR" sz="4700" smtClean="0">
                <a:solidFill>
                  <a:srgbClr val="FFFFFF"/>
                </a:solidFill>
                <a:latin typeface="Calibri"/>
              </a:rPr>
            </a:br>
            <a:r>
              <a:rPr lang="fr-FR" sz="4700" smtClean="0">
                <a:solidFill>
                  <a:srgbClr val="FFFFFF"/>
                </a:solidFill>
                <a:latin typeface="Calibri"/>
              </a:rPr>
              <a:t>ô mon amma, libère moi 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No more of "me," no more of "mine." Only one play, that of the divine. Doubts pass, and fears pass—O my Amma, set me free.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dans mon coeur  - ma fille chérie </vt:lpstr>
      <vt:lpstr>dans mon coeur, tu murmures le secret de ma vraie nature  passent les peines, passent les joies  ô mon amma, tu es là pour moi </vt:lpstr>
      <vt:lpstr>ma fille chérie, ma fille chérie  amma, ton sourire éveille la flamme de ces mots dans mon âme</vt:lpstr>
      <vt:lpstr>  dans tes bras, je m’abandonne je ne suis ni quelqu’un ni personne  passent les jours, passent les nuits  ô mon amma, veille sur moi </vt:lpstr>
      <vt:lpstr>plus de moi, plus de mien un seul jeu, celui du divin passent les doutes, passent les peurs  ô mon amma, libère moi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fille chérie</dc:title>
  <dc:creator>Amrita</dc:creator>
  <cp:lastModifiedBy>Amrita</cp:lastModifiedBy>
  <cp:revision>2</cp:revision>
  <dcterms:created xsi:type="dcterms:W3CDTF">2025-08-16T05:51:26Z</dcterms:created>
  <dcterms:modified xsi:type="dcterms:W3CDTF">2025-08-16T05:53:27Z</dcterms:modified>
</cp:coreProperties>
</file>