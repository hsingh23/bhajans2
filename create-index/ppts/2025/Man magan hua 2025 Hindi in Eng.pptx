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F737D-9D1B-47CD-B4D0-C5295F9DC44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ECDCC-4AF2-48D6-9EEB-B12D885DC87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 magan huā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man magan huā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tērē prēm meiṅ tērē prēm meiṅ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ban saghan huā 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ras-prēm meiṅ ras-prēm meiṅ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mind is immersed in your divine love. Your love made my garden of devotion grow even denser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nainōṅ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se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bahatī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snēha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dhārā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aur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bahā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calī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Waves of compassion emanating from your eyes drew me closer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ab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śikvā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kōī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śikāyat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kōī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no complaints, no grievances in life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barkhā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bhigā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gaī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shower of love has soaked me completely.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apnī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smtClean="0">
                <a:solidFill>
                  <a:srgbClr val="FFFFFF"/>
                </a:solidFill>
                <a:latin typeface="Calibri"/>
              </a:rPr>
              <a:t>gōdī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rakhnē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me rest my head in your lap;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apnē āñcal meiṅ mujhko chupā lē tū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hide me in your embrace,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man magan huā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tērē prēm meiṅ tērē prēm meiṅ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ban saghan huā 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ras-prēm meiṅ ras-prēm meiṅ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mind is immersed in your divine love. Your love made my garden of devotion grow even denser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 meiṅ khōyā huā thā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satya sē maiṅ añjān thā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Ensnared by maya, I was oblivious to the eternal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nainōṅ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darpaṇ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jhāṅkā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4800" dirty="0" smtClean="0">
                <a:solidFill>
                  <a:srgbClr val="FFFFFF"/>
                </a:solidFill>
                <a:latin typeface="Calibri"/>
              </a:rPr>
            </a:b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jānā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hī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sab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basī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hai</a:t>
            </a:r>
            <a:endParaRPr lang="en-US" sz="4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gazing into your eyes, I recognized that you are the essence of all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rāga-dvēṣ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bhāvanāēṅ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nā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rahīṅ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mērī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lau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tērī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jyoti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ram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gaī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am now free from attachment and aversion. My flame has merged into your 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sab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sukhōṅ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kā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 </a:t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basērā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basērā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mērē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jīvan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kā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 </a:t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savērā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savērā</a:t>
            </a:r>
            <a:endParaRPr lang="en-US" sz="57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dwelling place of all joy—you are the dawn of my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man magan huā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tērē prēm meiṅ tērē prēm meiṅ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ban saghan huā 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ras-prēm meiṅ ras-prēm meiṅ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mind is immersed in your divine love. Your love made my garden of devotion grow even denser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ab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dūr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mujhsē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hōnā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tērē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chāṅv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meiṅ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hī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rakh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lēnā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don't keep me away from you. Nurture me always in your shade.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he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amṛtē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amṛt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banā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mujhē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ānand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ānand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banā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mujhē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 of immortality, lead me to immortality. O blissful One, make me blissful too.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269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man magan huā</vt:lpstr>
      <vt:lpstr>man magan huā tērē prēm meiṅ tērē prēm meiṅ ban saghan huā  ras-prēm meiṅ ras-prēm meiṅ</vt:lpstr>
      <vt:lpstr>tērē nainōṅ se bahatī snēha kī dhārā  tērī aur bahā lē calī</vt:lpstr>
      <vt:lpstr>ab na śikvā kōī  na śikāyat kōī</vt:lpstr>
      <vt:lpstr>tērē prēm kī barkhā  bhigā lē gaī</vt:lpstr>
      <vt:lpstr>apnī gōdī meiṅ  sar rakhnē dē mā</vt:lpstr>
      <vt:lpstr>apnē āñcal meiṅ mujhko chupā lē tū mā</vt:lpstr>
      <vt:lpstr>man magan huā tērē prēm meiṅ tērē prēm meiṅ ban saghan huā  ras-prēm meiṅ ras-prēm meiṅ</vt:lpstr>
      <vt:lpstr>māyā meiṅ khōyā huā thā satya sē maiṅ añjān thā</vt:lpstr>
      <vt:lpstr>tērē nainōṅ kē darpaṇ meiṅ jhāṅkā jānā tū hī tū sab meiṅ basī hai</vt:lpstr>
      <vt:lpstr>rāga-dvēṣ bhāvanāēṅ nā rahīṅ mērī lau tērī jyoti meiṅ ram gaī</vt:lpstr>
      <vt:lpstr>sab sukhōṅ kā   basērā tū basērā mērē jīvan kā   savērā tū savērā</vt:lpstr>
      <vt:lpstr>man magan huā tērē prēm meiṅ tērē prēm meiṅ ban saghan huā  ras-prēm meiṅ ras-prēm meiṅ</vt:lpstr>
      <vt:lpstr>ab dūr mujhsē na hōnā tērē chāṅv meiṅ hī rakh lēnā</vt:lpstr>
      <vt:lpstr>he amṛtē mā amṛt  banā dē mujhē  tū ānand hai ānand  banā dē mujhē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 magan huā</dc:title>
  <dc:creator>Amrita</dc:creator>
  <cp:lastModifiedBy>Amrita</cp:lastModifiedBy>
  <cp:revision>4</cp:revision>
  <dcterms:created xsi:type="dcterms:W3CDTF">2025-06-04T13:00:38Z</dcterms:created>
  <dcterms:modified xsi:type="dcterms:W3CDTF">2025-08-30T17:01:14Z</dcterms:modified>
</cp:coreProperties>
</file>