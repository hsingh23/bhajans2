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A70B3-757E-4768-819C-14187E91F8CB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0AC69-21FC-4A6C-8D77-4816EB5A64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kārvarṇṇan oru dinam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kārvarṇṇan oru dinam prēmārdra-muraḷika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kalpaḍavonnil maṙannu veccu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One day, the dark-hued Lord forgot his flute on the stone steps leading down to the river Yamuna.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kaṇṇane kāṇāttor-ōrmmayil kaḷavēṇu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kairava-pūṣpāśru-dhārayāyi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flute’s tears, filled with longing for Krishna, poured into the river and became white water lilies.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kaṇṇunīr-pūvukaḷ viraltoḍum nērattu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śruti cērnna gānam onnālapikkē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those flowers, born of sorrow, were gently touched, they sang a tender, melodious song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karaḷinde kūṭṭile kalviḷakkil cērum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mṛdu dīpanāḷam atēṫṫu vāṅgi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—a song that sank deep into my heart, illumining it with the light of pure awareness.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priyapadam ōrkkavē viḍarumī itaḷukaḷ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mozhikaḷil cērkkunnu tēnkaṇaṅgaḷ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white-water lilies, blossoming from Krishna’s memory, poured sweet honey into each word of their song.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kadanaṅgaḷ tēḍunna tīraṅgaḷil snēha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madhuraṅgaḷ ēkunnu vṛndāvanam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In the hearts of the sorrowing, Vrindavan awakens with the sweetness of divine love.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nīlakkaḍambukaḷ pūkkunnorīṇaṅgaḷ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ōrttu mayaṅgunnu rākkiḷikaḷ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night birds drift into sleep, intoxicated by the beauty of the flowering Kadamba trees.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yamunayil ōḷaṅgaḷ ālapikkum dēva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yadukula kāmboji rāgasudha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The wavelets of the Yamuna sway to the gentle strains of the Yadukula Kamboji raga.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paribhavam ellām otukkiya pakalinde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virahāgni nombaram vāḍi vīzhkē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sun, scorched by the sorrow of separation from the Lord, has set,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atiraṫṫa mōha-pratikṣakaḷ taḷiriḍum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tīrattu pūkkunnu candrōdayam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now, it is time for the moon of expectation to rise above the serene banks of the Yamuna. The Lord, radiant as the full moon, will soon arrive.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kārvarṇṇan oru dinam</vt:lpstr>
      <vt:lpstr>kārvarṇṇan oru dinam prēmārdra-muraḷika kalpaḍavonnil maṙannu veccu</vt:lpstr>
      <vt:lpstr>kaṇṇane kāṇāttor-ōrmmayil kaḷavēṇu kairava-pūṣpāśru-dhārayāyi</vt:lpstr>
      <vt:lpstr>kaṇṇunīr-pūvukaḷ viraltoḍum nērattu śruti cērnna gānam onnālapikkē</vt:lpstr>
      <vt:lpstr>karaḷinde kūṭṭile kalviḷakkil cērum mṛdu dīpanāḷam atēṫṫu vāṅgi</vt:lpstr>
      <vt:lpstr>priyapadam ōrkkavē viḍarumī itaḷukaḷ mozhikaḷil cērkkunnu tēnkaṇaṅgaḷ</vt:lpstr>
      <vt:lpstr>kadanaṅgaḷ tēḍunna tīraṅgaḷil snēha madhuraṅgaḷ ēkunnu vṛndāvanam</vt:lpstr>
      <vt:lpstr>nīlakkaḍambukaḷ pūkkunnorīṇaṅgaḷ ōrttu mayaṅgunnu rākkiḷikaḷ</vt:lpstr>
      <vt:lpstr>yamunayil ōḷaṅgaḷ ālapikkum dēva yadukula kāmboji rāgasudha</vt:lpstr>
      <vt:lpstr>paribhavam ellām otukkiya pakalinde virahāgni nombaram vāḍi vīzhkē</vt:lpstr>
      <vt:lpstr>atiraṫṫa mōha-pratikṣakaḷ taḷiriḍum tīrattu pūkkunnu candrōdayam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kārvarṇṇan oru dinam</dc:title>
  <dc:creator>Amrita</dc:creator>
  <cp:lastModifiedBy>Amrita</cp:lastModifiedBy>
  <cp:revision>1</cp:revision>
  <dcterms:created xsi:type="dcterms:W3CDTF">2025-08-08T10:44:23Z</dcterms:created>
  <dcterms:modified xsi:type="dcterms:W3CDTF">2025-08-08T10:44:54Z</dcterms:modified>
</cp:coreProperties>
</file>