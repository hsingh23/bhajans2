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13EDCD-926E-4769-B4D9-965F128ACAC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13EDCD-926E-4769-B4D9-965F128ACAC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13EDCD-926E-4769-B4D9-965F128ACAC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13EDCD-926E-4769-B4D9-965F128ACAC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13EDCD-926E-4769-B4D9-965F128ACAC3}" type="datetimeFigureOut">
              <a:rPr lang="en-US" smtClean="0"/>
              <a:t>7/16/2025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13EDCD-926E-4769-B4D9-965F128ACAC3}" type="datetimeFigureOut">
              <a:rPr lang="en-US" smtClean="0"/>
              <a:t>7/16/2025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3EDCD-926E-4769-B4D9-965F128ACAC3}" type="datetimeFigureOut">
              <a:rPr lang="en-US" smtClean="0"/>
              <a:t>7/16/2025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13EDCD-926E-4769-B4D9-965F128ACAC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13EDCD-926E-4769-B4D9-965F128ACAC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13EDCD-926E-4769-B4D9-965F128ACAC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13EDCD-926E-4769-B4D9-965F128ACAC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01C761-81D9-4ABA-8A94-8970DD1F265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13EDCD-926E-4769-B4D9-965F128ACAC3}" type="datetimeFigureOut">
              <a:rPr lang="en-US" smtClean="0"/>
              <a:t>7/16/2025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01C761-81D9-4ABA-8A94-8970DD1F265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mizhi nanayāte kaṇṇā nin rūpam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100" smtClean="0">
                <a:solidFill>
                  <a:srgbClr val="FFFFFF"/>
                </a:solidFill>
                <a:latin typeface="Calibri"/>
              </a:rPr>
              <a:t>mizhi nanayāte kaṇṇā nin rūpam</a:t>
            </a:r>
            <a:br>
              <a:rPr lang="en-US" sz="6100" smtClean="0">
                <a:solidFill>
                  <a:srgbClr val="FFFFFF"/>
                </a:solidFill>
                <a:latin typeface="Calibri"/>
              </a:rPr>
            </a:br>
            <a:r>
              <a:rPr lang="en-US" sz="6100" smtClean="0">
                <a:solidFill>
                  <a:srgbClr val="FFFFFF"/>
                </a:solidFill>
                <a:latin typeface="Calibri"/>
              </a:rPr>
              <a:t>kāṇuvān ākumō maṇivarṇṇā</a:t>
            </a:r>
            <a:endParaRPr lang="en-US" sz="61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O Krishna, you who shine like a blue jewel, how can I behold your form without my eyes brimming with tears?</a:t>
            </a:r>
            <a:endParaRPr lang="en-US" sz="56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ā nimiṣattil en mizhi onn-aḍaññappōḷ</a:t>
            </a:r>
            <a:br>
              <a:rPr lang="en-US" sz="6600" smtClean="0">
                <a:solidFill>
                  <a:srgbClr val="FFFFFF"/>
                </a:solidFill>
                <a:latin typeface="Calibri"/>
              </a:rPr>
            </a:br>
            <a:r>
              <a:rPr lang="en-US" sz="6600" smtClean="0">
                <a:solidFill>
                  <a:srgbClr val="FFFFFF"/>
                </a:solidFill>
                <a:latin typeface="Calibri"/>
              </a:rPr>
              <a:t>ōḍi oḷiccatō giridhāri</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You, who lifted the Govardhana mountain—did you run away and hide the very moment I closed my eyes</a:t>
            </a:r>
            <a:endParaRPr lang="en-US" sz="56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vilvamaṅgalam ninne puṙamkaiyyāl taḷḷiyatu</a:t>
            </a:r>
            <a:br>
              <a:rPr lang="en-US" sz="6600" smtClean="0">
                <a:solidFill>
                  <a:srgbClr val="FFFFFF"/>
                </a:solidFill>
                <a:latin typeface="Calibri"/>
              </a:rPr>
            </a:br>
            <a:r>
              <a:rPr lang="en-US" sz="6600" smtClean="0">
                <a:solidFill>
                  <a:srgbClr val="FFFFFF"/>
                </a:solidFill>
                <a:latin typeface="Calibri"/>
              </a:rPr>
              <a:t>en karmam āṇō collu collu</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200" smtClean="0">
                <a:solidFill>
                  <a:srgbClr val="FFFF00"/>
                </a:solidFill>
                <a:latin typeface="Calibri"/>
              </a:rPr>
              <a:t>Vilwamangalam pushed you aside with his hand when you pretended to be naughty and tried to disturb his worship. But tell me—how can it be my karma that you ran away and hid from me?</a:t>
            </a:r>
            <a:endParaRPr lang="en-US" sz="42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sv-SE" sz="5600" smtClean="0">
                <a:solidFill>
                  <a:srgbClr val="FFFFFF"/>
                </a:solidFill>
                <a:latin typeface="Calibri"/>
              </a:rPr>
              <a:t>kuṙūramma ninne kalattil aḍaccatum</a:t>
            </a:r>
            <a:br>
              <a:rPr lang="sv-SE" sz="5600" smtClean="0">
                <a:solidFill>
                  <a:srgbClr val="FFFFFF"/>
                </a:solidFill>
                <a:latin typeface="Calibri"/>
              </a:rPr>
            </a:br>
            <a:r>
              <a:rPr lang="sv-SE" sz="5600" smtClean="0">
                <a:solidFill>
                  <a:srgbClr val="FFFFFF"/>
                </a:solidFill>
                <a:latin typeface="Calibri"/>
              </a:rPr>
              <a:t>en pizhav-āṇennu ninaccuvō nī</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700" smtClean="0">
                <a:solidFill>
                  <a:srgbClr val="FFFF00"/>
                </a:solidFill>
                <a:latin typeface="Calibri"/>
              </a:rPr>
              <a:t>Kurur Amma, your great devotee, shut you inside a pot when you tried to disturb her worship. But tell me—do you consider that to be my fault?</a:t>
            </a:r>
            <a:endParaRPr lang="en-US" sz="47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900" smtClean="0">
                <a:solidFill>
                  <a:srgbClr val="FFFFFF"/>
                </a:solidFill>
                <a:latin typeface="Calibri"/>
              </a:rPr>
              <a:t>akrūran mathuraykku koṇḍu pōm nērattu</a:t>
            </a:r>
            <a:br>
              <a:rPr lang="en-US" sz="5900" smtClean="0">
                <a:solidFill>
                  <a:srgbClr val="FFFFFF"/>
                </a:solidFill>
                <a:latin typeface="Calibri"/>
              </a:rPr>
            </a:br>
            <a:r>
              <a:rPr lang="en-US" sz="5900" smtClean="0">
                <a:solidFill>
                  <a:srgbClr val="FFFFFF"/>
                </a:solidFill>
                <a:latin typeface="Calibri"/>
              </a:rPr>
              <a:t>arutē – ennu ñān ōtiyillē… en</a:t>
            </a:r>
            <a:endParaRPr lang="en-US" sz="59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When Akrura came to Vrindavan to take you to Mathura, did I not plead with you, 'Do not leave'?</a:t>
            </a:r>
            <a:endParaRPr lang="en-US" sz="56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manassām vipinattil ēkayāy tīruvān</a:t>
            </a:r>
            <a:br>
              <a:rPr lang="en-US" sz="5600" smtClean="0">
                <a:solidFill>
                  <a:srgbClr val="FFFFFF"/>
                </a:solidFill>
                <a:latin typeface="Calibri"/>
              </a:rPr>
            </a:br>
            <a:r>
              <a:rPr lang="en-US" sz="5600" smtClean="0">
                <a:solidFill>
                  <a:srgbClr val="FFFFFF"/>
                </a:solidFill>
                <a:latin typeface="Calibri"/>
              </a:rPr>
              <a:t>vidhiccatu ucitamō vraja-nandanā</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100" smtClean="0">
                <a:solidFill>
                  <a:srgbClr val="FFFF00"/>
                </a:solidFill>
                <a:latin typeface="Calibri"/>
              </a:rPr>
              <a:t>You are the delight of Vrindavan—so is it just, then, that you have decreed I remain all alone in the forest of my mind?</a:t>
            </a:r>
            <a:endParaRPr lang="en-US" sz="51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kāḷiya-phaṇattil nin nṛtta-cuvaḍukaḷ</a:t>
            </a:r>
            <a:br>
              <a:rPr lang="en-US" sz="5600" smtClean="0">
                <a:solidFill>
                  <a:srgbClr val="FFFFFF"/>
                </a:solidFill>
                <a:latin typeface="Calibri"/>
              </a:rPr>
            </a:br>
            <a:r>
              <a:rPr lang="en-US" sz="5600" smtClean="0">
                <a:solidFill>
                  <a:srgbClr val="FFFFFF"/>
                </a:solidFill>
                <a:latin typeface="Calibri"/>
              </a:rPr>
              <a:t>kaṇḍu rasikkān ñān vannatallē…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Did I not come to see and rejoice in your dance atop Kaliya’s hoods?</a:t>
            </a:r>
            <a:endParaRPr lang="en-US" sz="6600">
              <a:solidFill>
                <a:srgbClr val="FFFF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nṛttam āḍum nēram ā mṛdu-pādaṅgaḷ</a:t>
            </a:r>
            <a:br>
              <a:rPr lang="en-US" sz="5600" smtClean="0">
                <a:solidFill>
                  <a:srgbClr val="FFFFFF"/>
                </a:solidFill>
                <a:latin typeface="Calibri"/>
              </a:rPr>
            </a:br>
            <a:r>
              <a:rPr lang="en-US" sz="5600" smtClean="0">
                <a:solidFill>
                  <a:srgbClr val="FFFFFF"/>
                </a:solidFill>
                <a:latin typeface="Calibri"/>
              </a:rPr>
              <a:t>tazhukān ñān aṇaññatum maṙannuvō nī…</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000" smtClean="0">
                <a:solidFill>
                  <a:srgbClr val="FFFF00"/>
                </a:solidFill>
                <a:latin typeface="Calibri"/>
              </a:rPr>
              <a:t>Have you forgotten how I drew near to gently rub your tender feet as you danced?</a:t>
            </a:r>
            <a:endParaRPr lang="en-US" sz="6000">
              <a:solidFill>
                <a:srgbClr val="FFFF00"/>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800" smtClean="0">
                <a:solidFill>
                  <a:srgbClr val="FFFFFF"/>
                </a:solidFill>
                <a:latin typeface="Calibri"/>
              </a:rPr>
              <a:t>nirmālya-darśana-puṇyattāl ī janmam</a:t>
            </a:r>
            <a:br>
              <a:rPr lang="en-US" sz="5800" smtClean="0">
                <a:solidFill>
                  <a:srgbClr val="FFFFFF"/>
                </a:solidFill>
                <a:latin typeface="Calibri"/>
              </a:rPr>
            </a:br>
            <a:r>
              <a:rPr lang="en-US" sz="5800" smtClean="0">
                <a:solidFill>
                  <a:srgbClr val="FFFFFF"/>
                </a:solidFill>
                <a:latin typeface="Calibri"/>
              </a:rPr>
              <a:t>karppūra-dīpamāy tīrnniḍaṭṭe</a:t>
            </a:r>
            <a:endParaRPr lang="en-US" sz="58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Let me become a camphor lamp, blessed with the great fortune of your Nirmalya Darshan.</a:t>
            </a:r>
            <a:endParaRPr lang="en-US" sz="5600">
              <a:solidFill>
                <a:srgbClr val="FFFF0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paṭṭu-pītāmbaram cuṫṫiya nin rūpam</a:t>
            </a:r>
            <a:br>
              <a:rPr lang="en-US" sz="5600" smtClean="0">
                <a:solidFill>
                  <a:srgbClr val="FFFFFF"/>
                </a:solidFill>
                <a:latin typeface="Calibri"/>
              </a:rPr>
            </a:br>
            <a:r>
              <a:rPr lang="en-US" sz="5600" smtClean="0">
                <a:solidFill>
                  <a:srgbClr val="FFFFFF"/>
                </a:solidFill>
                <a:latin typeface="Calibri"/>
              </a:rPr>
              <a:t>manatāril ennum ñān kaṇḍiḍaṭṭe kaṇṇā</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Let me ever behold your form—clad in yellow silk, shining within the lotus of my heart.</a:t>
            </a:r>
            <a:endParaRPr lang="en-US" sz="5600">
              <a:solidFill>
                <a:srgbClr val="FFFF00"/>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pādāravindattil cērnnīḍaṭṭe </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O Krishna, let me become one with your lotus feet.</a:t>
            </a:r>
            <a:endParaRPr lang="en-US" sz="66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289</Words>
  <Application>Microsoft Office PowerPoint</Application>
  <PresentationFormat>On-screen Show (4:3)</PresentationFormat>
  <Paragraphs>25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mizhi nanayāte kaṇṇā nin rūpam</vt:lpstr>
      <vt:lpstr>mizhi nanayāte kaṇṇā nin rūpam kāṇuvān ākumō maṇivarṇṇā</vt:lpstr>
      <vt:lpstr>ā nimiṣattil en mizhi onn-aḍaññappōḷ ōḍi oḷiccatō giridhāri</vt:lpstr>
      <vt:lpstr>vilvamaṅgalam ninne puṙamkaiyyāl taḷḷiyatu en karmam āṇō collu collu</vt:lpstr>
      <vt:lpstr>kuṙūramma ninne kalattil aḍaccatum en pizhav-āṇennu ninaccuvō nī</vt:lpstr>
      <vt:lpstr>akrūran mathuraykku koṇḍu pōm nērattu arutē – ennu ñān ōtiyillē… en</vt:lpstr>
      <vt:lpstr>manassām vipinattil ēkayāy tīruvān vidhiccatu ucitamō vraja-nandanā</vt:lpstr>
      <vt:lpstr>kāḷiya-phaṇattil nin nṛtta-cuvaḍukaḷ kaṇḍu rasikkān ñān vannatallē…</vt:lpstr>
      <vt:lpstr>nṛttam āḍum nēram ā mṛdu-pādaṅgaḷ tazhukān ñān aṇaññatum maṙannuvō nī…</vt:lpstr>
      <vt:lpstr>nirmālya-darśana-puṇyattāl ī janmam karppūra-dīpamāy tīrnniḍaṭṭe</vt:lpstr>
      <vt:lpstr>paṭṭu-pītāmbaram cuṫṫiya nin rūpam manatāril ennum ñān kaṇḍiḍaṭṭe kaṇṇā</vt:lpstr>
      <vt:lpstr>pādāravindattil cērnnīḍaṭṭe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mizhi nanayāte kaṇṇā nin rūpam</dc:title>
  <dc:creator>Amrita</dc:creator>
  <cp:lastModifiedBy>Amrita</cp:lastModifiedBy>
  <cp:revision>1</cp:revision>
  <dcterms:created xsi:type="dcterms:W3CDTF">2025-07-16T04:33:22Z</dcterms:created>
  <dcterms:modified xsi:type="dcterms:W3CDTF">2025-07-16T04:34:48Z</dcterms:modified>
</cp:coreProperties>
</file>