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8A6ED-FA2D-4DDA-B51A-447D8C1AB15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AC162-8C65-49F4-99D6-3DD913568C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jhūlat rādhā saṅg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jhūlat rādhā saṅg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giridhar jhūlat rādhā 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Giridhar is swinging together with Radha.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abīr gulālkī dhūm macāyī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bhar pichkārī raṅg giridhar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He stirs up clouds of colored powders, and with the water-sprayer, Giridhar sprays colors.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lāl bhayī bṛndāvan jamunā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kēsar cūvat raṅg giridhar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The Yamuna of Vrindavan has turned crimson, as Giridhar sprinkles saffron colors.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nācat tāl ādhār surabhar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dhīmī dhīmī bājē mṛdaṅg giridhar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melodies and rhythms give support to the dance, while the mridanga softly resounds, played by Giridhar.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mīrā kē prabhu giridhar nāgar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caraṇ-kamalkū daṅg giridhar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Giridhar, the Lord of Mira, the noble one, fills hearts with wonder through his lotus feet.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jhūlat rādhā saṅg </vt:lpstr>
      <vt:lpstr>jhūlat rādhā saṅg  giridhar jhūlat rādhā saṅg</vt:lpstr>
      <vt:lpstr>abīr gulālkī dhūm macāyī bhar pichkārī raṅg giridhar</vt:lpstr>
      <vt:lpstr>lāl bhayī bṛndāvan jamunā kēsar cūvat raṅg giridhar</vt:lpstr>
      <vt:lpstr>nācat tāl ādhār surabhar dhīmī dhīmī bājē mṛdaṅg giridhar</vt:lpstr>
      <vt:lpstr>mīrā kē prabhu giridhar nāgar caraṇ-kamalkū daṅg giridhar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jhūlat rādhā saṅg </dc:title>
  <dc:creator>Amrita</dc:creator>
  <cp:lastModifiedBy>Amrita</cp:lastModifiedBy>
  <cp:revision>1</cp:revision>
  <dcterms:created xsi:type="dcterms:W3CDTF">2025-08-18T13:50:22Z</dcterms:created>
  <dcterms:modified xsi:type="dcterms:W3CDTF">2025-08-18T13:50:46Z</dcterms:modified>
</cp:coreProperties>
</file>