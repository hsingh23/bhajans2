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C1F3A-5608-46F5-9120-70CD24036DBF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E3E3C-0466-4043-86A0-BE37A2BB70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C1F3A-5608-46F5-9120-70CD24036DBF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E3E3C-0466-4043-86A0-BE37A2BB70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C1F3A-5608-46F5-9120-70CD24036DBF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E3E3C-0466-4043-86A0-BE37A2BB70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C1F3A-5608-46F5-9120-70CD24036DBF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E3E3C-0466-4043-86A0-BE37A2BB70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C1F3A-5608-46F5-9120-70CD24036DBF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E3E3C-0466-4043-86A0-BE37A2BB70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C1F3A-5608-46F5-9120-70CD24036DBF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E3E3C-0466-4043-86A0-BE37A2BB70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C1F3A-5608-46F5-9120-70CD24036DBF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E3E3C-0466-4043-86A0-BE37A2BB70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C1F3A-5608-46F5-9120-70CD24036DBF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E3E3C-0466-4043-86A0-BE37A2BB70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C1F3A-5608-46F5-9120-70CD24036DBF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E3E3C-0466-4043-86A0-BE37A2BB70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C1F3A-5608-46F5-9120-70CD24036DBF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E3E3C-0466-4043-86A0-BE37A2BB70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C1F3A-5608-46F5-9120-70CD24036DBF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E3E3C-0466-4043-86A0-BE37A2BB70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C1F3A-5608-46F5-9120-70CD24036DBF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E3E3C-0466-4043-86A0-BE37A2BB703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amma ninna neraḷinalli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(Kannada)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amma ninna neraḷinalli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prēma-bhakti viśvāsadalli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ninna kṛpeyalli bāḷalu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nityōtsava jīvana nityōtsava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Mother, in your shadow, in love, devotion, and faith, to live in your grace is a life of eternal celebration, a life of eternal festival.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āśapāśagaḷu nīgi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bandhanagaḷu cūrāgi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bhaktibhāva dvandāgalu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nityōtsava jīvana nityotsava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Hopes and attachments dissolve in you, bonds are broken, feelings of devotion overcome dualities — a life of eternal celebration, a life of eternal festival.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amma ninna neraḷinalli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prēma-bhakti viśvāsadalli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ninna kṛpeyalli bāḷalu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nityōtsava jīvana nityōtsava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Mother, in your shadow, in love, devotion, and faith, to live in your grace is a life of eternal celebration, a life of eternal festival.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nī tōrida dāriyalli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ñānemba bhāva nīgi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ninnontige ontāgalu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nityōtsava jīvana nityōtsava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On the path you have shown, if, shedding the sense of ‘I’, we move forward and become one with you — life will become an eternal celebration.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amma ninna neraḷinalli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prēma-bhakti viśvāsadalli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ninna kṛpeyalli bāḷalu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nityōtsava jīvana nityōtsava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Mother, in your shadow, in love, devotion, and faith, to live in your grace is a life of eternal celebration, a life of eternal festival.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Microsoft Office PowerPoint</Application>
  <PresentationFormat>On-screen Show (4:3)</PresentationFormat>
  <Paragraphs>13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amma ninna neraḷinalli</vt:lpstr>
      <vt:lpstr>amma ninna neraḷinalli prēma-bhakti viśvāsadalli ninna kṛpeyalli bāḷalu nityōtsava jīvana nityōtsava</vt:lpstr>
      <vt:lpstr>āśapāśagaḷu nīgi bandhanagaḷu cūrāgi bhaktibhāva dvandāgalu nityōtsava jīvana nityotsava</vt:lpstr>
      <vt:lpstr>amma ninna neraḷinalli prēma-bhakti viśvāsadalli ninna kṛpeyalli bāḷalu nityōtsava jīvana nityōtsava</vt:lpstr>
      <vt:lpstr>nī tōrida dāriyalli ñānemba bhāva nīgi ninnontige ontāgalu nityōtsava jīvana nityōtsava</vt:lpstr>
      <vt:lpstr>amma ninna neraḷinalli prēma-bhakti viśvāsadalli ninna kṛpeyalli bāḷalu nityōtsava jīvana nityōtsava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amma ninna neraḷinalli</dc:title>
  <dc:creator>Amrita</dc:creator>
  <cp:lastModifiedBy>Amrita</cp:lastModifiedBy>
  <cp:revision>1</cp:revision>
  <dcterms:created xsi:type="dcterms:W3CDTF">2025-08-08T06:35:42Z</dcterms:created>
  <dcterms:modified xsi:type="dcterms:W3CDTF">2025-08-08T06:36:15Z</dcterms:modified>
</cp:coreProperties>
</file>