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65F30-A4AA-44CA-9BB8-5C9862554C4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48C2A-00B2-432A-BC91-49D0E8EB41C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śrī laḷitāmbikē parāśakti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śrī laḷitāmbikē parāśakti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sṛṣṭi-sthiti-laya-kāriṇiyē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tirupura-sundari ende amma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O Mother! You are Lalitambika, the playful divine, the supreme cosmic power,</a:t>
            </a:r>
          </a:p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You are Tripurasundari, who creates, sustains, and dissolves the universe.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vāgdēvatē ende nāvil nī ennum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vākkin poruḷāyi tīrēṇamē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Goddess of Speech! May you become the very essence of the words I utter.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anudinam ceyyunna karmaṅgaḷ aviḍutte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aḍikaḷil malarāyi tīrēṇamē…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aḍikaḷil malarāyi tīrēṇamē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the actions I perform each day become flowers offered at your lotus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śrī laḷitāmbikē parāśakti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sṛṣṭi-sthiti-laya-kāriṇiyē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tirupura-sundari ende amma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O Mother! You are Lalitambika, the playful divine, the supreme cosmic power,</a:t>
            </a:r>
          </a:p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You are Tripurasundari, who creates, sustains, and dissolves the universe.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taraṇam aviḍunnu kṛpa sadayam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abhayam tava sannidhānam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Bestow upon me your boundless grace; your abode is my only sanctuary.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śaraṇāgati ēkū mama jananī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śaraṇam mama guru caraṇam…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śaraṇam mama guru caraṇam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grant me the spirit of true surrender unto you. The lotus feet of my Guru are my only refuge.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śrī laḷitāmbikē parāśakti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sṛṣṭi-sthiti-laya-kāriṇiyē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tirupura-sundari ende amma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O Mother! You are Lalitambika, the playful divine, the supreme cosmic power,</a:t>
            </a:r>
          </a:p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You are Tripurasundari, who creates, sustains, and dissolves the universe.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aviḍutte tiru-mantram uraceyyaṇam sadā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akatāril nirmala bhakti ēkū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I always chant your divine mantra with unwavering devotion.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tava malaraḍikaḷil ī janmam ammē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naṙu-malaritaḷāyi cērnniḍaṭṭe…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naṙu-malaritaḷāyi cērnniḍaṭṭe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this life become a petal adorning your sacred lotus feet!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śrī laḷitāmbikē parāśakti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sṛṣṭi-sthiti-laya-kāriṇiyē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tirupura-sundari ende amma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O Mother! You are Lalitambika, the playful divine, the supreme cosmic power,</a:t>
            </a:r>
          </a:p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You are Tripurasundari, who creates, sustains, and dissolves the universe.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On-screen Show (4:3)</PresentationFormat>
  <Paragraphs>27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śrī laḷitāmbikē parāśakti</vt:lpstr>
      <vt:lpstr>śrī laḷitāmbikē parāśakti sṛṣṭi-sthiti-laya-kāriṇiyē tirupura-sundari ende amma</vt:lpstr>
      <vt:lpstr>vāgdēvatē ende nāvil nī ennum vākkin poruḷāyi tīrēṇamē</vt:lpstr>
      <vt:lpstr>anudinam ceyyunna karmaṅgaḷ aviḍutte aḍikaḷil malarāyi tīrēṇamē… aḍikaḷil malarāyi tīrēṇamē</vt:lpstr>
      <vt:lpstr>śrī laḷitāmbikē parāśakti sṛṣṭi-sthiti-laya-kāriṇiyē tirupura-sundari ende amma</vt:lpstr>
      <vt:lpstr>taraṇam aviḍunnu kṛpa sadayam abhayam tava sannidhānam</vt:lpstr>
      <vt:lpstr>śaraṇāgati ēkū mama jananī śaraṇam mama guru caraṇam… śaraṇam mama guru caraṇam</vt:lpstr>
      <vt:lpstr>śrī laḷitāmbikē parāśakti sṛṣṭi-sthiti-laya-kāriṇiyē tirupura-sundari ende amma</vt:lpstr>
      <vt:lpstr>aviḍutte tiru-mantram uraceyyaṇam sadā akatāril nirmala bhakti ēkū</vt:lpstr>
      <vt:lpstr>tava malaraḍikaḷil ī janmam ammē naṙu-malaritaḷāyi cērnniḍaṭṭe… naṙu-malaritaḷāyi cērnniḍaṭṭe</vt:lpstr>
      <vt:lpstr>śrī laḷitāmbikē parāśakti sṛṣṭi-sthiti-laya-kāriṇiyē tirupura-sundari ende amma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śrī laḷitāmbikē parāśakti</dc:title>
  <dc:creator>Amrita</dc:creator>
  <cp:lastModifiedBy>Amrita</cp:lastModifiedBy>
  <cp:revision>1</cp:revision>
  <dcterms:created xsi:type="dcterms:W3CDTF">2025-08-06T12:07:13Z</dcterms:created>
  <dcterms:modified xsi:type="dcterms:W3CDTF">2025-08-06T12:07:40Z</dcterms:modified>
</cp:coreProperties>
</file>