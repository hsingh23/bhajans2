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2D1BF-748C-45D5-B921-FF14B90FEE1D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FC098-3D8B-4FB3-AA83-35ED5F8E2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arivanu nīḍuva śivane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arivanu nīḍuva śivane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mareveya nīgisu śivane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Shiva, giver of knowledge, remove our forgetfulness.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mīralu itimiti gaḷanellā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sanmati samyama nīḍu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Grant us awareness and patience, so we may go beyond our limitations.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balāḍhya buddhi miduḷalli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vivēkavilla manadalli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There is great intelligence in the brain, but no discrimination within.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sakkare guḍḍava māḍiṭe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tinnuva iruveyu nānāde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piled up a heap of sugar granules—then became the ant that consumed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dhyānakkendu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kaṇṇumucci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kuḷide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cinteya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kūpadi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muḷugikeṭṭe</a:t>
            </a:r>
            <a:endParaRPr lang="en-US" sz="6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sat with eyes closed to meditate, but fell into the well of endless thoughts.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satsaṅga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gaṅgeyali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mindubandē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vāsane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maṇṇali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horaḷāḍide</a:t>
            </a:r>
            <a:endParaRPr lang="en-US" sz="6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 bathed in the Ganga of satsang, but once out, I rolled again in the sand of vasanas.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śivanē haranē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jñāna-dāyaka guruvē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Shiva, O Hara! O Guru, bestower of true knowledge!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arivanu nīḍuva śivane</vt:lpstr>
      <vt:lpstr>arivanu nīḍuva śivane mareveya nīgisu śivane</vt:lpstr>
      <vt:lpstr>mīralu itimiti gaḷanellā sanmati samyama nīḍu</vt:lpstr>
      <vt:lpstr>balāḍhya buddhi miduḷalli vivēkavilla manadalli</vt:lpstr>
      <vt:lpstr>sakkare guḍḍava māḍiṭe tinnuva iruveyu nānāde</vt:lpstr>
      <vt:lpstr>dhyānakkendu kaṇṇumucci kuḷide cinteya kūpadi muḷugikeṭṭe</vt:lpstr>
      <vt:lpstr>satsaṅga gaṅgeyali mindubandē vāsane maṇṇali horaḷāḍide</vt:lpstr>
      <vt:lpstr>śivanē haranē jñāna-dāyaka guruvē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arivanu nīḍuva śivane</dc:title>
  <dc:creator>Amrita</dc:creator>
  <cp:lastModifiedBy>Amrita</cp:lastModifiedBy>
  <cp:revision>4</cp:revision>
  <dcterms:created xsi:type="dcterms:W3CDTF">2025-06-06T12:31:57Z</dcterms:created>
  <dcterms:modified xsi:type="dcterms:W3CDTF">2025-07-02T17:20:49Z</dcterms:modified>
</cp:coreProperties>
</file>