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87" r:id="rId2"/>
    <p:sldId id="291" r:id="rId3"/>
    <p:sldId id="292" r:id="rId4"/>
    <p:sldId id="288" r:id="rId5"/>
    <p:sldId id="293" r:id="rId6"/>
    <p:sldId id="289" r:id="rId7"/>
    <p:sldId id="294" r:id="rId8"/>
    <p:sldId id="290" r:id="rId9"/>
    <p:sldId id="295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587" autoAdjust="0"/>
    <p:restoredTop sz="86441" autoAdjust="0"/>
  </p:normalViewPr>
  <p:slideViewPr>
    <p:cSldViewPr>
      <p:cViewPr varScale="1">
        <p:scale>
          <a:sx n="99" d="100"/>
          <a:sy n="99" d="100"/>
        </p:scale>
        <p:origin x="-197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62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41776F-C5E4-4D79-8409-3173ED07A66F}" type="datetimeFigureOut">
              <a:rPr lang="en-US" smtClean="0"/>
              <a:pPr/>
              <a:t>5/10/2025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984ED3-0A26-466E-9119-AEC6D927E7C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4" r:id="rId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prābhavam</a:t>
            </a:r>
            <a:r>
              <a:rPr lang="en-US" sz="6600" dirty="0" smtClean="0"/>
              <a:t> </a:t>
            </a:r>
            <a:r>
              <a:rPr lang="en-US" sz="6600" dirty="0" err="1" smtClean="0"/>
              <a:t>sarva-vyāptam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7200" dirty="0" smtClean="0">
                <a:solidFill>
                  <a:srgbClr val="FFFF00"/>
                </a:solidFill>
              </a:rPr>
              <a:t>2025</a:t>
            </a:r>
          </a:p>
          <a:p>
            <a:pPr algn="ctr"/>
            <a:r>
              <a:rPr lang="en-IN" sz="7200" dirty="0" smtClean="0">
                <a:solidFill>
                  <a:srgbClr val="FFFF00"/>
                </a:solidFill>
              </a:rPr>
              <a:t>(Malayalam)</a:t>
            </a:r>
            <a:endParaRPr lang="en-US" sz="72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prābhavam</a:t>
            </a:r>
            <a:r>
              <a:rPr lang="en-US" sz="6000" dirty="0" smtClean="0"/>
              <a:t> </a:t>
            </a:r>
            <a:r>
              <a:rPr lang="en-US" sz="6000" dirty="0" err="1" smtClean="0"/>
              <a:t>sarva-vyāptam-itaṙiyāte</a:t>
            </a:r>
            <a:r>
              <a:rPr lang="en-US" sz="6000" dirty="0" smtClean="0"/>
              <a:t> - </a:t>
            </a:r>
            <a:r>
              <a:rPr lang="en-US" sz="6000" dirty="0" err="1" smtClean="0"/>
              <a:t>prabhavamām</a:t>
            </a:r>
            <a:r>
              <a:rPr lang="en-US" sz="6000" dirty="0" smtClean="0"/>
              <a:t> </a:t>
            </a:r>
            <a:r>
              <a:rPr lang="en-US" sz="6000" dirty="0" err="1" smtClean="0"/>
              <a:t>tava</a:t>
            </a:r>
            <a:r>
              <a:rPr lang="en-US" sz="6000" dirty="0" smtClean="0"/>
              <a:t> </a:t>
            </a:r>
            <a:r>
              <a:rPr lang="en-US" sz="6000" dirty="0" err="1" smtClean="0"/>
              <a:t>cārē</a:t>
            </a:r>
            <a:r>
              <a:rPr lang="en-US" sz="6000" dirty="0" smtClean="0"/>
              <a:t> </a:t>
            </a:r>
            <a:r>
              <a:rPr lang="en-US" sz="6000" dirty="0" err="1" smtClean="0"/>
              <a:t>aṇayān</a:t>
            </a:r>
            <a:r>
              <a:rPr lang="en-US" sz="6000" dirty="0" smtClean="0"/>
              <a:t> </a:t>
            </a:r>
            <a:r>
              <a:rPr lang="en-US" sz="6000" dirty="0" err="1" smtClean="0"/>
              <a:t>piḍaññu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Not knowing your omnipresent nature, I yearned to draw near to you, the source of all. 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pralīnam</a:t>
            </a:r>
            <a:r>
              <a:rPr lang="en-US" sz="6000" dirty="0" smtClean="0"/>
              <a:t> </a:t>
            </a:r>
            <a:r>
              <a:rPr lang="en-US" sz="6000" dirty="0" err="1" smtClean="0"/>
              <a:t>ākāte</a:t>
            </a:r>
            <a:r>
              <a:rPr lang="en-US" sz="6000" dirty="0" smtClean="0"/>
              <a:t> ī </a:t>
            </a:r>
            <a:r>
              <a:rPr lang="en-US" sz="6000" dirty="0" err="1" smtClean="0"/>
              <a:t>kaṇṇunīr</a:t>
            </a:r>
            <a:r>
              <a:rPr lang="en-US" sz="6000" dirty="0" smtClean="0"/>
              <a:t> </a:t>
            </a:r>
            <a:r>
              <a:rPr lang="en-US" sz="6000" dirty="0" err="1" smtClean="0"/>
              <a:t>tē</a:t>
            </a:r>
            <a:r>
              <a:rPr lang="en-US" sz="6000" dirty="0" smtClean="0"/>
              <a:t> </a:t>
            </a:r>
            <a:r>
              <a:rPr lang="en-US" sz="6000" dirty="0" err="1" smtClean="0"/>
              <a:t>padē</a:t>
            </a:r>
            <a:r>
              <a:rPr lang="en-US" sz="6000" dirty="0" smtClean="0"/>
              <a:t> - </a:t>
            </a:r>
            <a:r>
              <a:rPr lang="en-US" sz="6000" dirty="0" err="1" smtClean="0"/>
              <a:t>prayāṇam</a:t>
            </a:r>
            <a:r>
              <a:rPr lang="en-US" sz="6000" dirty="0" smtClean="0"/>
              <a:t> </a:t>
            </a:r>
            <a:r>
              <a:rPr lang="en-US" sz="6000" dirty="0" smtClean="0"/>
              <a:t>ī </a:t>
            </a:r>
            <a:r>
              <a:rPr lang="en-US" sz="6000" dirty="0" err="1" smtClean="0"/>
              <a:t>jīvītam</a:t>
            </a:r>
            <a:r>
              <a:rPr lang="en-US" sz="6000" dirty="0" smtClean="0"/>
              <a:t> </a:t>
            </a:r>
            <a:r>
              <a:rPr lang="en-US" sz="6000" dirty="0" err="1" smtClean="0"/>
              <a:t>patham</a:t>
            </a:r>
            <a:r>
              <a:rPr lang="en-US" sz="6000" dirty="0" smtClean="0"/>
              <a:t> </a:t>
            </a:r>
            <a:r>
              <a:rPr lang="en-US" sz="6000" dirty="0" err="1" smtClean="0"/>
              <a:t>itil</a:t>
            </a:r>
            <a:r>
              <a:rPr lang="en-US" sz="6000" dirty="0" smtClean="0"/>
              <a:t> </a:t>
            </a:r>
            <a:r>
              <a:rPr lang="en-US" sz="6000" dirty="0" err="1" smtClean="0"/>
              <a:t>poliyumō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Will </a:t>
            </a:r>
            <a:r>
              <a:rPr lang="en-US" sz="5400" dirty="0" smtClean="0">
                <a:solidFill>
                  <a:srgbClr val="FFFF00"/>
                </a:solidFill>
              </a:rPr>
              <a:t>my life be extinguished on this path before my tears can merge with your sacred feet?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pramādam</a:t>
            </a:r>
            <a:r>
              <a:rPr lang="en-US" sz="6000" dirty="0" smtClean="0"/>
              <a:t> </a:t>
            </a:r>
            <a:r>
              <a:rPr lang="en-US" sz="6000" dirty="0" err="1" smtClean="0"/>
              <a:t>hṛdi</a:t>
            </a:r>
            <a:r>
              <a:rPr lang="en-US" sz="6000" dirty="0" smtClean="0"/>
              <a:t> </a:t>
            </a:r>
            <a:r>
              <a:rPr lang="en-US" sz="6000" dirty="0" err="1" smtClean="0"/>
              <a:t>gati-bhramśam</a:t>
            </a:r>
            <a:r>
              <a:rPr lang="en-US" sz="6000" dirty="0" smtClean="0"/>
              <a:t> </a:t>
            </a:r>
            <a:r>
              <a:rPr lang="en-US" sz="6000" dirty="0" err="1" smtClean="0"/>
              <a:t>varuttunnu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pracaṇḍamāy</a:t>
            </a:r>
            <a:r>
              <a:rPr lang="en-US" sz="6000" dirty="0" smtClean="0"/>
              <a:t> </a:t>
            </a:r>
            <a:r>
              <a:rPr lang="en-US" sz="6000" dirty="0" err="1" smtClean="0"/>
              <a:t>vāsanāvātaṅgaḷ</a:t>
            </a:r>
            <a:r>
              <a:rPr lang="en-US" sz="6000" dirty="0" smtClean="0"/>
              <a:t> </a:t>
            </a:r>
            <a:r>
              <a:rPr lang="en-US" sz="6000" dirty="0" err="1" smtClean="0"/>
              <a:t>vīśave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The deluded mind makes me lose my way as the winds of old tendencies fiercely blow. 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pratīkṣa</a:t>
            </a:r>
            <a:r>
              <a:rPr lang="en-US" sz="6000" dirty="0" smtClean="0"/>
              <a:t> </a:t>
            </a:r>
            <a:r>
              <a:rPr lang="en-US" sz="6000" dirty="0" smtClean="0"/>
              <a:t>tan </a:t>
            </a:r>
            <a:r>
              <a:rPr lang="en-US" sz="6000" dirty="0" err="1" smtClean="0"/>
              <a:t>nilaviḷakk-aṇayātirikkuvān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prāvīṇyam</a:t>
            </a:r>
            <a:r>
              <a:rPr lang="en-US" sz="6000" dirty="0" smtClean="0"/>
              <a:t> </a:t>
            </a:r>
            <a:r>
              <a:rPr lang="en-US" sz="6000" dirty="0" err="1" smtClean="0"/>
              <a:t>tāvakam</a:t>
            </a:r>
            <a:r>
              <a:rPr lang="en-US" sz="6000" dirty="0" smtClean="0"/>
              <a:t> </a:t>
            </a:r>
            <a:r>
              <a:rPr lang="en-US" sz="6000" dirty="0" err="1" smtClean="0"/>
              <a:t>onnu</a:t>
            </a:r>
            <a:r>
              <a:rPr lang="en-US" sz="6000" dirty="0" smtClean="0"/>
              <a:t> </a:t>
            </a:r>
            <a:r>
              <a:rPr lang="en-US" sz="6000" dirty="0" err="1" smtClean="0"/>
              <a:t>tān</a:t>
            </a:r>
            <a:r>
              <a:rPr lang="en-US" sz="6000" dirty="0" smtClean="0"/>
              <a:t> </a:t>
            </a:r>
            <a:r>
              <a:rPr lang="en-US" sz="6000" dirty="0" err="1" smtClean="0"/>
              <a:t>āśrayam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Let </a:t>
            </a:r>
            <a:r>
              <a:rPr lang="en-US" sz="6000" dirty="0" smtClean="0">
                <a:solidFill>
                  <a:srgbClr val="FFFF00"/>
                </a:solidFill>
              </a:rPr>
              <a:t>not the lamp of my hope go out; my only hope is your flawless skill. 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prasuptamāy</a:t>
            </a:r>
            <a:r>
              <a:rPr lang="en-US" sz="6000" dirty="0" smtClean="0"/>
              <a:t> </a:t>
            </a:r>
            <a:r>
              <a:rPr lang="en-US" sz="6000" dirty="0" err="1" smtClean="0"/>
              <a:t>antarātmani</a:t>
            </a:r>
            <a:r>
              <a:rPr lang="en-US" sz="6000" dirty="0" smtClean="0"/>
              <a:t> </a:t>
            </a:r>
            <a:r>
              <a:rPr lang="en-US" sz="6000" dirty="0" err="1" smtClean="0"/>
              <a:t>mēvunna</a:t>
            </a:r>
            <a:r>
              <a:rPr lang="en-US" sz="6000" dirty="0" smtClean="0"/>
              <a:t> - </a:t>
            </a:r>
            <a:r>
              <a:rPr lang="en-US" sz="6000" dirty="0" err="1" smtClean="0"/>
              <a:t>prabhāvatī</a:t>
            </a:r>
            <a:r>
              <a:rPr lang="en-US" sz="6000" dirty="0" smtClean="0"/>
              <a:t> </a:t>
            </a:r>
            <a:r>
              <a:rPr lang="en-US" sz="6000" dirty="0" err="1" smtClean="0"/>
              <a:t>ammē</a:t>
            </a:r>
            <a:r>
              <a:rPr lang="en-US" sz="6000" dirty="0" smtClean="0"/>
              <a:t> </a:t>
            </a:r>
            <a:r>
              <a:rPr lang="en-US" sz="6000" dirty="0" err="1" smtClean="0"/>
              <a:t>nī</a:t>
            </a:r>
            <a:r>
              <a:rPr lang="en-US" sz="6000" dirty="0" smtClean="0"/>
              <a:t> </a:t>
            </a:r>
            <a:r>
              <a:rPr lang="en-US" sz="6000" dirty="0" err="1" smtClean="0"/>
              <a:t>ennil</a:t>
            </a:r>
            <a:r>
              <a:rPr lang="en-US" sz="6000" dirty="0" smtClean="0"/>
              <a:t> </a:t>
            </a:r>
            <a:r>
              <a:rPr lang="en-US" sz="6000" dirty="0" err="1" smtClean="0"/>
              <a:t>uṇarnniḍū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600" dirty="0" smtClean="0">
                <a:solidFill>
                  <a:srgbClr val="FFFF00"/>
                </a:solidFill>
              </a:rPr>
              <a:t>My inner self lies fast asleep, O, Effulgent Mother, awaken in me, </a:t>
            </a:r>
            <a:endParaRPr lang="en-US" sz="66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prabuddham</a:t>
            </a:r>
            <a:r>
              <a:rPr lang="en-US" sz="6000" dirty="0" smtClean="0"/>
              <a:t> </a:t>
            </a:r>
            <a:r>
              <a:rPr lang="en-US" sz="6000" dirty="0" err="1" smtClean="0"/>
              <a:t>ākki</a:t>
            </a:r>
            <a:r>
              <a:rPr lang="en-US" sz="6000" dirty="0" smtClean="0"/>
              <a:t> </a:t>
            </a:r>
            <a:r>
              <a:rPr lang="en-US" sz="6000" dirty="0" err="1" smtClean="0"/>
              <a:t>jñāna-dugdhattāl</a:t>
            </a:r>
            <a:r>
              <a:rPr lang="en-US" sz="6000" dirty="0" smtClean="0"/>
              <a:t> en </a:t>
            </a:r>
            <a:r>
              <a:rPr lang="en-US" sz="6000" dirty="0" err="1" smtClean="0"/>
              <a:t>prajña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pracōdanam</a:t>
            </a:r>
            <a:r>
              <a:rPr lang="en-US" sz="6000" dirty="0" smtClean="0"/>
              <a:t> </a:t>
            </a:r>
            <a:r>
              <a:rPr lang="en-US" sz="6000" dirty="0" err="1" smtClean="0"/>
              <a:t>ēkū</a:t>
            </a:r>
            <a:r>
              <a:rPr lang="en-US" sz="6000" dirty="0" smtClean="0"/>
              <a:t> ī </a:t>
            </a:r>
            <a:r>
              <a:rPr lang="en-US" sz="6000" dirty="0" err="1" smtClean="0"/>
              <a:t>panthāvil</a:t>
            </a:r>
            <a:r>
              <a:rPr lang="en-US" sz="6000" dirty="0" smtClean="0"/>
              <a:t> </a:t>
            </a:r>
            <a:r>
              <a:rPr lang="en-US" sz="6000" dirty="0" err="1" smtClean="0"/>
              <a:t>munnēṙān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let </a:t>
            </a:r>
            <a:r>
              <a:rPr lang="en-US" sz="5400" dirty="0" smtClean="0">
                <a:solidFill>
                  <a:srgbClr val="FFFF00"/>
                </a:solidFill>
              </a:rPr>
              <a:t>my intellect blossom with the milk of knowledge, and inspire me to walk forward on this path.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pratītam</a:t>
            </a:r>
            <a:r>
              <a:rPr lang="en-US" sz="6000" dirty="0" smtClean="0"/>
              <a:t> </a:t>
            </a:r>
            <a:r>
              <a:rPr lang="en-US" sz="6000" dirty="0" err="1" smtClean="0"/>
              <a:t>ākum</a:t>
            </a:r>
            <a:r>
              <a:rPr lang="en-US" sz="6000" dirty="0" smtClean="0"/>
              <a:t> </a:t>
            </a:r>
            <a:r>
              <a:rPr lang="en-US" sz="6000" dirty="0" err="1" smtClean="0"/>
              <a:t>dṛśya-prapañca-vilāsaṅgaḷ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prabhāvitam</a:t>
            </a:r>
            <a:r>
              <a:rPr lang="en-US" sz="6000" dirty="0" smtClean="0"/>
              <a:t> </a:t>
            </a:r>
            <a:r>
              <a:rPr lang="en-US" sz="6000" dirty="0" err="1" smtClean="0"/>
              <a:t>āyiḍum</a:t>
            </a:r>
            <a:r>
              <a:rPr lang="en-US" sz="6000" dirty="0" smtClean="0"/>
              <a:t> </a:t>
            </a:r>
            <a:r>
              <a:rPr lang="en-US" sz="6000" dirty="0" err="1" smtClean="0"/>
              <a:t>cidānanda-bōdhattāl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The sights of this observed universe will disappear in the dawn of blissful consciousness;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pradōṣam</a:t>
            </a:r>
            <a:r>
              <a:rPr lang="en-US" sz="6000" dirty="0" smtClean="0"/>
              <a:t> </a:t>
            </a:r>
            <a:r>
              <a:rPr lang="en-US" sz="6000" dirty="0" err="1" smtClean="0"/>
              <a:t>aṇayunnatin</a:t>
            </a:r>
            <a:r>
              <a:rPr lang="en-US" sz="6000" dirty="0" smtClean="0"/>
              <a:t> </a:t>
            </a:r>
            <a:r>
              <a:rPr lang="en-US" sz="6000" dirty="0" err="1" smtClean="0"/>
              <a:t>pūrvam</a:t>
            </a:r>
            <a:r>
              <a:rPr lang="en-US" sz="6000" dirty="0" smtClean="0"/>
              <a:t> </a:t>
            </a:r>
            <a:r>
              <a:rPr lang="en-US" sz="6000" dirty="0" err="1" smtClean="0"/>
              <a:t>jīvanil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prōjjvalippicciḍū</a:t>
            </a:r>
            <a:r>
              <a:rPr lang="en-US" sz="6000" dirty="0" smtClean="0"/>
              <a:t> </a:t>
            </a:r>
            <a:r>
              <a:rPr lang="en-US" sz="6000" dirty="0" err="1" smtClean="0"/>
              <a:t>jñānāgni</a:t>
            </a:r>
            <a:r>
              <a:rPr lang="en-US" sz="6000" dirty="0" smtClean="0"/>
              <a:t> </a:t>
            </a:r>
            <a:r>
              <a:rPr lang="en-US" sz="6000" dirty="0" err="1" smtClean="0"/>
              <a:t>cinmayi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before </a:t>
            </a:r>
            <a:r>
              <a:rPr lang="en-US" sz="5400" dirty="0" smtClean="0">
                <a:solidFill>
                  <a:srgbClr val="FFFF00"/>
                </a:solidFill>
              </a:rPr>
              <a:t>I enter life’s evening shade, O Pure Awareness, light the dazzling fire of knowledge in me.</a:t>
            </a:r>
            <a:endParaRPr lang="en-US" sz="5400" dirty="0" smtClean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2865</TotalTime>
  <Words>204</Words>
  <Application>Microsoft Office PowerPoint</Application>
  <PresentationFormat>On-screen Show (4:3)</PresentationFormat>
  <Paragraphs>28</Paragraphs>
  <Slides>9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prābhavam sarva-vyāptam</vt:lpstr>
      <vt:lpstr>prābhavam sarva-vyāptam-itaṙiyāte - prabhavamām tava cārē aṇayān piḍaññu</vt:lpstr>
      <vt:lpstr>pralīnam ākāte ī kaṇṇunīr tē padē - prayāṇam ī jīvītam patham itil poliyumō</vt:lpstr>
      <vt:lpstr>pramādam hṛdi gati-bhramśam varuttunnu pracaṇḍamāy vāsanāvātaṅgaḷ vīśave</vt:lpstr>
      <vt:lpstr>pratīkṣa tan nilaviḷakk-aṇayātirikkuvān prāvīṇyam tāvakam onnu tān āśrayam</vt:lpstr>
      <vt:lpstr>prasuptamāy antarātmani mēvunna - prabhāvatī ammē nī ennil uṇarnniḍū</vt:lpstr>
      <vt:lpstr>prabuddham ākki jñāna-dugdhattāl en prajña pracōdanam ēkū ī panthāvil munnēṙān</vt:lpstr>
      <vt:lpstr>pratītam ākum dṛśya-prapañca-vilāsaṅgaḷ prabhāvitam āyiḍum cidānanda-bōdhattāl</vt:lpstr>
      <vt:lpstr>pradōṣam aṇayunnatin pūrvam jīvanil prōjjvalippicciḍū jñānāgni cinmayi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Cars Blocking the way</dc:title>
  <dc:creator>amritam</dc:creator>
  <cp:lastModifiedBy>Amrita</cp:lastModifiedBy>
  <cp:revision>323</cp:revision>
  <dcterms:created xsi:type="dcterms:W3CDTF">2006-08-16T00:00:00Z</dcterms:created>
  <dcterms:modified xsi:type="dcterms:W3CDTF">2025-05-10T12:04:52Z</dcterms:modified>
</cp:coreProperties>
</file>