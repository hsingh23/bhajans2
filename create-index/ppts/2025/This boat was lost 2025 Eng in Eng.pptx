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5" r:id="rId2"/>
    <p:sldId id="293" r:id="rId3"/>
    <p:sldId id="286" r:id="rId4"/>
    <p:sldId id="287" r:id="rId5"/>
    <p:sldId id="288" r:id="rId6"/>
    <p:sldId id="289" r:id="rId7"/>
    <p:sldId id="290" r:id="rId8"/>
    <p:sldId id="291" r:id="rId9"/>
    <p:sldId id="29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9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smtClean="0">
                <a:cs typeface="Rachana" pitchFamily="2" charset="0"/>
              </a:rPr>
              <a:t>This </a:t>
            </a:r>
            <a:r>
              <a:rPr lang="en-US" sz="7200" dirty="0" smtClean="0">
                <a:cs typeface="Rachana" pitchFamily="2" charset="0"/>
              </a:rPr>
              <a:t>boat was lost at </a:t>
            </a:r>
            <a:r>
              <a:rPr lang="en-US" sz="7200" dirty="0" smtClean="0">
                <a:cs typeface="Rachana" pitchFamily="2" charset="0"/>
              </a:rPr>
              <a:t>sea</a:t>
            </a:r>
            <a:endParaRPr lang="en-US" sz="7200" dirty="0" smtClean="0">
              <a:cs typeface="Rachana" pitchFamily="2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Rachana" pitchFamily="2" charset="0"/>
              </a:rPr>
              <a:t>2025</a:t>
            </a:r>
            <a:br>
              <a:rPr kumimoji="0" lang="en-US" sz="7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Rachana" pitchFamily="2" charset="0"/>
              </a:rPr>
            </a:br>
            <a:r>
              <a:rPr kumimoji="0" lang="en-US" sz="7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Rachana" pitchFamily="2" charset="0"/>
              </a:rPr>
              <a:t>(English)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r>
              <a:rPr lang="en-US" sz="7200" smtClean="0">
                <a:cs typeface="Rachana" pitchFamily="2" charset="0"/>
              </a:rPr>
              <a:t>This </a:t>
            </a:r>
            <a:r>
              <a:rPr lang="en-US" sz="7200" dirty="0" smtClean="0">
                <a:cs typeface="Rachana" pitchFamily="2" charset="0"/>
              </a:rPr>
              <a:t>boat was lost at sea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until you rescued </a:t>
            </a:r>
            <a:r>
              <a:rPr lang="en-US" sz="7200" dirty="0" smtClean="0">
                <a:cs typeface="Rachana" pitchFamily="2" charset="0"/>
              </a:rPr>
              <a:t>me</a:t>
            </a:r>
            <a:endParaRPr lang="en-US" sz="7200" dirty="0" smtClean="0">
              <a:cs typeface="Rachana" pitchFamily="2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oh arbiter of my destiny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err="1" smtClean="0">
                <a:cs typeface="Rachana" pitchFamily="2" charset="0"/>
              </a:rPr>
              <a:t>ambē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mā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amṛtēśvarī</a:t>
            </a:r>
            <a:r>
              <a:rPr lang="en-US" sz="7200" dirty="0" smtClean="0">
                <a:cs typeface="Rachana" pitchFamily="2" charset="0"/>
              </a:rPr>
              <a:t> 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>
                <a:cs typeface="Rachana" pitchFamily="2" charset="0"/>
              </a:rPr>
              <a:t>samsara’s</a:t>
            </a:r>
            <a:r>
              <a:rPr lang="en-US" sz="7200" dirty="0" smtClean="0">
                <a:cs typeface="Rachana" pitchFamily="2" charset="0"/>
              </a:rPr>
              <a:t> waves engulfing me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was calling for you desperately/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until you rose resplendently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emerging from the deep blue sea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emerging from the deep blue sea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oh arbiter of my destiny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err="1" smtClean="0">
                <a:cs typeface="Rachana" pitchFamily="2" charset="0"/>
              </a:rPr>
              <a:t>ambē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mā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amṛtēśvarī</a:t>
            </a:r>
            <a:r>
              <a:rPr lang="en-US" sz="7200" dirty="0" smtClean="0">
                <a:cs typeface="Rachana" pitchFamily="2" charset="0"/>
              </a:rPr>
              <a:t> 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I reveled in your majesty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the sound of </a:t>
            </a:r>
            <a:r>
              <a:rPr lang="en-US" sz="7200" dirty="0" err="1" smtClean="0">
                <a:cs typeface="Rachana" pitchFamily="2" charset="0"/>
              </a:rPr>
              <a:t>om</a:t>
            </a:r>
            <a:r>
              <a:rPr lang="en-US" sz="7200" dirty="0" smtClean="0">
                <a:cs typeface="Rachana" pitchFamily="2" charset="0"/>
              </a:rPr>
              <a:t> pervading me/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>
                <a:cs typeface="Rachana" pitchFamily="2" charset="0"/>
              </a:rPr>
              <a:t>samsara’s</a:t>
            </a:r>
            <a:r>
              <a:rPr lang="en-US" sz="7200" dirty="0" smtClean="0">
                <a:cs typeface="Rachana" pitchFamily="2" charset="0"/>
              </a:rPr>
              <a:t> tempest ceased to be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in your arms, eternally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in your arms, eternally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oh arbiter of my destiny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err="1" smtClean="0">
                <a:cs typeface="Rachana" pitchFamily="2" charset="0"/>
              </a:rPr>
              <a:t>ambē</a:t>
            </a:r>
            <a:r>
              <a:rPr lang="en-US" sz="7200" dirty="0" smtClean="0">
                <a:cs typeface="Rachana" pitchFamily="2" charset="0"/>
              </a:rPr>
              <a:t> </a:t>
            </a:r>
            <a:r>
              <a:rPr lang="en-US" sz="7200" dirty="0" err="1" smtClean="0">
                <a:cs typeface="Rachana" pitchFamily="2" charset="0"/>
              </a:rPr>
              <a:t>mā</a:t>
            </a:r>
            <a:r>
              <a:rPr lang="en-US" sz="7200" dirty="0" smtClean="0">
                <a:cs typeface="Rachana" pitchFamily="2" charset="0"/>
              </a:rPr>
              <a:t> </a:t>
            </a:r>
            <a:r>
              <a:rPr lang="en-US" sz="7200" dirty="0" err="1" smtClean="0">
                <a:cs typeface="Rachana" pitchFamily="2" charset="0"/>
              </a:rPr>
              <a:t>amṛtēśvarī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2681</TotalTime>
  <Words>48</Words>
  <Application>Microsoft Office PowerPoint</Application>
  <PresentationFormat>On-screen Show (4:3)</PresentationFormat>
  <Paragraphs>12</Paragraphs>
  <Slides>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This boat was lost at sea</vt:lpstr>
      <vt:lpstr>This boat was lost at sea until you rescued me</vt:lpstr>
      <vt:lpstr>oh arbiter of my destiny ambē mā amṛtēśvarī </vt:lpstr>
      <vt:lpstr>samsara’s waves engulfing me was calling for you desperately/</vt:lpstr>
      <vt:lpstr>until you rose resplendently emerging from the deep blue sea  emerging from the deep blue sea</vt:lpstr>
      <vt:lpstr>oh arbiter of my destiny ambē mā amṛtēśvarī </vt:lpstr>
      <vt:lpstr>I reveled in your majesty the sound of om pervading me/</vt:lpstr>
      <vt:lpstr>samsara’s tempest ceased to be in your arms, eternally  in your arms, eternally</vt:lpstr>
      <vt:lpstr>oh arbiter of my destiny ambē mā amṛtēśvarī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323</cp:revision>
  <dcterms:created xsi:type="dcterms:W3CDTF">2006-08-16T00:00:00Z</dcterms:created>
  <dcterms:modified xsi:type="dcterms:W3CDTF">2025-07-04T14:04:41Z</dcterms:modified>
</cp:coreProperties>
</file>