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hnndc1IiBq5ZedoWw84MHs6d7h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hṛdayattil ennum orāmantraṇam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(Malayalam)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hṛdayattil ennum orāmantraṇam – śuddha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prēmattin madhuramām madhu-mantraṇam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400"/>
              <a:buFont typeface="Arial"/>
              <a:buNone/>
            </a:pPr>
            <a:r>
              <a:rPr lang="en-US" sz="5500">
                <a:solidFill>
                  <a:srgbClr val="FFFF00"/>
                </a:solidFill>
              </a:rPr>
              <a:t>There is always a sacred calling within my heart — a calling of love, a calling so sweet,</a:t>
            </a:r>
            <a:endParaRPr sz="5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ātma-tatvattinde sphuraṇam utirttiḍum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vātsalya-pīyūṣa-rasa-mantraṇam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200"/>
              <a:buNone/>
            </a:pPr>
            <a:r>
              <a:rPr lang="en-US" sz="6200">
                <a:solidFill>
                  <a:srgbClr val="FFFF00"/>
                </a:solidFill>
              </a:rPr>
              <a:t>a calling of tenderness, a calling that pulses with the knowledge of the true Self.</a:t>
            </a:r>
            <a:endParaRPr sz="6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amma tannōmal karalāḷanam</a:t>
            </a:r>
            <a:b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kaiśōra-bhāvam uṇarttiḍumbōḷ</a:t>
            </a:r>
            <a:endParaRPr sz="5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Mother’s tender caress, so gentle, awakens my childlike heart;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mañjima vazhiyumā mandasmēram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uṇarttunnat-ātmāvin dīprabhāvam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her smile, aglow with divine grace, illumines the depths of my inner self.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300"/>
              <a:buFont typeface="Calibri"/>
              <a:buNone/>
            </a:pPr>
            <a:r>
              <a:rPr lang="en-US" sz="6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amma tan ārdramām ālōkanam</a:t>
            </a:r>
            <a:br>
              <a:rPr lang="en-US" sz="6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hṛttil uyarttunnu varṇṇavīci</a:t>
            </a:r>
            <a:endParaRPr sz="6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400"/>
              <a:buNone/>
            </a:pPr>
            <a:r>
              <a:rPr lang="en-US" sz="6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Her tender glances awaken within me a wondrous path of myriad colors,</a:t>
            </a:r>
            <a:endParaRPr sz="6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lang="en-US" sz="6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 varṇṇavīci tan dīpta-kānti</a:t>
            </a:r>
            <a:br>
              <a:rPr lang="en-US" sz="6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uṇarttunnu svasvarūpa-avabōdham</a:t>
            </a:r>
            <a:endParaRPr sz="6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and the radiance of that luminous trail brings me insight into my true self.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2025-06-18T15:18:51Z</dcterms:created>
  <dc:creator>Amrita</dc:creator>
</cp:coreProperties>
</file>