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1" r:id="rId2"/>
    <p:sldId id="296" r:id="rId3"/>
    <p:sldId id="297" r:id="rId4"/>
    <p:sldId id="292" r:id="rId5"/>
    <p:sldId id="298" r:id="rId6"/>
    <p:sldId id="293" r:id="rId7"/>
    <p:sldId id="299" r:id="rId8"/>
    <p:sldId id="294" r:id="rId9"/>
    <p:sldId id="300" r:id="rId10"/>
    <p:sldId id="301" r:id="rId11"/>
    <p:sldId id="30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mēre</a:t>
            </a:r>
            <a:r>
              <a:rPr lang="en-US" sz="5400" dirty="0" smtClean="0"/>
              <a:t> </a:t>
            </a:r>
            <a:r>
              <a:rPr lang="en-US" sz="5400" dirty="0" err="1" smtClean="0"/>
              <a:t>tō</a:t>
            </a:r>
            <a:r>
              <a:rPr lang="en-US" sz="5400" dirty="0" smtClean="0"/>
              <a:t> </a:t>
            </a:r>
            <a:r>
              <a:rPr lang="en-US" sz="5400" dirty="0" err="1" smtClean="0"/>
              <a:t>giridhar</a:t>
            </a:r>
            <a:r>
              <a:rPr lang="en-US" sz="5400" dirty="0" smtClean="0"/>
              <a:t> </a:t>
            </a:r>
            <a:r>
              <a:rPr lang="en-US" sz="5400" dirty="0" err="1" smtClean="0"/>
              <a:t>gōpāl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dūsrō</a:t>
            </a:r>
            <a:r>
              <a:rPr lang="en-US" sz="5400" dirty="0" smtClean="0"/>
              <a:t> </a:t>
            </a:r>
            <a:r>
              <a:rPr lang="en-US" sz="5400" dirty="0" err="1" smtClean="0"/>
              <a:t>na</a:t>
            </a:r>
            <a:r>
              <a:rPr lang="en-US" sz="5400" dirty="0" smtClean="0"/>
              <a:t> </a:t>
            </a:r>
            <a:r>
              <a:rPr lang="en-US" sz="5400" dirty="0" err="1" smtClean="0"/>
              <a:t>kōī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(Hindi)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mēre</a:t>
            </a:r>
            <a:r>
              <a:rPr lang="en-US" sz="7200" dirty="0" smtClean="0"/>
              <a:t> </a:t>
            </a:r>
            <a:r>
              <a:rPr lang="en-US" sz="7200" dirty="0" err="1" smtClean="0"/>
              <a:t>tō</a:t>
            </a:r>
            <a:r>
              <a:rPr lang="en-US" sz="7200" dirty="0" smtClean="0"/>
              <a:t> </a:t>
            </a:r>
            <a:r>
              <a:rPr lang="en-US" sz="7200" dirty="0" err="1" smtClean="0"/>
              <a:t>giridhar</a:t>
            </a:r>
            <a:r>
              <a:rPr lang="en-US" sz="7200" dirty="0" smtClean="0"/>
              <a:t> </a:t>
            </a:r>
            <a:r>
              <a:rPr lang="en-US" sz="7200" dirty="0" err="1" smtClean="0"/>
              <a:t>gōpāl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dūsrō</a:t>
            </a:r>
            <a:r>
              <a:rPr lang="en-US" sz="7200" dirty="0" smtClean="0"/>
              <a:t> </a:t>
            </a:r>
            <a:r>
              <a:rPr lang="en-US" sz="7200" dirty="0" err="1" smtClean="0"/>
              <a:t>na</a:t>
            </a:r>
            <a:r>
              <a:rPr lang="en-US" sz="7200" dirty="0" smtClean="0"/>
              <a:t> </a:t>
            </a:r>
            <a:r>
              <a:rPr lang="en-US" sz="7200" dirty="0" err="1" smtClean="0"/>
              <a:t>kōī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There is no one else for me, other than my </a:t>
            </a:r>
            <a:r>
              <a:rPr lang="en-US" sz="6600" dirty="0" err="1" smtClean="0">
                <a:solidFill>
                  <a:srgbClr val="FFFF00"/>
                </a:solidFill>
              </a:rPr>
              <a:t>Giridhar</a:t>
            </a:r>
            <a:r>
              <a:rPr lang="en-US" sz="6600" dirty="0" smtClean="0">
                <a:solidFill>
                  <a:srgbClr val="FFFF00"/>
                </a:solidFill>
              </a:rPr>
              <a:t> </a:t>
            </a:r>
            <a:r>
              <a:rPr lang="en-US" sz="6600" dirty="0" err="1" smtClean="0">
                <a:solidFill>
                  <a:srgbClr val="FFFF00"/>
                </a:solidFill>
              </a:rPr>
              <a:t>Gopal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jākē</a:t>
            </a:r>
            <a:r>
              <a:rPr lang="en-US" sz="6000" dirty="0" smtClean="0"/>
              <a:t> </a:t>
            </a:r>
            <a:r>
              <a:rPr lang="en-US" sz="6000" dirty="0" smtClean="0"/>
              <a:t>sir </a:t>
            </a:r>
            <a:r>
              <a:rPr lang="en-US" sz="6000" dirty="0" err="1" smtClean="0"/>
              <a:t>mōr</a:t>
            </a:r>
            <a:r>
              <a:rPr lang="en-US" sz="6000" dirty="0" smtClean="0"/>
              <a:t> </a:t>
            </a:r>
            <a:r>
              <a:rPr lang="en-US" sz="6000" dirty="0" err="1" smtClean="0"/>
              <a:t>mukuṭ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mērō</a:t>
            </a:r>
            <a:r>
              <a:rPr lang="en-US" sz="6000" dirty="0" smtClean="0"/>
              <a:t> </a:t>
            </a:r>
            <a:r>
              <a:rPr lang="en-US" sz="6000" dirty="0" err="1" smtClean="0"/>
              <a:t>pati</a:t>
            </a:r>
            <a:r>
              <a:rPr lang="en-US" sz="6000" dirty="0" smtClean="0"/>
              <a:t> </a:t>
            </a:r>
            <a:r>
              <a:rPr lang="en-US" sz="6000" dirty="0" err="1" smtClean="0"/>
              <a:t>sōī</a:t>
            </a:r>
            <a:r>
              <a:rPr lang="en-US" sz="6000" dirty="0" smtClean="0"/>
              <a:t> </a:t>
            </a:r>
            <a:r>
              <a:rPr lang="en-US" sz="6000" dirty="0" err="1" smtClean="0"/>
              <a:t>rē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dūsrō</a:t>
            </a:r>
            <a:r>
              <a:rPr lang="en-US" sz="6000" dirty="0" smtClean="0"/>
              <a:t> </a:t>
            </a:r>
            <a:r>
              <a:rPr lang="en-US" sz="6000" dirty="0" err="1" smtClean="0"/>
              <a:t>na</a:t>
            </a:r>
            <a:r>
              <a:rPr lang="en-US" sz="6000" dirty="0" smtClean="0"/>
              <a:t> </a:t>
            </a:r>
            <a:r>
              <a:rPr lang="en-US" sz="6000" dirty="0" err="1" smtClean="0"/>
              <a:t>kōī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—</a:t>
            </a:r>
            <a:r>
              <a:rPr lang="en-US" sz="5400" dirty="0" smtClean="0">
                <a:solidFill>
                  <a:srgbClr val="FFFF00"/>
                </a:solidFill>
              </a:rPr>
              <a:t>He who wears a crown of peacock feathers is my beloved, my Lord; for me, there is truly no other.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tāt</a:t>
            </a:r>
            <a:r>
              <a:rPr lang="en-US" sz="7200" dirty="0" smtClean="0"/>
              <a:t> </a:t>
            </a:r>
            <a:r>
              <a:rPr lang="en-US" sz="7200" dirty="0" err="1" smtClean="0"/>
              <a:t>māt</a:t>
            </a:r>
            <a:r>
              <a:rPr lang="en-US" sz="7200" dirty="0" smtClean="0"/>
              <a:t> </a:t>
            </a:r>
            <a:r>
              <a:rPr lang="en-US" sz="7200" dirty="0" err="1" smtClean="0"/>
              <a:t>bhrāt</a:t>
            </a:r>
            <a:r>
              <a:rPr lang="en-US" sz="7200" dirty="0" smtClean="0"/>
              <a:t> </a:t>
            </a:r>
            <a:r>
              <a:rPr lang="en-US" sz="7200" dirty="0" err="1" smtClean="0"/>
              <a:t>bandhu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āpaṇā</a:t>
            </a:r>
            <a:r>
              <a:rPr lang="en-US" sz="7200" dirty="0" smtClean="0"/>
              <a:t> </a:t>
            </a:r>
            <a:r>
              <a:rPr lang="en-US" sz="7200" dirty="0" err="1" smtClean="0"/>
              <a:t>na</a:t>
            </a:r>
            <a:r>
              <a:rPr lang="en-US" sz="7200" dirty="0" smtClean="0"/>
              <a:t> </a:t>
            </a:r>
            <a:r>
              <a:rPr lang="en-US" sz="7200" dirty="0" err="1" smtClean="0"/>
              <a:t>kōī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Father, mother, brother, and relatives—there is none truly mine.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chāḍ</a:t>
            </a:r>
            <a:r>
              <a:rPr lang="en-US" sz="7200" dirty="0" smtClean="0"/>
              <a:t> </a:t>
            </a:r>
            <a:r>
              <a:rPr lang="en-US" sz="7200" dirty="0" err="1" smtClean="0"/>
              <a:t>gaī</a:t>
            </a:r>
            <a:r>
              <a:rPr lang="en-US" sz="7200" dirty="0" smtClean="0"/>
              <a:t> </a:t>
            </a:r>
            <a:r>
              <a:rPr lang="en-US" sz="7200" dirty="0" err="1" smtClean="0"/>
              <a:t>kul</a:t>
            </a:r>
            <a:r>
              <a:rPr lang="en-US" sz="7200" dirty="0" smtClean="0"/>
              <a:t> </a:t>
            </a:r>
            <a:r>
              <a:rPr lang="en-US" sz="7200" dirty="0" err="1" smtClean="0"/>
              <a:t>kī</a:t>
            </a:r>
            <a:r>
              <a:rPr lang="en-US" sz="7200" dirty="0" smtClean="0"/>
              <a:t> </a:t>
            </a:r>
            <a:r>
              <a:rPr lang="en-US" sz="7200" dirty="0" err="1" smtClean="0"/>
              <a:t>lāj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kā</a:t>
            </a:r>
            <a:r>
              <a:rPr lang="en-US" sz="7200" dirty="0" smtClean="0"/>
              <a:t> </a:t>
            </a:r>
            <a:r>
              <a:rPr lang="en-US" sz="7200" dirty="0" err="1" smtClean="0"/>
              <a:t>kahiyē</a:t>
            </a:r>
            <a:r>
              <a:rPr lang="en-US" sz="7200" dirty="0" smtClean="0"/>
              <a:t> </a:t>
            </a:r>
            <a:r>
              <a:rPr lang="en-US" sz="7200" dirty="0" err="1" smtClean="0"/>
              <a:t>kōī</a:t>
            </a:r>
            <a:r>
              <a:rPr lang="en-US" sz="7200" dirty="0" smtClean="0"/>
              <a:t> </a:t>
            </a:r>
            <a:r>
              <a:rPr lang="en-US" sz="7200" dirty="0" err="1" smtClean="0"/>
              <a:t>rē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dūsrō</a:t>
            </a:r>
            <a:r>
              <a:rPr lang="en-US" sz="7200" dirty="0" smtClean="0"/>
              <a:t> </a:t>
            </a:r>
            <a:r>
              <a:rPr lang="en-US" sz="7200" dirty="0" err="1" smtClean="0"/>
              <a:t>na</a:t>
            </a:r>
            <a:r>
              <a:rPr lang="en-US" sz="7200" dirty="0" smtClean="0"/>
              <a:t> </a:t>
            </a:r>
            <a:r>
              <a:rPr lang="en-US" sz="7200" dirty="0" err="1" smtClean="0"/>
              <a:t>kōī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</a:t>
            </a:r>
            <a:r>
              <a:rPr lang="en-US" sz="5400" dirty="0" smtClean="0">
                <a:solidFill>
                  <a:srgbClr val="FFFF00"/>
                </a:solidFill>
              </a:rPr>
              <a:t>have left behind the honor of the family; what can anyone say about me? For me, there is no one else.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asuvan</a:t>
            </a:r>
            <a:r>
              <a:rPr lang="en-US" sz="7200" dirty="0" smtClean="0"/>
              <a:t> </a:t>
            </a:r>
            <a:r>
              <a:rPr lang="en-US" sz="7200" dirty="0" err="1" smtClean="0"/>
              <a:t>jal</a:t>
            </a:r>
            <a:r>
              <a:rPr lang="en-US" sz="7200" dirty="0" smtClean="0"/>
              <a:t> </a:t>
            </a:r>
            <a:r>
              <a:rPr lang="en-US" sz="7200" dirty="0" err="1" smtClean="0"/>
              <a:t>sīñc</a:t>
            </a:r>
            <a:r>
              <a:rPr lang="en-US" sz="7200" dirty="0" smtClean="0"/>
              <a:t> </a:t>
            </a:r>
            <a:r>
              <a:rPr lang="en-US" sz="7200" dirty="0" err="1" smtClean="0"/>
              <a:t>sīñc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prēm</a:t>
            </a:r>
            <a:r>
              <a:rPr lang="en-US" sz="7200" dirty="0" smtClean="0"/>
              <a:t> </a:t>
            </a:r>
            <a:r>
              <a:rPr lang="en-US" sz="7200" dirty="0" err="1" smtClean="0"/>
              <a:t>bēl</a:t>
            </a:r>
            <a:r>
              <a:rPr lang="en-US" sz="7200" dirty="0" smtClean="0"/>
              <a:t> </a:t>
            </a:r>
            <a:r>
              <a:rPr lang="en-US" sz="7200" dirty="0" err="1" smtClean="0"/>
              <a:t>bōyi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Watering it with tears, </a:t>
            </a:r>
            <a:endParaRPr lang="en-US" sz="6600" dirty="0" smtClean="0">
              <a:solidFill>
                <a:srgbClr val="FFFF00"/>
              </a:solidFill>
            </a:endParaRPr>
          </a:p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 </a:t>
            </a:r>
            <a:r>
              <a:rPr lang="en-US" sz="6600" dirty="0" smtClean="0">
                <a:solidFill>
                  <a:srgbClr val="FFFF00"/>
                </a:solidFill>
              </a:rPr>
              <a:t>planted the vine of love.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ab</a:t>
            </a:r>
            <a:r>
              <a:rPr lang="en-US" sz="6600" dirty="0" smtClean="0"/>
              <a:t> </a:t>
            </a:r>
            <a:r>
              <a:rPr lang="en-US" sz="6600" dirty="0" err="1" smtClean="0"/>
              <a:t>tō</a:t>
            </a:r>
            <a:r>
              <a:rPr lang="en-US" sz="6600" dirty="0" smtClean="0"/>
              <a:t> </a:t>
            </a:r>
            <a:r>
              <a:rPr lang="en-US" sz="6600" dirty="0" err="1" smtClean="0"/>
              <a:t>dēkh</a:t>
            </a:r>
            <a:r>
              <a:rPr lang="en-US" sz="6600" dirty="0" smtClean="0"/>
              <a:t> </a:t>
            </a:r>
            <a:r>
              <a:rPr lang="en-US" sz="6600" dirty="0" err="1" smtClean="0"/>
              <a:t>phail</a:t>
            </a:r>
            <a:r>
              <a:rPr lang="en-US" sz="6600" dirty="0" smtClean="0"/>
              <a:t> </a:t>
            </a:r>
            <a:r>
              <a:rPr lang="en-US" sz="6600" dirty="0" err="1" smtClean="0"/>
              <a:t>gayi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ānand</a:t>
            </a:r>
            <a:r>
              <a:rPr lang="en-US" sz="6600" dirty="0" smtClean="0"/>
              <a:t> </a:t>
            </a:r>
            <a:r>
              <a:rPr lang="en-US" sz="6600" dirty="0" err="1" smtClean="0"/>
              <a:t>phal</a:t>
            </a:r>
            <a:r>
              <a:rPr lang="en-US" sz="6600" dirty="0" smtClean="0"/>
              <a:t> </a:t>
            </a:r>
            <a:r>
              <a:rPr lang="en-US" sz="6600" dirty="0" err="1" smtClean="0"/>
              <a:t>hōy</a:t>
            </a:r>
            <a:r>
              <a:rPr lang="en-US" sz="6600" dirty="0" smtClean="0"/>
              <a:t> </a:t>
            </a:r>
            <a:r>
              <a:rPr lang="en-US" sz="6600" dirty="0" err="1" smtClean="0"/>
              <a:t>rē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dūsrō</a:t>
            </a:r>
            <a:r>
              <a:rPr lang="en-US" sz="6600" dirty="0" smtClean="0"/>
              <a:t> </a:t>
            </a:r>
            <a:r>
              <a:rPr lang="en-US" sz="6600" dirty="0" err="1" smtClean="0"/>
              <a:t>na</a:t>
            </a:r>
            <a:r>
              <a:rPr lang="en-US" sz="6600" dirty="0" smtClean="0"/>
              <a:t> </a:t>
            </a:r>
            <a:r>
              <a:rPr lang="en-US" sz="6600" dirty="0" err="1" smtClean="0"/>
              <a:t>kōī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Now </a:t>
            </a:r>
            <a:r>
              <a:rPr lang="en-US" sz="5400" dirty="0" smtClean="0">
                <a:solidFill>
                  <a:srgbClr val="FFFF00"/>
                </a:solidFill>
              </a:rPr>
              <a:t>see, it has spread far and wide, bearing the fruit of bliss. There is no one else for me but Him.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bhagat</a:t>
            </a:r>
            <a:r>
              <a:rPr lang="en-US" sz="7200" dirty="0" smtClean="0"/>
              <a:t> </a:t>
            </a:r>
            <a:r>
              <a:rPr lang="en-US" sz="7200" dirty="0" err="1" smtClean="0"/>
              <a:t>dēkh</a:t>
            </a:r>
            <a:r>
              <a:rPr lang="en-US" sz="7200" dirty="0" smtClean="0"/>
              <a:t> </a:t>
            </a:r>
            <a:r>
              <a:rPr lang="en-US" sz="7200" dirty="0" err="1" smtClean="0"/>
              <a:t>rāji</a:t>
            </a:r>
            <a:r>
              <a:rPr lang="en-US" sz="7200" dirty="0" smtClean="0"/>
              <a:t> </a:t>
            </a:r>
            <a:r>
              <a:rPr lang="en-US" sz="7200" dirty="0" err="1" smtClean="0"/>
              <a:t>hōī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jagat</a:t>
            </a:r>
            <a:r>
              <a:rPr lang="en-US" sz="7200" dirty="0" smtClean="0"/>
              <a:t> </a:t>
            </a:r>
            <a:r>
              <a:rPr lang="en-US" sz="7200" dirty="0" err="1" smtClean="0"/>
              <a:t>dēkh</a:t>
            </a:r>
            <a:r>
              <a:rPr lang="en-US" sz="7200" dirty="0" smtClean="0"/>
              <a:t> </a:t>
            </a:r>
            <a:r>
              <a:rPr lang="en-US" sz="7200" dirty="0" err="1" smtClean="0"/>
              <a:t>rōī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Lord is pleased to see His devotee, while the world weeps upon seeing her.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dāsī</a:t>
            </a:r>
            <a:r>
              <a:rPr lang="en-US" sz="5400" dirty="0" smtClean="0"/>
              <a:t> </a:t>
            </a:r>
            <a:r>
              <a:rPr lang="en-US" sz="5400" dirty="0" err="1" smtClean="0"/>
              <a:t>mīrā</a:t>
            </a:r>
            <a:r>
              <a:rPr lang="en-US" sz="5400" dirty="0" smtClean="0"/>
              <a:t> </a:t>
            </a:r>
            <a:r>
              <a:rPr lang="en-US" sz="5400" dirty="0" err="1" smtClean="0"/>
              <a:t>lāl</a:t>
            </a:r>
            <a:r>
              <a:rPr lang="en-US" sz="5400" dirty="0" smtClean="0"/>
              <a:t> </a:t>
            </a:r>
            <a:r>
              <a:rPr lang="en-US" sz="5400" dirty="0" err="1" smtClean="0"/>
              <a:t>giridhar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dārō</a:t>
            </a:r>
            <a:r>
              <a:rPr lang="en-US" sz="5400" dirty="0" smtClean="0"/>
              <a:t> </a:t>
            </a:r>
            <a:r>
              <a:rPr lang="en-US" sz="5400" dirty="0" err="1" smtClean="0"/>
              <a:t>ab</a:t>
            </a:r>
            <a:r>
              <a:rPr lang="en-US" sz="5400" dirty="0" smtClean="0"/>
              <a:t> </a:t>
            </a:r>
            <a:r>
              <a:rPr lang="en-US" sz="5400" dirty="0" err="1" smtClean="0"/>
              <a:t>hōyi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dārō</a:t>
            </a:r>
            <a:r>
              <a:rPr lang="en-US" sz="5400" dirty="0" smtClean="0"/>
              <a:t> </a:t>
            </a:r>
            <a:r>
              <a:rPr lang="en-US" sz="5400" dirty="0" err="1" smtClean="0"/>
              <a:t>ab</a:t>
            </a:r>
            <a:r>
              <a:rPr lang="en-US" sz="5400" dirty="0" smtClean="0"/>
              <a:t> </a:t>
            </a:r>
            <a:r>
              <a:rPr lang="en-US" sz="5400" dirty="0" err="1" smtClean="0"/>
              <a:t>hōyi</a:t>
            </a:r>
            <a:r>
              <a:rPr lang="en-US" sz="5400" dirty="0" smtClean="0"/>
              <a:t> </a:t>
            </a:r>
            <a:r>
              <a:rPr lang="en-US" sz="5400" dirty="0" err="1" smtClean="0"/>
              <a:t>rē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dūsrō</a:t>
            </a:r>
            <a:r>
              <a:rPr lang="en-US" sz="5400" dirty="0" smtClean="0"/>
              <a:t> </a:t>
            </a:r>
            <a:r>
              <a:rPr lang="en-US" sz="5400" dirty="0" err="1" smtClean="0"/>
              <a:t>na</a:t>
            </a:r>
            <a:r>
              <a:rPr lang="en-US" sz="5400" dirty="0" smtClean="0"/>
              <a:t> </a:t>
            </a:r>
            <a:r>
              <a:rPr lang="en-US" sz="5400" dirty="0" err="1" smtClean="0"/>
              <a:t>kōī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err="1" smtClean="0">
                <a:solidFill>
                  <a:srgbClr val="FFFF00"/>
                </a:solidFill>
              </a:rPr>
              <a:t>Meera</a:t>
            </a:r>
            <a:r>
              <a:rPr lang="en-US" sz="4400" dirty="0" smtClean="0">
                <a:solidFill>
                  <a:srgbClr val="FFFF00"/>
                </a:solidFill>
              </a:rPr>
              <a:t>, the humble servant of her beloved </a:t>
            </a:r>
            <a:r>
              <a:rPr lang="en-US" sz="4400" dirty="0" err="1" smtClean="0">
                <a:solidFill>
                  <a:srgbClr val="FFFF00"/>
                </a:solidFill>
              </a:rPr>
              <a:t>Giridhar</a:t>
            </a:r>
            <a:r>
              <a:rPr lang="en-US" sz="4400" dirty="0" smtClean="0">
                <a:solidFill>
                  <a:srgbClr val="FFFF00"/>
                </a:solidFill>
              </a:rPr>
              <a:t>, has now found refuge. She has found refuge indeed, and for her, there is no one else.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mēre</a:t>
            </a:r>
            <a:r>
              <a:rPr lang="en-US" sz="7200" dirty="0" smtClean="0"/>
              <a:t> </a:t>
            </a:r>
            <a:r>
              <a:rPr lang="en-US" sz="7200" dirty="0" err="1" smtClean="0"/>
              <a:t>tō</a:t>
            </a:r>
            <a:r>
              <a:rPr lang="en-US" sz="7200" dirty="0" smtClean="0"/>
              <a:t> </a:t>
            </a:r>
            <a:r>
              <a:rPr lang="en-US" sz="7200" dirty="0" err="1" smtClean="0"/>
              <a:t>giridhar</a:t>
            </a:r>
            <a:r>
              <a:rPr lang="en-US" sz="7200" dirty="0" smtClean="0"/>
              <a:t> </a:t>
            </a:r>
            <a:r>
              <a:rPr lang="en-US" sz="7200" dirty="0" err="1" smtClean="0"/>
              <a:t>gōpāl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dūsrō</a:t>
            </a:r>
            <a:r>
              <a:rPr lang="en-US" sz="7200" dirty="0" smtClean="0"/>
              <a:t> </a:t>
            </a:r>
            <a:r>
              <a:rPr lang="en-US" sz="7200" dirty="0" err="1" smtClean="0"/>
              <a:t>na</a:t>
            </a:r>
            <a:r>
              <a:rPr lang="en-US" sz="7200" dirty="0" smtClean="0"/>
              <a:t> </a:t>
            </a:r>
            <a:r>
              <a:rPr lang="en-US" sz="7200" dirty="0" err="1" smtClean="0"/>
              <a:t>kōī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There is no one else for me, other than my </a:t>
            </a:r>
            <a:r>
              <a:rPr lang="en-US" sz="6600" dirty="0" err="1" smtClean="0">
                <a:solidFill>
                  <a:srgbClr val="FFFF00"/>
                </a:solidFill>
              </a:rPr>
              <a:t>Giridhar</a:t>
            </a:r>
            <a:r>
              <a:rPr lang="en-US" sz="6600" dirty="0" smtClean="0">
                <a:solidFill>
                  <a:srgbClr val="FFFF00"/>
                </a:solidFill>
              </a:rPr>
              <a:t> </a:t>
            </a:r>
            <a:r>
              <a:rPr lang="en-US" sz="6600" dirty="0" err="1" smtClean="0">
                <a:solidFill>
                  <a:srgbClr val="FFFF00"/>
                </a:solidFill>
              </a:rPr>
              <a:t>Gopal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jākē</a:t>
            </a:r>
            <a:r>
              <a:rPr lang="en-US" sz="6000" dirty="0" smtClean="0"/>
              <a:t> </a:t>
            </a:r>
            <a:r>
              <a:rPr lang="en-US" sz="6000" dirty="0" smtClean="0"/>
              <a:t>sir </a:t>
            </a:r>
            <a:r>
              <a:rPr lang="en-US" sz="6000" dirty="0" err="1" smtClean="0"/>
              <a:t>mōr</a:t>
            </a:r>
            <a:r>
              <a:rPr lang="en-US" sz="6000" dirty="0" smtClean="0"/>
              <a:t> </a:t>
            </a:r>
            <a:r>
              <a:rPr lang="en-US" sz="6000" dirty="0" err="1" smtClean="0"/>
              <a:t>mukuṭ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mērō</a:t>
            </a:r>
            <a:r>
              <a:rPr lang="en-US" sz="6000" dirty="0" smtClean="0"/>
              <a:t> </a:t>
            </a:r>
            <a:r>
              <a:rPr lang="en-US" sz="6000" dirty="0" err="1" smtClean="0"/>
              <a:t>pati</a:t>
            </a:r>
            <a:r>
              <a:rPr lang="en-US" sz="6000" dirty="0" smtClean="0"/>
              <a:t> </a:t>
            </a:r>
            <a:r>
              <a:rPr lang="en-US" sz="6000" dirty="0" err="1" smtClean="0"/>
              <a:t>sōī</a:t>
            </a:r>
            <a:r>
              <a:rPr lang="en-US" sz="6000" dirty="0" smtClean="0"/>
              <a:t> </a:t>
            </a:r>
            <a:r>
              <a:rPr lang="en-US" sz="6000" dirty="0" err="1" smtClean="0"/>
              <a:t>rē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dūsrō</a:t>
            </a:r>
            <a:r>
              <a:rPr lang="en-US" sz="6000" dirty="0" smtClean="0"/>
              <a:t> </a:t>
            </a:r>
            <a:r>
              <a:rPr lang="en-US" sz="6000" dirty="0" err="1" smtClean="0"/>
              <a:t>na</a:t>
            </a:r>
            <a:r>
              <a:rPr lang="en-US" sz="6000" dirty="0" smtClean="0"/>
              <a:t> </a:t>
            </a:r>
            <a:r>
              <a:rPr lang="en-US" sz="6000" dirty="0" err="1" smtClean="0"/>
              <a:t>kōī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—</a:t>
            </a:r>
            <a:r>
              <a:rPr lang="en-US" sz="5400" dirty="0" smtClean="0">
                <a:solidFill>
                  <a:srgbClr val="FFFF00"/>
                </a:solidFill>
              </a:rPr>
              <a:t>He who wears a crown of peacock feathers is my beloved, my Lord; for me, there is truly no other.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2925</TotalTime>
  <Words>262</Words>
  <Application>Microsoft Office PowerPoint</Application>
  <PresentationFormat>On-screen Show (4:3)</PresentationFormat>
  <Paragraphs>35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mēre tō giridhar gōpāl dūsrō na kōī</vt:lpstr>
      <vt:lpstr>mēre tō giridhar gōpāl dūsrō na kōī</vt:lpstr>
      <vt:lpstr>jākē sir mōr mukuṭ mērō pati sōī rē dūsrō na kōī</vt:lpstr>
      <vt:lpstr>tāt māt bhrāt bandhu āpaṇā na kōī</vt:lpstr>
      <vt:lpstr>chāḍ gaī kul kī lāj kā kahiyē kōī rē dūsrō na kōī</vt:lpstr>
      <vt:lpstr>asuvan jal sīñc sīñc prēm bēl bōyi</vt:lpstr>
      <vt:lpstr>ab tō dēkh phail gayi ānand phal hōy rē dūsrō na kōī</vt:lpstr>
      <vt:lpstr>bhagat dēkh rāji hōī jagat dēkh rōī</vt:lpstr>
      <vt:lpstr>dāsī mīrā lāl giridhar dārō ab hōyi dārō ab hōyi rē dūsrō na kōī</vt:lpstr>
      <vt:lpstr>mēre tō giridhar gōpāl dūsrō na kōī</vt:lpstr>
      <vt:lpstr>jākē sir mōr mukuṭ mērō pati sōī rē dūsrō na kōī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2025-05-23T14:15:02Z</dcterms:modified>
</cp:coreProperties>
</file>