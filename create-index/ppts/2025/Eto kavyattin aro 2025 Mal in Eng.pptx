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87" r:id="rId2"/>
    <p:sldId id="292" r:id="rId3"/>
    <p:sldId id="293" r:id="rId4"/>
    <p:sldId id="291" r:id="rId5"/>
    <p:sldId id="294" r:id="rId6"/>
    <p:sldId id="288" r:id="rId7"/>
    <p:sldId id="295" r:id="rId8"/>
    <p:sldId id="289" r:id="rId9"/>
    <p:sldId id="296" r:id="rId10"/>
    <p:sldId id="290" r:id="rId11"/>
    <p:sldId id="29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6441" autoAdjust="0"/>
  </p:normalViewPr>
  <p:slideViewPr>
    <p:cSldViewPr>
      <p:cViewPr varScale="1">
        <p:scale>
          <a:sx n="99" d="100"/>
          <a:sy n="99" d="100"/>
        </p:scale>
        <p:origin x="-1974" y="-96"/>
      </p:cViewPr>
      <p:guideLst>
        <p:guide orient="horz" pos="2160"/>
        <p:guide pos="2880"/>
      </p:guideLst>
    </p:cSldViewPr>
  </p:slideViewPr>
  <p:outlineViewPr>
    <p:cViewPr>
      <p:scale>
        <a:sx n="33" d="100"/>
        <a:sy n="33" d="100"/>
      </p:scale>
      <p:origin x="0" y="162"/>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41776F-C5E4-4D79-8409-3173ED07A66F}" type="datetimeFigureOut">
              <a:rPr lang="en-US" smtClean="0"/>
              <a:pPr/>
              <a:t>5/8/2025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984ED3-0A26-466E-9119-AEC6D927E7C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lstStyle>
            <a:lvl1pPr>
              <a:lnSpc>
                <a:spcPct val="100000"/>
              </a:lnSpc>
              <a:defRPr/>
            </a:lvl1pPr>
          </a:lstStyle>
          <a:p>
            <a:r>
              <a:rPr lang="en-US" dirty="0" smtClean="0"/>
              <a:t>Click to edit Master title style</a:t>
            </a:r>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6858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Tree>
  </p:cSld>
  <p:clrMap bg1="dk1" tx1="lt1" bg2="dk2" tx2="lt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6000" dirty="0" err="1" smtClean="0"/>
              <a:t>ētō</a:t>
            </a:r>
            <a:r>
              <a:rPr lang="en-US" sz="6000" dirty="0" smtClean="0"/>
              <a:t> </a:t>
            </a:r>
            <a:r>
              <a:rPr lang="en-US" sz="6000" dirty="0" err="1" smtClean="0"/>
              <a:t>kāvyattin-ārō</a:t>
            </a:r>
            <a:r>
              <a:rPr lang="en-US" sz="6000" dirty="0" smtClean="0"/>
              <a:t> </a:t>
            </a:r>
            <a:r>
              <a:rPr lang="en-US" sz="6000" dirty="0" err="1" smtClean="0"/>
              <a:t>madhuramāy</a:t>
            </a:r>
            <a:r>
              <a:rPr lang="en-US" sz="6000" dirty="0" smtClean="0"/>
              <a:t> </a:t>
            </a:r>
            <a:r>
              <a:rPr lang="en-US" sz="6000" dirty="0" err="1" smtClean="0"/>
              <a:t>īṇam</a:t>
            </a:r>
            <a:r>
              <a:rPr lang="en-US" sz="6000" dirty="0" smtClean="0"/>
              <a:t> </a:t>
            </a:r>
            <a:r>
              <a:rPr lang="en-US" sz="6000" dirty="0" err="1" smtClean="0"/>
              <a:t>pakarunna</a:t>
            </a:r>
            <a:r>
              <a:rPr lang="en-US" sz="6000" dirty="0" smtClean="0"/>
              <a:t> </a:t>
            </a:r>
            <a:r>
              <a:rPr lang="en-US" sz="6000" dirty="0" err="1" smtClean="0"/>
              <a:t>pōle</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2025</a:t>
            </a:r>
          </a:p>
          <a:p>
            <a:pPr algn="ctr"/>
            <a:r>
              <a:rPr lang="en-IN" sz="6000" dirty="0" smtClean="0">
                <a:solidFill>
                  <a:srgbClr val="FFFF00"/>
                </a:solidFill>
              </a:rPr>
              <a:t>(Malayalam)</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ētō</a:t>
            </a:r>
            <a:r>
              <a:rPr lang="en-US" sz="5400" dirty="0" smtClean="0"/>
              <a:t> </a:t>
            </a:r>
            <a:r>
              <a:rPr lang="en-US" sz="5400" dirty="0" err="1" smtClean="0"/>
              <a:t>kāvyattin-ārō</a:t>
            </a:r>
            <a:r>
              <a:rPr lang="en-US" sz="5400" dirty="0" smtClean="0"/>
              <a:t> </a:t>
            </a:r>
            <a:r>
              <a:rPr lang="en-US" sz="5400" dirty="0" err="1" smtClean="0"/>
              <a:t>madhuramāy</a:t>
            </a:r>
            <a:r>
              <a:rPr lang="en-US" sz="5400" dirty="0" smtClean="0"/>
              <a:t> </a:t>
            </a:r>
            <a:r>
              <a:rPr lang="en-US" sz="5400" dirty="0" err="1" smtClean="0"/>
              <a:t>īṇam</a:t>
            </a:r>
            <a:r>
              <a:rPr lang="en-US" sz="5400" dirty="0" smtClean="0"/>
              <a:t> </a:t>
            </a:r>
            <a:r>
              <a:rPr lang="en-US" sz="5400" dirty="0" err="1" smtClean="0"/>
              <a:t>pakarunna</a:t>
            </a:r>
            <a:r>
              <a:rPr lang="en-US" sz="5400" dirty="0" smtClean="0"/>
              <a:t> </a:t>
            </a:r>
            <a:r>
              <a:rPr lang="en-US" sz="5400" dirty="0" err="1" smtClean="0"/>
              <a:t>pōle</a:t>
            </a:r>
            <a:r>
              <a:rPr lang="en-US" sz="5400" dirty="0" smtClean="0"/>
              <a:t/>
            </a:r>
            <a:br>
              <a:rPr lang="en-US" sz="5400" dirty="0" smtClean="0"/>
            </a:br>
            <a:r>
              <a:rPr lang="en-US" sz="5400" dirty="0" err="1" smtClean="0"/>
              <a:t>ārō</a:t>
            </a:r>
            <a:r>
              <a:rPr lang="en-US" sz="5400" dirty="0" smtClean="0"/>
              <a:t> </a:t>
            </a:r>
            <a:r>
              <a:rPr lang="en-US" sz="5400" dirty="0" err="1" smtClean="0"/>
              <a:t>madhurita-svaralayamoḍ-atālapiccīḍunna</a:t>
            </a:r>
            <a:r>
              <a:rPr lang="en-US" sz="5400" dirty="0" smtClean="0"/>
              <a:t> </a:t>
            </a:r>
            <a:r>
              <a:rPr lang="en-US" sz="5400" dirty="0" err="1" smtClean="0"/>
              <a:t>pōle</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5400" dirty="0" smtClean="0">
                <a:solidFill>
                  <a:srgbClr val="FFFF00"/>
                </a:solidFill>
              </a:rPr>
              <a:t>Like one who sets a lovely tune to a poem another has penned, like one who sings the melody with </a:t>
            </a:r>
            <a:r>
              <a:rPr lang="en-US" sz="5400" dirty="0" smtClean="0">
                <a:solidFill>
                  <a:srgbClr val="FFFF00"/>
                </a:solidFill>
              </a:rPr>
              <a:t>sweetness</a:t>
            </a:r>
            <a:endParaRPr lang="en-US" sz="5400" dirty="0">
              <a:solidFill>
                <a:srgbClr val="FFFF00"/>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jīvita-kāvyam</a:t>
            </a:r>
            <a:r>
              <a:rPr lang="en-US" sz="5400" dirty="0" smtClean="0"/>
              <a:t> </a:t>
            </a:r>
            <a:r>
              <a:rPr lang="en-US" sz="5400" dirty="0" err="1" smtClean="0"/>
              <a:t>racippat-ārō</a:t>
            </a:r>
            <a:r>
              <a:rPr lang="en-US" sz="5400" dirty="0" smtClean="0"/>
              <a:t> </a:t>
            </a:r>
            <a:r>
              <a:rPr lang="en-US" sz="5400" dirty="0" err="1" smtClean="0"/>
              <a:t>īṇam</a:t>
            </a:r>
            <a:r>
              <a:rPr lang="en-US" sz="5400" dirty="0" smtClean="0"/>
              <a:t> </a:t>
            </a:r>
            <a:r>
              <a:rPr lang="en-US" sz="5400" dirty="0" err="1" smtClean="0"/>
              <a:t>ēkuvatum</a:t>
            </a:r>
            <a:r>
              <a:rPr lang="en-US" sz="5400" dirty="0" smtClean="0"/>
              <a:t> </a:t>
            </a:r>
            <a:r>
              <a:rPr lang="en-US" sz="5400" dirty="0" err="1" smtClean="0"/>
              <a:t>ārō</a:t>
            </a:r>
            <a:r>
              <a:rPr lang="en-US" sz="5400" dirty="0" smtClean="0"/>
              <a:t/>
            </a:r>
            <a:br>
              <a:rPr lang="en-US" sz="5400" dirty="0" smtClean="0"/>
            </a:br>
            <a:r>
              <a:rPr lang="en-US" sz="5400" dirty="0" err="1" smtClean="0"/>
              <a:t>śrutilayamoḍu</a:t>
            </a:r>
            <a:r>
              <a:rPr lang="en-US" sz="5400" dirty="0" smtClean="0"/>
              <a:t> </a:t>
            </a:r>
            <a:r>
              <a:rPr lang="en-US" sz="5400" dirty="0" err="1" smtClean="0"/>
              <a:t>madhuramāyi</a:t>
            </a:r>
            <a:r>
              <a:rPr lang="en-US" sz="5400" dirty="0" smtClean="0"/>
              <a:t> </a:t>
            </a:r>
            <a:r>
              <a:rPr lang="en-US" sz="5400" dirty="0" err="1" smtClean="0"/>
              <a:t>ālapiccīḍuvat-ārō</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5400" dirty="0" smtClean="0">
                <a:solidFill>
                  <a:srgbClr val="FFFF00"/>
                </a:solidFill>
              </a:rPr>
              <a:t>—</a:t>
            </a:r>
            <a:r>
              <a:rPr lang="en-US" sz="5400" dirty="0" smtClean="0">
                <a:solidFill>
                  <a:srgbClr val="FFFF00"/>
                </a:solidFill>
              </a:rPr>
              <a:t>who wrote the poem of our life? Who set it to music? And who sang it into being as a sweet song?</a:t>
            </a:r>
            <a:endParaRPr lang="en-US" sz="5400" dirty="0">
              <a:solidFill>
                <a:srgbClr val="FFFF00"/>
              </a:solidFill>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ētō</a:t>
            </a:r>
            <a:r>
              <a:rPr lang="en-US" sz="5400" dirty="0" smtClean="0"/>
              <a:t> </a:t>
            </a:r>
            <a:r>
              <a:rPr lang="en-US" sz="5400" dirty="0" err="1" smtClean="0"/>
              <a:t>kāvyattin-ārō</a:t>
            </a:r>
            <a:r>
              <a:rPr lang="en-US" sz="5400" dirty="0" smtClean="0"/>
              <a:t> </a:t>
            </a:r>
            <a:r>
              <a:rPr lang="en-US" sz="5400" dirty="0" err="1" smtClean="0"/>
              <a:t>madhuramāy</a:t>
            </a:r>
            <a:r>
              <a:rPr lang="en-US" sz="5400" dirty="0" smtClean="0"/>
              <a:t> </a:t>
            </a:r>
            <a:r>
              <a:rPr lang="en-US" sz="5400" dirty="0" err="1" smtClean="0"/>
              <a:t>īṇam</a:t>
            </a:r>
            <a:r>
              <a:rPr lang="en-US" sz="5400" dirty="0" smtClean="0"/>
              <a:t> </a:t>
            </a:r>
            <a:r>
              <a:rPr lang="en-US" sz="5400" dirty="0" err="1" smtClean="0"/>
              <a:t>pakarunna</a:t>
            </a:r>
            <a:r>
              <a:rPr lang="en-US" sz="5400" dirty="0" smtClean="0"/>
              <a:t> </a:t>
            </a:r>
            <a:r>
              <a:rPr lang="en-US" sz="5400" dirty="0" err="1" smtClean="0"/>
              <a:t>pōle</a:t>
            </a:r>
            <a:r>
              <a:rPr lang="en-US" sz="5400" dirty="0" smtClean="0"/>
              <a:t/>
            </a:r>
            <a:br>
              <a:rPr lang="en-US" sz="5400" dirty="0" smtClean="0"/>
            </a:br>
            <a:r>
              <a:rPr lang="en-US" sz="5400" dirty="0" err="1" smtClean="0"/>
              <a:t>ārō</a:t>
            </a:r>
            <a:r>
              <a:rPr lang="en-US" sz="5400" dirty="0" smtClean="0"/>
              <a:t> </a:t>
            </a:r>
            <a:r>
              <a:rPr lang="en-US" sz="5400" dirty="0" err="1" smtClean="0"/>
              <a:t>madhurita-svaralayamoḍ-atālapiccīḍunna</a:t>
            </a:r>
            <a:r>
              <a:rPr lang="en-US" sz="5400" dirty="0" smtClean="0"/>
              <a:t> </a:t>
            </a:r>
            <a:r>
              <a:rPr lang="en-US" sz="5400" dirty="0" err="1" smtClean="0"/>
              <a:t>pōle</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5400" dirty="0" smtClean="0">
                <a:solidFill>
                  <a:srgbClr val="FFFF00"/>
                </a:solidFill>
              </a:rPr>
              <a:t>Like one who sets a lovely tune to a poem another has penned, like one who sings the melody with </a:t>
            </a:r>
            <a:r>
              <a:rPr lang="en-US" sz="5400" dirty="0" smtClean="0">
                <a:solidFill>
                  <a:srgbClr val="FFFF00"/>
                </a:solidFill>
              </a:rPr>
              <a:t>sweetness</a:t>
            </a:r>
            <a:endParaRPr lang="en-US" sz="5400" dirty="0">
              <a:solidFill>
                <a:srgbClr val="FFFF00"/>
              </a:solidFill>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6000" dirty="0" err="1" smtClean="0"/>
              <a:t>jīvita-kāvyam</a:t>
            </a:r>
            <a:r>
              <a:rPr lang="en-US" sz="6000" dirty="0" smtClean="0"/>
              <a:t> </a:t>
            </a:r>
            <a:r>
              <a:rPr lang="en-US" sz="6000" dirty="0" err="1" smtClean="0"/>
              <a:t>racippat-ārō</a:t>
            </a:r>
            <a:r>
              <a:rPr lang="en-US" sz="6000" dirty="0" smtClean="0"/>
              <a:t> </a:t>
            </a:r>
            <a:r>
              <a:rPr lang="en-US" sz="6000" dirty="0" err="1" smtClean="0"/>
              <a:t>īṇam</a:t>
            </a:r>
            <a:r>
              <a:rPr lang="en-US" sz="6000" dirty="0" smtClean="0"/>
              <a:t> </a:t>
            </a:r>
            <a:r>
              <a:rPr lang="en-US" sz="6000" dirty="0" err="1" smtClean="0"/>
              <a:t>ēkuvatum</a:t>
            </a:r>
            <a:r>
              <a:rPr lang="en-US" sz="6000" dirty="0" smtClean="0"/>
              <a:t> </a:t>
            </a:r>
            <a:r>
              <a:rPr lang="en-US" sz="6000" dirty="0" err="1" smtClean="0"/>
              <a:t>ārō</a:t>
            </a:r>
            <a:r>
              <a:rPr lang="en-US" sz="6000" dirty="0" smtClean="0"/>
              <a:t/>
            </a:r>
            <a:br>
              <a:rPr lang="en-US" sz="6000" dirty="0" smtClean="0"/>
            </a:br>
            <a:r>
              <a:rPr lang="en-US" sz="6000" dirty="0" err="1" smtClean="0"/>
              <a:t>śrutilayamoḍu</a:t>
            </a:r>
            <a:r>
              <a:rPr lang="en-US" sz="6000" dirty="0" smtClean="0"/>
              <a:t> </a:t>
            </a:r>
            <a:r>
              <a:rPr lang="en-US" sz="6000" dirty="0" err="1" smtClean="0"/>
              <a:t>madhuramāyi</a:t>
            </a:r>
            <a:r>
              <a:rPr lang="en-US" sz="6000" dirty="0" smtClean="0"/>
              <a:t> </a:t>
            </a:r>
            <a:r>
              <a:rPr lang="en-US" sz="6000" dirty="0" err="1" smtClean="0"/>
              <a:t>ālapiccīḍuvat-ārō</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5400" dirty="0" smtClean="0">
                <a:solidFill>
                  <a:srgbClr val="FFFF00"/>
                </a:solidFill>
              </a:rPr>
              <a:t>—</a:t>
            </a:r>
            <a:r>
              <a:rPr lang="en-US" sz="5400" dirty="0" smtClean="0">
                <a:solidFill>
                  <a:srgbClr val="FFFF00"/>
                </a:solidFill>
              </a:rPr>
              <a:t>who wrote the poem of our life? Who set it to music? And who sang it into being as a sweet song?</a:t>
            </a:r>
            <a:endParaRPr lang="en-US" sz="5400" dirty="0">
              <a:solidFill>
                <a:srgbClr val="FFFF00"/>
              </a:solidFill>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ētō</a:t>
            </a:r>
            <a:r>
              <a:rPr lang="en-US" sz="5400" dirty="0" smtClean="0"/>
              <a:t> </a:t>
            </a:r>
            <a:r>
              <a:rPr lang="en-US" sz="5400" dirty="0" err="1" smtClean="0"/>
              <a:t>vipinē</a:t>
            </a:r>
            <a:r>
              <a:rPr lang="en-US" sz="5400" dirty="0" smtClean="0"/>
              <a:t> </a:t>
            </a:r>
            <a:r>
              <a:rPr lang="en-US" sz="5400" dirty="0" err="1" smtClean="0"/>
              <a:t>maṙaññoru</a:t>
            </a:r>
            <a:r>
              <a:rPr lang="en-US" sz="5400" dirty="0" smtClean="0"/>
              <a:t> </a:t>
            </a:r>
            <a:r>
              <a:rPr lang="en-US" sz="5400" dirty="0" err="1" smtClean="0"/>
              <a:t>śilaye</a:t>
            </a:r>
            <a:r>
              <a:rPr lang="en-US" sz="5400" dirty="0" smtClean="0"/>
              <a:t> </a:t>
            </a:r>
            <a:r>
              <a:rPr lang="en-US" sz="5400" dirty="0" err="1" smtClean="0"/>
              <a:t>ārō</a:t>
            </a:r>
            <a:r>
              <a:rPr lang="en-US" sz="5400" dirty="0" smtClean="0"/>
              <a:t> </a:t>
            </a:r>
            <a:r>
              <a:rPr lang="en-US" sz="5400" dirty="0" err="1" smtClean="0"/>
              <a:t>kāṇmatu</a:t>
            </a:r>
            <a:r>
              <a:rPr lang="en-US" sz="5400" dirty="0" smtClean="0"/>
              <a:t> </a:t>
            </a:r>
            <a:r>
              <a:rPr lang="en-US" sz="5400" dirty="0" err="1" smtClean="0"/>
              <a:t>pōle</a:t>
            </a:r>
            <a:r>
              <a:rPr lang="en-US" sz="5400" dirty="0" smtClean="0"/>
              <a:t/>
            </a:r>
            <a:br>
              <a:rPr lang="en-US" sz="5400" dirty="0" smtClean="0"/>
            </a:br>
            <a:r>
              <a:rPr lang="en-US" sz="5400" dirty="0" err="1" smtClean="0"/>
              <a:t>ārō</a:t>
            </a:r>
            <a:r>
              <a:rPr lang="en-US" sz="5400" dirty="0" smtClean="0"/>
              <a:t> </a:t>
            </a:r>
            <a:r>
              <a:rPr lang="en-US" sz="5400" dirty="0" err="1" smtClean="0"/>
              <a:t>kaṇḍ-eḍutta</a:t>
            </a:r>
            <a:r>
              <a:rPr lang="en-US" sz="5400" dirty="0" smtClean="0"/>
              <a:t> </a:t>
            </a:r>
            <a:r>
              <a:rPr lang="en-US" sz="5400" dirty="0" err="1" smtClean="0"/>
              <a:t>śilayil</a:t>
            </a:r>
            <a:r>
              <a:rPr lang="en-US" sz="5400" dirty="0" smtClean="0"/>
              <a:t> </a:t>
            </a:r>
            <a:r>
              <a:rPr lang="en-US" sz="5400" dirty="0" err="1" smtClean="0"/>
              <a:t>ninnum</a:t>
            </a:r>
            <a:r>
              <a:rPr lang="en-US" sz="5400" dirty="0" smtClean="0"/>
              <a:t> </a:t>
            </a:r>
            <a:r>
              <a:rPr lang="en-US" sz="5400" dirty="0" err="1" smtClean="0"/>
              <a:t>śilpam</a:t>
            </a:r>
            <a:r>
              <a:rPr lang="en-US" sz="5400" dirty="0" smtClean="0"/>
              <a:t> </a:t>
            </a:r>
            <a:r>
              <a:rPr lang="en-US" sz="5400" dirty="0" err="1" smtClean="0"/>
              <a:t>racippatu</a:t>
            </a:r>
            <a:r>
              <a:rPr lang="en-US" sz="5400" dirty="0" smtClean="0"/>
              <a:t> </a:t>
            </a:r>
            <a:r>
              <a:rPr lang="en-US" sz="5400" dirty="0" err="1" smtClean="0"/>
              <a:t>pōle</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5400" dirty="0" smtClean="0">
                <a:solidFill>
                  <a:srgbClr val="FFFF00"/>
                </a:solidFill>
              </a:rPr>
              <a:t>Like one who discovers a stone hidden deep in the forest, and another who carves from it a beautiful </a:t>
            </a:r>
            <a:r>
              <a:rPr lang="en-US" sz="5400" dirty="0" smtClean="0">
                <a:solidFill>
                  <a:srgbClr val="FFFF00"/>
                </a:solidFill>
              </a:rPr>
              <a:t>sculpture</a:t>
            </a:r>
            <a:endParaRPr lang="en-US" sz="5400" dirty="0">
              <a:solidFill>
                <a:srgbClr val="FFFF00"/>
              </a:solidFill>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jīva-śilaye</a:t>
            </a:r>
            <a:r>
              <a:rPr lang="en-US" sz="5400" dirty="0" smtClean="0"/>
              <a:t> </a:t>
            </a:r>
            <a:r>
              <a:rPr lang="en-US" sz="5400" dirty="0" err="1" smtClean="0"/>
              <a:t>kāṇmatum</a:t>
            </a:r>
            <a:r>
              <a:rPr lang="en-US" sz="5400" dirty="0" smtClean="0"/>
              <a:t> </a:t>
            </a:r>
            <a:r>
              <a:rPr lang="en-US" sz="5400" dirty="0" err="1" smtClean="0"/>
              <a:t>ārō</a:t>
            </a:r>
            <a:r>
              <a:rPr lang="en-US" sz="5400" dirty="0" smtClean="0"/>
              <a:t> </a:t>
            </a:r>
            <a:r>
              <a:rPr lang="en-US" sz="5400" dirty="0" err="1" smtClean="0"/>
              <a:t>śilpam</a:t>
            </a:r>
            <a:r>
              <a:rPr lang="en-US" sz="5400" dirty="0" smtClean="0"/>
              <a:t> </a:t>
            </a:r>
            <a:r>
              <a:rPr lang="en-US" sz="5400" dirty="0" err="1" smtClean="0"/>
              <a:t>racippatum</a:t>
            </a:r>
            <a:r>
              <a:rPr lang="en-US" sz="5400" dirty="0" smtClean="0"/>
              <a:t> </a:t>
            </a:r>
            <a:r>
              <a:rPr lang="en-US" sz="5400" dirty="0" err="1" smtClean="0"/>
              <a:t>ārō</a:t>
            </a:r>
            <a:r>
              <a:rPr lang="en-US" sz="5400" dirty="0" smtClean="0"/>
              <a:t/>
            </a:r>
            <a:br>
              <a:rPr lang="en-US" sz="5400" dirty="0" smtClean="0"/>
            </a:br>
            <a:r>
              <a:rPr lang="en-US" sz="5400" dirty="0" err="1" smtClean="0"/>
              <a:t>prāṇa-caitanyam</a:t>
            </a:r>
            <a:r>
              <a:rPr lang="en-US" sz="5400" dirty="0" smtClean="0"/>
              <a:t> </a:t>
            </a:r>
            <a:r>
              <a:rPr lang="en-US" sz="5400" dirty="0" err="1" smtClean="0"/>
              <a:t>ēkiyā</a:t>
            </a:r>
            <a:r>
              <a:rPr lang="en-US" sz="5400" dirty="0" smtClean="0"/>
              <a:t> </a:t>
            </a:r>
            <a:r>
              <a:rPr lang="en-US" sz="5400" dirty="0" err="1" smtClean="0"/>
              <a:t>śilpam</a:t>
            </a:r>
            <a:r>
              <a:rPr lang="en-US" sz="5400" dirty="0" smtClean="0"/>
              <a:t> </a:t>
            </a:r>
            <a:r>
              <a:rPr lang="en-US" sz="5400" dirty="0" err="1" smtClean="0"/>
              <a:t>divyamāy</a:t>
            </a:r>
            <a:r>
              <a:rPr lang="en-US" sz="5400" dirty="0" smtClean="0"/>
              <a:t> </a:t>
            </a:r>
            <a:r>
              <a:rPr lang="en-US" sz="5400" dirty="0" err="1" smtClean="0"/>
              <a:t>tīrkkuvat-ārō</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t>
            </a:r>
            <a:r>
              <a:rPr lang="en-US" sz="6000" dirty="0" smtClean="0">
                <a:solidFill>
                  <a:srgbClr val="FFFF00"/>
                </a:solidFill>
              </a:rPr>
              <a:t>who transformed it into an idol divine by breathing life into the stone?</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ētō</a:t>
            </a:r>
            <a:r>
              <a:rPr lang="en-US" sz="5400" dirty="0" smtClean="0"/>
              <a:t> </a:t>
            </a:r>
            <a:r>
              <a:rPr lang="en-US" sz="5400" dirty="0" err="1" smtClean="0"/>
              <a:t>pāzhmuḷantaṇḍ-onnil</a:t>
            </a:r>
            <a:r>
              <a:rPr lang="en-US" sz="5400" dirty="0" smtClean="0"/>
              <a:t> </a:t>
            </a:r>
            <a:r>
              <a:rPr lang="en-US" sz="5400" dirty="0" err="1" smtClean="0"/>
              <a:t>ārō</a:t>
            </a:r>
            <a:r>
              <a:rPr lang="en-US" sz="5400" dirty="0" smtClean="0"/>
              <a:t> </a:t>
            </a:r>
            <a:r>
              <a:rPr lang="en-US" sz="5400" dirty="0" err="1" smtClean="0"/>
              <a:t>dvāraṅgaḷ</a:t>
            </a:r>
            <a:r>
              <a:rPr lang="en-US" sz="5400" dirty="0" smtClean="0"/>
              <a:t> </a:t>
            </a:r>
            <a:r>
              <a:rPr lang="en-US" sz="5400" dirty="0" err="1" smtClean="0"/>
              <a:t>ēkiya</a:t>
            </a:r>
            <a:r>
              <a:rPr lang="en-US" sz="5400" dirty="0" smtClean="0"/>
              <a:t> </a:t>
            </a:r>
            <a:r>
              <a:rPr lang="en-US" sz="5400" dirty="0" err="1" smtClean="0"/>
              <a:t>pōle</a:t>
            </a:r>
            <a:r>
              <a:rPr lang="en-US" sz="5400" dirty="0" smtClean="0"/>
              <a:t/>
            </a:r>
            <a:br>
              <a:rPr lang="en-US" sz="5400" dirty="0" smtClean="0"/>
            </a:br>
            <a:r>
              <a:rPr lang="en-US" sz="5400" dirty="0" err="1" smtClean="0"/>
              <a:t>ārō</a:t>
            </a:r>
            <a:r>
              <a:rPr lang="en-US" sz="5400" dirty="0" smtClean="0"/>
              <a:t> </a:t>
            </a:r>
            <a:r>
              <a:rPr lang="en-US" sz="5400" dirty="0" err="1" smtClean="0"/>
              <a:t>adharam</a:t>
            </a:r>
            <a:r>
              <a:rPr lang="en-US" sz="5400" dirty="0" smtClean="0"/>
              <a:t> </a:t>
            </a:r>
            <a:r>
              <a:rPr lang="en-US" sz="5400" dirty="0" err="1" smtClean="0"/>
              <a:t>aṇaccatil</a:t>
            </a:r>
            <a:r>
              <a:rPr lang="en-US" sz="5400" dirty="0" smtClean="0"/>
              <a:t> </a:t>
            </a:r>
            <a:r>
              <a:rPr lang="en-US" sz="5400" dirty="0" err="1" smtClean="0"/>
              <a:t>ninnum</a:t>
            </a:r>
            <a:r>
              <a:rPr lang="en-US" sz="5400" dirty="0" smtClean="0"/>
              <a:t> </a:t>
            </a:r>
            <a:r>
              <a:rPr lang="en-US" sz="5400" dirty="0" err="1" smtClean="0"/>
              <a:t>gānaṅgaḷ</a:t>
            </a:r>
            <a:r>
              <a:rPr lang="en-US" sz="5400" dirty="0" smtClean="0"/>
              <a:t> </a:t>
            </a:r>
            <a:r>
              <a:rPr lang="en-US" sz="5400" dirty="0" err="1" smtClean="0"/>
              <a:t>ūtiya</a:t>
            </a:r>
            <a:r>
              <a:rPr lang="en-US" sz="5400" dirty="0" smtClean="0"/>
              <a:t> </a:t>
            </a:r>
            <a:r>
              <a:rPr lang="en-US" sz="5400" dirty="0" err="1" smtClean="0"/>
              <a:t>pōle</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5400" dirty="0" smtClean="0">
                <a:solidFill>
                  <a:srgbClr val="FFFF00"/>
                </a:solidFill>
              </a:rPr>
              <a:t>Like one who carves holes into a hollow bamboo reed, and another who lifts it to his lips and draws forth sweet </a:t>
            </a:r>
            <a:r>
              <a:rPr lang="en-US" sz="5400" dirty="0" smtClean="0">
                <a:solidFill>
                  <a:srgbClr val="FFFF00"/>
                </a:solidFill>
              </a:rPr>
              <a:t>melodies</a:t>
            </a:r>
            <a:endParaRPr lang="en-US" sz="5400" dirty="0">
              <a:solidFill>
                <a:srgbClr val="FFFF00"/>
              </a:solidFill>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4800" dirty="0" err="1" smtClean="0"/>
              <a:t>pāzhmana-muḷantaṇḍil</a:t>
            </a:r>
            <a:r>
              <a:rPr lang="en-US" sz="4800" dirty="0" smtClean="0"/>
              <a:t> </a:t>
            </a:r>
            <a:r>
              <a:rPr lang="en-US" sz="4800" dirty="0" err="1" smtClean="0"/>
              <a:t>dvāraṅgaḷ</a:t>
            </a:r>
            <a:r>
              <a:rPr lang="en-US" sz="4800" dirty="0" smtClean="0"/>
              <a:t> </a:t>
            </a:r>
            <a:r>
              <a:rPr lang="en-US" sz="4800" dirty="0" err="1" smtClean="0"/>
              <a:t>ēki</a:t>
            </a:r>
            <a:r>
              <a:rPr lang="en-US" sz="4800" dirty="0" smtClean="0"/>
              <a:t> </a:t>
            </a:r>
            <a:r>
              <a:rPr lang="en-US" sz="4800" dirty="0" err="1" smtClean="0"/>
              <a:t>vēṇu</a:t>
            </a:r>
            <a:r>
              <a:rPr lang="en-US" sz="4800" dirty="0" smtClean="0"/>
              <a:t> </a:t>
            </a:r>
            <a:r>
              <a:rPr lang="en-US" sz="4800" dirty="0" err="1" smtClean="0"/>
              <a:t>menayuvat-ārō</a:t>
            </a:r>
            <a:r>
              <a:rPr lang="en-US" sz="4800" dirty="0" smtClean="0"/>
              <a:t/>
            </a:r>
            <a:br>
              <a:rPr lang="en-US" sz="4800" dirty="0" smtClean="0"/>
            </a:br>
            <a:r>
              <a:rPr lang="en-US" sz="4800" dirty="0" err="1" smtClean="0"/>
              <a:t>nādam-anādi</a:t>
            </a:r>
            <a:r>
              <a:rPr lang="en-US" sz="4800" dirty="0" smtClean="0"/>
              <a:t> </a:t>
            </a:r>
            <a:r>
              <a:rPr lang="en-US" sz="4800" dirty="0" err="1" smtClean="0"/>
              <a:t>uṇarttiyatil</a:t>
            </a:r>
            <a:r>
              <a:rPr lang="en-US" sz="4800" dirty="0" smtClean="0"/>
              <a:t> </a:t>
            </a:r>
            <a:r>
              <a:rPr lang="en-US" sz="4800" dirty="0" err="1" smtClean="0"/>
              <a:t>svara-mādhuri</a:t>
            </a:r>
            <a:r>
              <a:rPr lang="en-US" sz="4800" dirty="0" smtClean="0"/>
              <a:t> </a:t>
            </a:r>
            <a:r>
              <a:rPr lang="en-US" sz="4800" dirty="0" err="1" smtClean="0"/>
              <a:t>tūkuvat-ārō</a:t>
            </a:r>
            <a:endParaRPr lang="en-US" sz="48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800" dirty="0" smtClean="0">
                <a:solidFill>
                  <a:srgbClr val="FFFF00"/>
                </a:solidFill>
              </a:rPr>
              <a:t>who </a:t>
            </a:r>
            <a:r>
              <a:rPr lang="en-US" sz="4800" dirty="0" smtClean="0">
                <a:solidFill>
                  <a:srgbClr val="FFFF00"/>
                </a:solidFill>
              </a:rPr>
              <a:t>pierced the reed and shaped it into a flute? Who awakened the primal music within, and poured it forth as song?</a:t>
            </a:r>
            <a:endParaRPr lang="en-US" sz="4800" dirty="0">
              <a:solidFill>
                <a:srgbClr val="FFFF00"/>
              </a:solidFill>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jīvita-kāvyālāpa-vinōdinī</a:t>
            </a:r>
            <a:r>
              <a:rPr lang="en-US" sz="5400" dirty="0" smtClean="0"/>
              <a:t> </a:t>
            </a:r>
            <a:r>
              <a:rPr lang="en-US" sz="5400" dirty="0" err="1" smtClean="0"/>
              <a:t>nāda-rūpiṇī</a:t>
            </a:r>
            <a:r>
              <a:rPr lang="en-US" sz="5400" dirty="0" smtClean="0"/>
              <a:t> </a:t>
            </a:r>
            <a:r>
              <a:rPr lang="en-US" sz="5400" dirty="0" err="1" smtClean="0"/>
              <a:t>vandanam</a:t>
            </a:r>
            <a:r>
              <a:rPr lang="en-US" sz="5400" dirty="0" smtClean="0"/>
              <a:t/>
            </a:r>
            <a:br>
              <a:rPr lang="en-US" sz="5400" dirty="0" smtClean="0"/>
            </a:br>
            <a:r>
              <a:rPr lang="en-US" sz="5400" dirty="0" err="1" smtClean="0"/>
              <a:t>mānasa-muraḷī-vādinī</a:t>
            </a:r>
            <a:r>
              <a:rPr lang="en-US" sz="5400" dirty="0" smtClean="0"/>
              <a:t> </a:t>
            </a:r>
            <a:r>
              <a:rPr lang="en-US" sz="5400" dirty="0" err="1" smtClean="0"/>
              <a:t>prāṇa-rūpiṇī</a:t>
            </a:r>
            <a:r>
              <a:rPr lang="en-US" sz="5400" dirty="0" smtClean="0"/>
              <a:t> </a:t>
            </a:r>
            <a:r>
              <a:rPr lang="en-US" sz="5400" dirty="0" err="1" smtClean="0"/>
              <a:t>amba</a:t>
            </a:r>
            <a:r>
              <a:rPr lang="en-US" sz="5400" dirty="0" smtClean="0"/>
              <a:t>! </a:t>
            </a:r>
            <a:r>
              <a:rPr lang="en-US" sz="5400" dirty="0" err="1" smtClean="0"/>
              <a:t>vandanam</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400" dirty="0" smtClean="0">
                <a:solidFill>
                  <a:srgbClr val="FFFF00"/>
                </a:solidFill>
              </a:rPr>
              <a:t>Salutations to the One who sings the song of life, the very essence of music. Salutations to the Mother who plays the flute of our heart and is the breath of our lives; </a:t>
            </a:r>
            <a:endParaRPr lang="en-US" sz="4400" dirty="0">
              <a:solidFill>
                <a:srgbClr val="FFFF00"/>
              </a:solidFill>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jīva-śilayatil</a:t>
            </a:r>
            <a:r>
              <a:rPr lang="en-US" sz="5400" dirty="0" smtClean="0"/>
              <a:t> </a:t>
            </a:r>
            <a:r>
              <a:rPr lang="en-US" sz="5400" dirty="0" err="1" smtClean="0"/>
              <a:t>śilpam</a:t>
            </a:r>
            <a:r>
              <a:rPr lang="en-US" sz="5400" dirty="0" smtClean="0"/>
              <a:t> </a:t>
            </a:r>
            <a:r>
              <a:rPr lang="en-US" sz="5400" dirty="0" err="1" smtClean="0"/>
              <a:t>racicciḍum</a:t>
            </a:r>
            <a:r>
              <a:rPr lang="en-US" sz="5400" dirty="0" smtClean="0"/>
              <a:t> </a:t>
            </a:r>
            <a:r>
              <a:rPr lang="en-US" sz="5400" dirty="0" err="1" smtClean="0"/>
              <a:t>viśva-śilpinī</a:t>
            </a:r>
            <a:r>
              <a:rPr lang="en-US" sz="5400" dirty="0" smtClean="0"/>
              <a:t> </a:t>
            </a:r>
            <a:r>
              <a:rPr lang="en-US" sz="5400" dirty="0" err="1" smtClean="0"/>
              <a:t>vandanam</a:t>
            </a:r>
            <a:r>
              <a:rPr lang="en-US" sz="5400" dirty="0" smtClean="0"/>
              <a:t/>
            </a:r>
            <a:br>
              <a:rPr lang="en-US" sz="5400" dirty="0" smtClean="0"/>
            </a:br>
            <a:r>
              <a:rPr lang="en-US" sz="5400" dirty="0" err="1" smtClean="0"/>
              <a:t>prēma-svarūpiṇī</a:t>
            </a:r>
            <a:r>
              <a:rPr lang="en-US" sz="5400" dirty="0" smtClean="0"/>
              <a:t> </a:t>
            </a:r>
            <a:r>
              <a:rPr lang="en-US" sz="5400" dirty="0" err="1" smtClean="0"/>
              <a:t>sadguru-rūpiṇī</a:t>
            </a:r>
            <a:r>
              <a:rPr lang="en-US" sz="5400" dirty="0" smtClean="0"/>
              <a:t> </a:t>
            </a:r>
            <a:r>
              <a:rPr lang="en-US" sz="5400" dirty="0" err="1" smtClean="0"/>
              <a:t>viśva-sākṣiṇī</a:t>
            </a:r>
            <a:r>
              <a:rPr lang="en-US" sz="5400" dirty="0" smtClean="0"/>
              <a:t> </a:t>
            </a:r>
            <a:r>
              <a:rPr lang="en-US" sz="5400" dirty="0" err="1" smtClean="0"/>
              <a:t>vandanam</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400" dirty="0" smtClean="0">
                <a:solidFill>
                  <a:srgbClr val="FFFF00"/>
                </a:solidFill>
              </a:rPr>
              <a:t>salutations </a:t>
            </a:r>
            <a:r>
              <a:rPr lang="en-US" sz="4400" dirty="0" smtClean="0">
                <a:solidFill>
                  <a:srgbClr val="FFFF00"/>
                </a:solidFill>
              </a:rPr>
              <a:t>to the Universal Sculptor who transforms living stone into forms. Salutations to the essence of love, the form of the </a:t>
            </a:r>
            <a:r>
              <a:rPr lang="en-US" sz="4400" dirty="0" err="1" smtClean="0">
                <a:solidFill>
                  <a:srgbClr val="FFFF00"/>
                </a:solidFill>
              </a:rPr>
              <a:t>Satguru</a:t>
            </a:r>
            <a:r>
              <a:rPr lang="en-US" sz="4400" dirty="0" smtClean="0">
                <a:solidFill>
                  <a:srgbClr val="FFFF00"/>
                </a:solidFill>
              </a:rPr>
              <a:t>, the all-pervasive witness of this universe.</a:t>
            </a:r>
            <a:endParaRPr lang="en-US" sz="4400" dirty="0">
              <a:solidFill>
                <a:srgbClr val="FFFF00"/>
              </a:solidFill>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2867</TotalTime>
  <Words>321</Words>
  <Application>Microsoft Office PowerPoint</Application>
  <PresentationFormat>On-screen Show (4:3)</PresentationFormat>
  <Paragraphs>34</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ētō kāvyattin-ārō madhuramāy īṇam pakarunna pōle</vt:lpstr>
      <vt:lpstr>ētō kāvyattin-ārō madhuramāy īṇam pakarunna pōle ārō madhurita-svaralayamoḍ-atālapiccīḍunna pōle</vt:lpstr>
      <vt:lpstr>jīvita-kāvyam racippat-ārō īṇam ēkuvatum ārō śrutilayamoḍu madhuramāyi ālapiccīḍuvat-ārō</vt:lpstr>
      <vt:lpstr>ētō kāvyattin-ārō madhuramāy īṇam pakarunna pōle ārō madhurita-svaralayamoḍ-atālapiccīḍunna pōle</vt:lpstr>
      <vt:lpstr>jīvita-kāvyam racippat-ārō īṇam ēkuvatum ārō śrutilayamoḍu madhuramāyi ālapiccīḍuvat-ārō</vt:lpstr>
      <vt:lpstr>ētō vipinē maṙaññoru śilaye ārō kāṇmatu pōle ārō kaṇḍ-eḍutta śilayil ninnum śilpam racippatu pōle</vt:lpstr>
      <vt:lpstr>jīva-śilaye kāṇmatum ārō śilpam racippatum ārō prāṇa-caitanyam ēkiyā śilpam divyamāy tīrkkuvat-ārō</vt:lpstr>
      <vt:lpstr>ētō pāzhmuḷantaṇḍ-onnil ārō dvāraṅgaḷ ēkiya pōle ārō adharam aṇaccatil ninnum gānaṅgaḷ ūtiya pōle</vt:lpstr>
      <vt:lpstr>pāzhmana-muḷantaṇḍil dvāraṅgaḷ ēki vēṇu menayuvat-ārō nādam-anādi uṇarttiyatil svara-mādhuri tūkuvat-ārō</vt:lpstr>
      <vt:lpstr>jīvita-kāvyālāpa-vinōdinī nāda-rūpiṇī vandanam mānasa-muraḷī-vādinī prāṇa-rūpiṇī amba! vandanam</vt:lpstr>
      <vt:lpstr>jīva-śilayatil śilpam racicciḍum viśva-śilpinī vandanam prēma-svarūpiṇī sadguru-rūpiṇī viśva-sākṣiṇī vandanam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Cars Blocking the way</dc:title>
  <dc:creator>amritam</dc:creator>
  <cp:lastModifiedBy>Amrita</cp:lastModifiedBy>
  <cp:revision>323</cp:revision>
  <dcterms:created xsi:type="dcterms:W3CDTF">2006-08-16T00:00:00Z</dcterms:created>
  <dcterms:modified xsi:type="dcterms:W3CDTF">2025-05-08T18:01:32Z</dcterms:modified>
</cp:coreProperties>
</file>