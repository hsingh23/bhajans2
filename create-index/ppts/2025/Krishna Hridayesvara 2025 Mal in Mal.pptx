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7C50EAD-9E92-472D-B395-9C59AE028FAD}"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C50EAD-9E92-472D-B395-9C59AE028FAD}"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C50EAD-9E92-472D-B395-9C59AE028FAD}"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7C50EAD-9E92-472D-B395-9C59AE028FAD}"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7C50EAD-9E92-472D-B395-9C59AE028FAD}"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7C50EAD-9E92-472D-B395-9C59AE028FAD}"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50EAD-9E92-472D-B395-9C59AE028FAD}"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C50EAD-9E92-472D-B395-9C59AE028FAD}"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C50EAD-9E92-472D-B395-9C59AE028FAD}"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C50EAD-9E92-472D-B395-9C59AE028FAD}"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C50EAD-9E92-472D-B395-9C59AE028FAD}"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D90E1-89A9-4EA5-A545-79AD958E499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C50EAD-9E92-472D-B395-9C59AE028FAD}" type="datetimeFigureOut">
              <a:rPr lang="en-US" smtClean="0"/>
              <a:t>8/18/2025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7D90E1-89A9-4EA5-A545-79AD958E499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kṛṣṇā hṛdayēśvarā… </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4700" smtClean="0">
                <a:solidFill>
                  <a:srgbClr val="FFFFFF"/>
                </a:solidFill>
                <a:latin typeface="Calibri"/>
              </a:rPr>
              <a:t>kṛṣṇā hṛdayēśvarā… </a:t>
            </a:r>
            <a:br>
              <a:rPr lang="en-US" sz="4700" smtClean="0">
                <a:solidFill>
                  <a:srgbClr val="FFFFFF"/>
                </a:solidFill>
                <a:latin typeface="Calibri"/>
              </a:rPr>
            </a:br>
            <a:r>
              <a:rPr lang="en-US" sz="4700" smtClean="0">
                <a:solidFill>
                  <a:srgbClr val="FFFFFF"/>
                </a:solidFill>
                <a:latin typeface="Calibri"/>
              </a:rPr>
              <a:t>kṛṣṇā sakalēśvarā…</a:t>
            </a:r>
            <a:br>
              <a:rPr lang="en-US" sz="4700" smtClean="0">
                <a:solidFill>
                  <a:srgbClr val="FFFFFF"/>
                </a:solidFill>
                <a:latin typeface="Calibri"/>
              </a:rPr>
            </a:br>
            <a:r>
              <a:rPr lang="en-US" sz="4700" smtClean="0">
                <a:solidFill>
                  <a:srgbClr val="FFFFFF"/>
                </a:solidFill>
                <a:latin typeface="Calibri"/>
              </a:rPr>
              <a:t>cirasukha-dāyakā giridhara-bālakā</a:t>
            </a:r>
            <a:br>
              <a:rPr lang="en-US" sz="4700" smtClean="0">
                <a:solidFill>
                  <a:srgbClr val="FFFFFF"/>
                </a:solidFill>
                <a:latin typeface="Calibri"/>
              </a:rPr>
            </a:br>
            <a:r>
              <a:rPr lang="en-US" sz="4700" smtClean="0">
                <a:solidFill>
                  <a:srgbClr val="FFFFFF"/>
                </a:solidFill>
                <a:latin typeface="Calibri"/>
              </a:rPr>
              <a:t>mānasa-cōrā mōhana-rūpā rāsēśvarā</a:t>
            </a:r>
            <a:endParaRPr lang="en-US" sz="47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400" smtClean="0">
                <a:solidFill>
                  <a:srgbClr val="FFFF00"/>
                </a:solidFill>
                <a:latin typeface="Calibri"/>
              </a:rPr>
              <a:t>Krishna, Lord of my heart, Krishna, Lord of all, bestower of eternal bliss, the boy who lifted Govardhana mountain, the one who stole our hearts, the Lord of the divine Rasa dance.</a:t>
            </a:r>
            <a:endParaRPr lang="en-US" sz="44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illa guṇaṅgaḷ collīḍuvān</a:t>
            </a:r>
            <a:br>
              <a:rPr lang="en-US" sz="6600" smtClean="0">
                <a:solidFill>
                  <a:srgbClr val="FFFFFF"/>
                </a:solidFill>
                <a:latin typeface="Calibri"/>
              </a:rPr>
            </a:br>
            <a:r>
              <a:rPr lang="en-US" sz="6600" smtClean="0">
                <a:solidFill>
                  <a:srgbClr val="FFFFFF"/>
                </a:solidFill>
                <a:latin typeface="Calibri"/>
              </a:rPr>
              <a:t>tellum prēmattin madhurimayum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000" smtClean="0">
                <a:solidFill>
                  <a:srgbClr val="FFFF00"/>
                </a:solidFill>
                <a:latin typeface="Calibri"/>
              </a:rPr>
              <a:t>I have no worthy virtues to my name, nor the sweetness of true love to offer</a:t>
            </a:r>
            <a:endParaRPr lang="en-US" sz="60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500" smtClean="0">
                <a:solidFill>
                  <a:srgbClr val="FFFFFF"/>
                </a:solidFill>
                <a:latin typeface="Calibri"/>
              </a:rPr>
              <a:t>nin ninavonnatu mātram enikku</a:t>
            </a:r>
            <a:br>
              <a:rPr lang="en-US" sz="6500" smtClean="0">
                <a:solidFill>
                  <a:srgbClr val="FFFFFF"/>
                </a:solidFill>
                <a:latin typeface="Calibri"/>
              </a:rPr>
            </a:br>
            <a:r>
              <a:rPr lang="en-US" sz="6500" smtClean="0">
                <a:solidFill>
                  <a:srgbClr val="FFFFFF"/>
                </a:solidFill>
                <a:latin typeface="Calibri"/>
              </a:rPr>
              <a:t>ennum tuṇayāy sarvēśvarā</a:t>
            </a:r>
            <a:endParaRPr lang="en-US" sz="65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000" smtClean="0">
                <a:solidFill>
                  <a:srgbClr val="FFFF00"/>
                </a:solidFill>
                <a:latin typeface="Calibri"/>
              </a:rPr>
              <a:t>—yet O Lord of the universe, your remembrance has been my unfailing support.</a:t>
            </a:r>
            <a:endParaRPr lang="en-US" sz="60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jaya jaya śyāma-gōpabālā</a:t>
            </a:r>
            <a:br>
              <a:rPr lang="en-US" sz="6600" smtClean="0">
                <a:solidFill>
                  <a:srgbClr val="FFFFFF"/>
                </a:solidFill>
                <a:latin typeface="Calibri"/>
              </a:rPr>
            </a:br>
            <a:r>
              <a:rPr lang="en-US" sz="6600" smtClean="0">
                <a:solidFill>
                  <a:srgbClr val="FFFFFF"/>
                </a:solidFill>
                <a:latin typeface="Calibri"/>
              </a:rPr>
              <a:t>jaya jaya vēṇu-vādalōlā</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Victory to the dark-hued one, victory to the enchanting flute-player!</a:t>
            </a:r>
            <a:endParaRPr lang="en-US" sz="66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jaya jaya śōka-nāśa dēvā</a:t>
            </a:r>
            <a:br>
              <a:rPr lang="en-US" sz="6600" smtClean="0">
                <a:solidFill>
                  <a:srgbClr val="FFFFFF"/>
                </a:solidFill>
                <a:latin typeface="Calibri"/>
              </a:rPr>
            </a:br>
            <a:r>
              <a:rPr lang="en-US" sz="6600" smtClean="0">
                <a:solidFill>
                  <a:srgbClr val="FFFFFF"/>
                </a:solidFill>
                <a:latin typeface="Calibri"/>
              </a:rPr>
              <a:t>jaya jaya vāsudēva śaurē</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200" smtClean="0">
                <a:solidFill>
                  <a:srgbClr val="FFFF00"/>
                </a:solidFill>
                <a:latin typeface="Calibri"/>
              </a:rPr>
              <a:t>Victory to the Lord who dispels all sorrow, victory to the courageous Vasudeva!</a:t>
            </a:r>
            <a:endParaRPr lang="en-US" sz="62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kazhaliṇa tozhuvān varam ēkumō?</a:t>
            </a:r>
            <a:br>
              <a:rPr lang="en-US" sz="5600" smtClean="0">
                <a:solidFill>
                  <a:srgbClr val="FFFFFF"/>
                </a:solidFill>
                <a:latin typeface="Calibri"/>
              </a:rPr>
            </a:br>
            <a:r>
              <a:rPr lang="en-US" sz="5600" smtClean="0">
                <a:solidFill>
                  <a:srgbClr val="FFFFFF"/>
                </a:solidFill>
                <a:latin typeface="Calibri"/>
              </a:rPr>
              <a:t>kaṇikaṇḍ-uṇarān kaniv-ēkumō? </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Will you bless me, that I may worship at your lotus feet? Will you be compassionate, that I may awaken to see your radiant form before my eyes?</a:t>
            </a:r>
            <a:endParaRPr lang="en-US" sz="45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300" smtClean="0">
                <a:solidFill>
                  <a:srgbClr val="FFFFFF"/>
                </a:solidFill>
                <a:latin typeface="Calibri"/>
              </a:rPr>
              <a:t>mativaruvōḷam en manassām poykayil</a:t>
            </a:r>
            <a:br>
              <a:rPr lang="en-US" sz="6300" smtClean="0">
                <a:solidFill>
                  <a:srgbClr val="FFFFFF"/>
                </a:solidFill>
                <a:latin typeface="Calibri"/>
              </a:rPr>
            </a:br>
            <a:r>
              <a:rPr lang="en-US" sz="6300" smtClean="0">
                <a:solidFill>
                  <a:srgbClr val="FFFFFF"/>
                </a:solidFill>
                <a:latin typeface="Calibri"/>
              </a:rPr>
              <a:t>maṇivarṇṇā nī kaḷiyāḍumō? </a:t>
            </a:r>
            <a:endParaRPr lang="en-US" sz="63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O Krishna, my precious jewel, come, play and delight, bathe in the lake of my heart for as long as you desire.</a:t>
            </a:r>
            <a:endParaRPr lang="en-US" sz="5600">
              <a:solidFill>
                <a:srgbClr val="FFFF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jaya jaya śyāma-gōpabālā</a:t>
            </a:r>
            <a:br>
              <a:rPr lang="en-US" sz="6600" smtClean="0">
                <a:solidFill>
                  <a:srgbClr val="FFFFFF"/>
                </a:solidFill>
                <a:latin typeface="Calibri"/>
              </a:rPr>
            </a:br>
            <a:r>
              <a:rPr lang="en-US" sz="6600" smtClean="0">
                <a:solidFill>
                  <a:srgbClr val="FFFFFF"/>
                </a:solidFill>
                <a:latin typeface="Calibri"/>
              </a:rPr>
              <a:t>jaya jaya vēṇu-vādalōlā</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Victory to the dark-hued one, victory to the enchanting flute-player!</a:t>
            </a:r>
            <a:endParaRPr lang="en-US" sz="6600">
              <a:solidFill>
                <a:srgbClr val="FFFF00"/>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jaya jaya śōka-nāśa dēvā</a:t>
            </a:r>
            <a:br>
              <a:rPr lang="en-US" sz="6600" smtClean="0">
                <a:solidFill>
                  <a:srgbClr val="FFFFFF"/>
                </a:solidFill>
                <a:latin typeface="Calibri"/>
              </a:rPr>
            </a:br>
            <a:r>
              <a:rPr lang="en-US" sz="6600" smtClean="0">
                <a:solidFill>
                  <a:srgbClr val="FFFFFF"/>
                </a:solidFill>
                <a:latin typeface="Calibri"/>
              </a:rPr>
              <a:t>jaya jaya vāsudēva śaurē</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200" smtClean="0">
                <a:solidFill>
                  <a:srgbClr val="FFFF00"/>
                </a:solidFill>
                <a:latin typeface="Calibri"/>
              </a:rPr>
              <a:t>Victory to the Lord who dispels all sorrow, victory to the courageous Vasudeva!</a:t>
            </a:r>
            <a:endParaRPr lang="en-US" sz="62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226</Words>
  <Application>Microsoft Office PowerPoint</Application>
  <PresentationFormat>On-screen Show (4:3)</PresentationFormat>
  <Paragraphs>21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kṛṣṇā hṛdayēśvarā… </vt:lpstr>
      <vt:lpstr>kṛṣṇā hṛdayēśvarā…  kṛṣṇā sakalēśvarā… cirasukha-dāyakā giridhara-bālakā mānasa-cōrā mōhana-rūpā rāsēśvarā</vt:lpstr>
      <vt:lpstr>illa guṇaṅgaḷ collīḍuvān tellum prēmattin madhurimayum</vt:lpstr>
      <vt:lpstr>nin ninavonnatu mātram enikku ennum tuṇayāy sarvēśvarā</vt:lpstr>
      <vt:lpstr>jaya jaya śyāma-gōpabālā jaya jaya vēṇu-vādalōlā</vt:lpstr>
      <vt:lpstr>jaya jaya śōka-nāśa dēvā jaya jaya vāsudēva śaurē</vt:lpstr>
      <vt:lpstr>kazhaliṇa tozhuvān varam ēkumō? kaṇikaṇḍ-uṇarān kaniv-ēkumō? </vt:lpstr>
      <vt:lpstr>mativaruvōḷam en manassām poykayil maṇivarṇṇā nī kaḷiyāḍumō? </vt:lpstr>
      <vt:lpstr>jaya jaya śyāma-gōpabālā jaya jaya vēṇu-vādalōlā</vt:lpstr>
      <vt:lpstr>jaya jaya śōka-nāśa dēvā jaya jaya vāsudēva śaurē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kṛṣṇā hṛdayēśvarā…</dc:title>
  <dc:creator>Amrita</dc:creator>
  <cp:lastModifiedBy>Amrita</cp:lastModifiedBy>
  <cp:revision>1</cp:revision>
  <dcterms:created xsi:type="dcterms:W3CDTF">2025-08-18T10:39:56Z</dcterms:created>
  <dcterms:modified xsi:type="dcterms:W3CDTF">2025-08-18T10:41:10Z</dcterms:modified>
</cp:coreProperties>
</file>