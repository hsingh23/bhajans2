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E8EB-2926-43FF-9AD3-161F1AD66BC8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A34B1-C5E2-4591-8170-51A39753796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talatalli karayunna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talatalli karayunna tirakaḷkkum uṇḍammē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oru noḍinēram neḍuvīrppiḍān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Mother! Even the waves that cry out, breaking their heads against the shore, find a moment’s respite to heave a deep sigh.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pēmāriyāy peyyum mama duritaṅgaḷkku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aṇuviḍa pōlum śamanam illa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But my sorrows, falling like a constant, heavy downpour, do not lessen even slightly.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oru piñcukuññāy arikil aṇayumbōḷ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tirumāṙil cērttentē pulkāttatu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I come to you like a tiny infant, why do you not gather me to your heart?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oru nuḷḷu snēham koticcu ñān aṇayumbōḷ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akalēkku akalēkku maṙayunnat-entammē?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I draw near, yearning for a drop of your love, why do you vanish into the far distance?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paribhavattin iruḷ mūḍi uzhalumbōḷ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aṙiyuvat-eṅgane ā mātṛ-vātsalyam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my heart is clouded by misapprehensions, how can I ever know your motherly tenderness?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ā prēma-sāgara-vaibhavam aṙiyāte 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andhata hṛttil niṙaññīḍunnu…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Darkness fills my heart, and I am unable to grasp the grandeur and glory of the ocean of your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tazhuki uṇarttaṇē ālambahīnaye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Caress me awake, Mother—I have no one else to call my own.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śāstrāvabōdhaṅgaḷ onnumē illammē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niṣkāma-karmaṅgaḷ āṇende sādhana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no knowledge of scriptures, no flashes of insight. My only spiritual practice is selfless service.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oru tuḷḷi pālināy poṭṭi karayunna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navajāta-śiśuvallē ammaykku ñān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Mother! Am I not forever your newborn child, crying out for a single drop of your milk?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enne tazhaññu nī tārāṭṭu pāḍumbōḷ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hṛttaḍam nīṙi pukayunnat-aṙiyaṇē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you sing lullabies while ignoring me, know that my heart smoulders with searing pain.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 maḍittaṭṭonnu mātram āṇāśrayam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lap is my only refuge.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pūjāvidhikaḷ aṙiyāte eṅgane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pūviḍum pūjitē pāda-padmaṅgaḷil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Mother! Worshipped by everyone, how can I offer flowers at your sacred feet, when I know nothing of rituals or ceremonial rites?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kaṇṇīr-maṇikaḷāl kōrttoru mālyam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nityavum cārttunnu nin tirumāṙil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Each day, I adorn you with a garland threaded from my teardrops.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kaḍalōḷam saṅkaḍam ōtuvān uṇḍammē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ittiri nēram arikil aṇayaṇē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carry an ocean of sorrows I long to share—please come, sit beside me for a while.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neṙukayil tṛkkaram cērttonnu pulkaṇē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Place your lotus hand on my forehead, and hold me in your embrace.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talatalli karayunna</vt:lpstr>
      <vt:lpstr>talatalli karayunna tirakaḷkkum uṇḍammē oru noḍinēram neḍuvīrppiḍān</vt:lpstr>
      <vt:lpstr>pēmāriyāy peyyum mama duritaṅgaḷkku aṇuviḍa pōlum śamanam illa</vt:lpstr>
      <vt:lpstr>oru piñcukuññāy arikil aṇayumbōḷ tirumāṙil cērttentē pulkāttatu</vt:lpstr>
      <vt:lpstr>oru nuḷḷu snēham koticcu ñān aṇayumbōḷ akalēkku akalēkku maṙayunnat-entammē? </vt:lpstr>
      <vt:lpstr>paribhavattin iruḷ mūḍi uzhalumbōḷ aṙiyuvat-eṅgane ā mātṛ-vātsalyam</vt:lpstr>
      <vt:lpstr>ā prēma-sāgara-vaibhavam aṙiyāte  andhata hṛttil niṙaññīḍunnu…</vt:lpstr>
      <vt:lpstr>tazhuki uṇarttaṇē ālambahīnaye</vt:lpstr>
      <vt:lpstr>śāstrāvabōdhaṅgaḷ onnumē illammē niṣkāma-karmaṅgaḷ āṇende sādhana</vt:lpstr>
      <vt:lpstr>oru tuḷḷi pālināy poṭṭi karayunna navajāta-śiśuvallē ammaykku ñān ennum</vt:lpstr>
      <vt:lpstr>enne tazhaññu nī tārāṭṭu pāḍumbōḷ hṛttaḍam nīṙi pukayunnat-aṙiyaṇē</vt:lpstr>
      <vt:lpstr>ā maḍittaṭṭonnu mātram āṇāśrayam</vt:lpstr>
      <vt:lpstr>pūjāvidhikaḷ aṙiyāte eṅgane pūviḍum pūjitē pāda-padmaṅgaḷil</vt:lpstr>
      <vt:lpstr>kaṇṇīr-maṇikaḷāl kōrttoru mālyam nityavum cārttunnu nin tirumāṙil</vt:lpstr>
      <vt:lpstr>kaḍalōḷam saṅkaḍam ōtuvān uṇḍammē ittiri nēram arikil aṇayaṇē</vt:lpstr>
      <vt:lpstr>neṙukayil tṛkkaram cērttonnu pulkaṇē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talatalli karayunna</dc:title>
  <dc:creator>Amrita</dc:creator>
  <cp:lastModifiedBy>Amrita</cp:lastModifiedBy>
  <cp:revision>1</cp:revision>
  <dcterms:created xsi:type="dcterms:W3CDTF">2025-07-25T12:42:36Z</dcterms:created>
  <dcterms:modified xsi:type="dcterms:W3CDTF">2025-07-25T12:43:04Z</dcterms:modified>
</cp:coreProperties>
</file>