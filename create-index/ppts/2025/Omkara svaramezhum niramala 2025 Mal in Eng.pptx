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9" r:id="rId11"/>
    <p:sldId id="264" r:id="rId12"/>
    <p:sldId id="265" r:id="rId13"/>
    <p:sldId id="266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201E2-7A2E-4F1B-A1A5-DD8D54A5977E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EE6FF-7509-4F09-B7CE-D0327E7B6C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ōmkāra-svaram ezhum niṙamāla cārtti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ōmkāra-svaram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ezhum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niṙamāla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cārtti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pon-sūrya-kiraṇattin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śōbha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tūki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Wearing a garland of the seven divine notes of the Pranava mantra, emanating Devi’s power and energy with the rosy glow of the golden dawn,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kali tan prabhāvēna vikambita svāntē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dhīra-samīranāy aṇayū ambē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Mother, come to me like a gentle breeze, soothing this mind that trembles in distress under the heavy shadow of Kali Yuga.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dhīra-samīranāy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aṇayū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ambē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come to me like a gentle breeze.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ōmkāra-svaram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ezhum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niṙamāla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cārtti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pon-sūrya-kiraṇattin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śōbha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tūki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Wearing a garland of the seven divine notes of the Pranava mantra, emanating Devi’s power and energy with the rosy glow of the golden dawn,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virahattin vēnalil ñān taḷarnnu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hṛdi-śōbha ēkum nī eṅgu pōyi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I am weary, unable to bear the anguish of this long separation. Where have you gone, you who illumine my heart?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akalayāy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mizhi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naṭṭirunnu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 eyes fixed on the distant horizon,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āśā-kiraṇaṅgaḷ hā poliññu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wait—yet every ray of hope has now faded away.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ambām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yajāmi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anaghām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namāmi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śyāmām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smārāmi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bhāmām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bhajāmi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Worship the Mother; bow down before the sinless One. Remember the dark-hued Goddess, and sing hymns in praise of her radiant beauty.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ōmkāra-svaram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ezhum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niṙamāla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cārtti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pon-sūrya-kiraṇattin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śōbha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tūki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Wearing a garland of the seven divine notes of the Pranava mantra, emanating Devi’s power and energy with the rosy glow of the golden dawn,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nātidūre mṛdu svanam kēṭṭu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citte viḷaṅgunnu ennu connu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heard a gentle, sweet voice nearby, saying, “I am the one who shines within you as pure awareness.”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sāntvanam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kṛpā-varṣam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She comforted me, pouring her compassion into my grief-stricken heart,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cērttu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tirike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sudīpta-mārgē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guided me back to the radiant path of true knowledge.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ambām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yajāmi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anaghām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namāmi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śyāmām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smārāmi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bhāmām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bhajāmi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Worship the Mother; bow down before the sinless One. Remember the dark-hued Goddess, and sing hymns in praise of her radiant beauty.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304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ōmkāra-svaram ezhum niṙamāla cārtti</vt:lpstr>
      <vt:lpstr>ōmkāra-svaram ezhum niṙamāla cārtti pon-sūrya-kiraṇattin  śōbha tūki</vt:lpstr>
      <vt:lpstr>kali tan prabhāvēna vikambita svāntē dhīra-samīranāy aṇayū ambē</vt:lpstr>
      <vt:lpstr>dhīra-samīranāy  aṇayū ambē</vt:lpstr>
      <vt:lpstr>ōmkāra-svaram ezhum niṙamāla cārtti pon-sūrya-kiraṇattin  śōbha tūki</vt:lpstr>
      <vt:lpstr>virahattin vēnalil ñān taḷarnnu hṛdi-śōbha ēkum nī eṅgu pōyi</vt:lpstr>
      <vt:lpstr>akalayāy ñānō  mizhi naṭṭirunnu</vt:lpstr>
      <vt:lpstr>āśā-kiraṇaṅgaḷ hā poliññu</vt:lpstr>
      <vt:lpstr>ambām yajāmi  anaghām namāmi śyāmām smārāmi  bhāmām bhajāmi</vt:lpstr>
      <vt:lpstr>ōmkāra-svaram ezhum niṙamāla cārtti pon-sūrya-kiraṇattin  śōbha tūki</vt:lpstr>
      <vt:lpstr>nātidūre mṛdu svanam kēṭṭu citte viḷaṅgunnu ennu connu</vt:lpstr>
      <vt:lpstr>sāntvanam ēki  kṛpā-varṣam ēki</vt:lpstr>
      <vt:lpstr>cērttu tirike  sudīpta-mārgē</vt:lpstr>
      <vt:lpstr>ambām yajāmi  anaghām namāmi śyāmām smārāmi  bhāmām bhajāmi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ōmkāra-svaram ezhum niṙamāla cārtti</dc:title>
  <dc:creator>Amrita</dc:creator>
  <cp:lastModifiedBy>AMMA</cp:lastModifiedBy>
  <cp:revision>2</cp:revision>
  <dcterms:created xsi:type="dcterms:W3CDTF">2025-06-22T13:16:52Z</dcterms:created>
  <dcterms:modified xsi:type="dcterms:W3CDTF">2025-09-07T14:32:17Z</dcterms:modified>
</cp:coreProperties>
</file>