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85E0-1570-41A6-8494-B31665B75C00}" type="datetimeFigureOut">
              <a:rPr lang="en-US" smtClean="0"/>
              <a:pPr/>
              <a:t>8-Sep-2025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79334-5F39-4057-8F0B-1FF61F9C26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85E0-1570-41A6-8494-B31665B75C00}" type="datetimeFigureOut">
              <a:rPr lang="en-US" smtClean="0"/>
              <a:pPr/>
              <a:t>8-Sep-2025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79334-5F39-4057-8F0B-1FF61F9C26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85E0-1570-41A6-8494-B31665B75C00}" type="datetimeFigureOut">
              <a:rPr lang="en-US" smtClean="0"/>
              <a:pPr/>
              <a:t>8-Sep-2025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79334-5F39-4057-8F0B-1FF61F9C26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85E0-1570-41A6-8494-B31665B75C00}" type="datetimeFigureOut">
              <a:rPr lang="en-US" smtClean="0"/>
              <a:pPr/>
              <a:t>8-Sep-2025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79334-5F39-4057-8F0B-1FF61F9C26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85E0-1570-41A6-8494-B31665B75C00}" type="datetimeFigureOut">
              <a:rPr lang="en-US" smtClean="0"/>
              <a:pPr/>
              <a:t>8-Sep-2025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79334-5F39-4057-8F0B-1FF61F9C26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85E0-1570-41A6-8494-B31665B75C00}" type="datetimeFigureOut">
              <a:rPr lang="en-US" smtClean="0"/>
              <a:pPr/>
              <a:t>8-Sep-2025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79334-5F39-4057-8F0B-1FF61F9C26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85E0-1570-41A6-8494-B31665B75C00}" type="datetimeFigureOut">
              <a:rPr lang="en-US" smtClean="0"/>
              <a:pPr/>
              <a:t>8-Sep-2025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79334-5F39-4057-8F0B-1FF61F9C26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85E0-1570-41A6-8494-B31665B75C00}" type="datetimeFigureOut">
              <a:rPr lang="en-US" smtClean="0"/>
              <a:pPr/>
              <a:t>8-Sep-2025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79334-5F39-4057-8F0B-1FF61F9C26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85E0-1570-41A6-8494-B31665B75C00}" type="datetimeFigureOut">
              <a:rPr lang="en-US" smtClean="0"/>
              <a:pPr/>
              <a:t>8-Sep-2025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79334-5F39-4057-8F0B-1FF61F9C26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85E0-1570-41A6-8494-B31665B75C00}" type="datetimeFigureOut">
              <a:rPr lang="en-US" smtClean="0"/>
              <a:pPr/>
              <a:t>8-Sep-2025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79334-5F39-4057-8F0B-1FF61F9C26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85E0-1570-41A6-8494-B31665B75C00}" type="datetimeFigureOut">
              <a:rPr lang="en-US" smtClean="0"/>
              <a:pPr/>
              <a:t>8-Sep-2025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79334-5F39-4057-8F0B-1FF61F9C26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685E0-1570-41A6-8494-B31665B75C00}" type="datetimeFigureOut">
              <a:rPr lang="en-US" smtClean="0"/>
              <a:pPr/>
              <a:t>8-Sep-2025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79334-5F39-4057-8F0B-1FF61F9C26F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manamē nī ini kalaṅgādē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manamē nī ini kalaṅgādē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naḍandadai eṇṇi varundādē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Mind, set aside your worries from this moment on; let go of regrets about the past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varuvadai eṇṇi pataṙādē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naḍappadai nanḍrē sey manamē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and do not fear what the future may bring. Instead, focus your energy on doing your best in the present.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aḍuttavar maraṇattin ārudal solvār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aḍuttatu tān ena maṙandiḍuvār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someone dies, people gather to offer comfort, yet they forget that their own turn will come;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vāzhvai nilai ena ninaittiḍuvār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māyai idu ena maṙandiḍuvār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many live as if this human life will last forever, forgetting that all of this is Maya—the great illusion.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uyir nīṅgin uḍan yār varuvār - un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peyarai nīkki piṇam enbār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When your final moment arrives, who will accompany you? You will no longer be called by your name but simply referred to as a body.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viṙagu erindāl paṙandu selvār - pin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edarkku āṇavam eṇṇippār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Your near and dear ones will disappear once the funeral pyre is lit. Why, then, do you cling to your ego?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60040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ōḍi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tēḍi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avar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ponnai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sērppār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ōṭṭattin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muḍivil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</a:rPr>
              <a:t>maṇṇ</a:t>
            </a:r>
            <a:r>
              <a:rPr lang="en-US" sz="6600" dirty="0" smtClean="0">
                <a:solidFill>
                  <a:srgbClr val="FFFFFF"/>
                </a:solidFill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āvār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All their lives, people chase after wealth, but in the end, they become one with the soil.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nīrkkumizhi pōl nilaiyaṫṫra vāzhvu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nilaiyāy yār iṅgu vāzhndiḍuvār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Life is as short-lived as a bubble; no one lives here forever.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213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manamē nī ini kalaṅgādē</vt:lpstr>
      <vt:lpstr>manamē nī ini kalaṅgādē naḍandadai eṇṇi varundādē</vt:lpstr>
      <vt:lpstr>varuvadai eṇṇi pataṙādē naḍappadai nanḍrē sey manamē</vt:lpstr>
      <vt:lpstr>aḍuttavar maraṇattin ārudal solvār aḍuttatu tān ena maṙandiḍuvār</vt:lpstr>
      <vt:lpstr>vāzhvai nilai ena ninaittiḍuvār māyai idu ena maṙandiḍuvār</vt:lpstr>
      <vt:lpstr>uyir nīṅgin uḍan yār varuvār - un peyarai nīkki piṇam enbār</vt:lpstr>
      <vt:lpstr>viṙagu erindāl paṙandu selvār - pin edarkku āṇavam eṇṇippār</vt:lpstr>
      <vt:lpstr>ōḍi tēḍi avar ponnai sērppār ōṭṭattin muḍivil maṇṇ āvār</vt:lpstr>
      <vt:lpstr>nīrkkumizhi pōl nilaiyaṫṫra vāzhvu nilaiyāy yār iṅgu vāzhndiḍuvār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manamē nī ini kalaṅgādē</dc:title>
  <dc:creator>Amrita</dc:creator>
  <cp:lastModifiedBy>AMMA</cp:lastModifiedBy>
  <cp:revision>2</cp:revision>
  <dcterms:created xsi:type="dcterms:W3CDTF">2025-06-20T10:59:07Z</dcterms:created>
  <dcterms:modified xsi:type="dcterms:W3CDTF">2025-09-08T14:23:12Z</dcterms:modified>
</cp:coreProperties>
</file>