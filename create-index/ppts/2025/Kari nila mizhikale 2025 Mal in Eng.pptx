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hka1BmnY3lH4RcaX7tipTvBPqB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-72" y="-2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karinīla-mizhikaḷe</a:t>
            </a:r>
            <a:endParaRPr sz="6600"/>
          </a:p>
        </p:txBody>
      </p:sp>
      <p:sp>
        <p:nvSpPr>
          <p:cNvPr id="19" name="Google Shape;19;p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7200" b="0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karinīla-mizhikaḷe tazhuki uṙakkunna</a:t>
            </a:r>
            <a:br>
              <a:rPr lang="en-US" sz="6600"/>
            </a:br>
            <a:r>
              <a:rPr lang="en-US" sz="6600"/>
              <a:t>añjana kūṭṭāṇu ñān</a:t>
            </a:r>
            <a:endParaRPr sz="6600"/>
          </a:p>
        </p:txBody>
      </p:sp>
      <p:sp>
        <p:nvSpPr>
          <p:cNvPr id="26" name="Google Shape;26;p2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am the dark collyrium that caresses your dark eyes to sleep.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 dirty="0" err="1"/>
              <a:t>ninnil</a:t>
            </a:r>
            <a:r>
              <a:rPr lang="en-US" sz="6000" dirty="0"/>
              <a:t> </a:t>
            </a:r>
            <a:r>
              <a:rPr lang="en-US" sz="6000" dirty="0" err="1"/>
              <a:t>ninnanya</a:t>
            </a:r>
            <a:r>
              <a:rPr lang="en-US" sz="6000" dirty="0"/>
              <a:t> </a:t>
            </a:r>
            <a:r>
              <a:rPr lang="en-US" sz="6000" dirty="0" err="1"/>
              <a:t>allammē</a:t>
            </a:r>
            <a:r>
              <a:rPr lang="en-US" sz="6000" dirty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r>
              <a:rPr lang="en-US" sz="6000" dirty="0" err="1"/>
              <a:t>ennum</a:t>
            </a:r>
            <a:r>
              <a:rPr lang="en-US" sz="6000" dirty="0"/>
              <a:t> - </a:t>
            </a:r>
            <a:r>
              <a:rPr lang="en-US" sz="6000" dirty="0" err="1"/>
              <a:t>ninnil</a:t>
            </a:r>
            <a:r>
              <a:rPr lang="en-US" sz="6000" dirty="0"/>
              <a:t> </a:t>
            </a:r>
            <a:r>
              <a:rPr lang="en-US" sz="6000" dirty="0" err="1"/>
              <a:t>ninnuṙiya</a:t>
            </a:r>
            <a:r>
              <a:rPr lang="en-US" sz="6000" dirty="0"/>
              <a:t> </a:t>
            </a:r>
            <a:r>
              <a:rPr lang="en-US" sz="6000" dirty="0" err="1"/>
              <a:t>madhuvāṇu</a:t>
            </a:r>
            <a:r>
              <a:rPr lang="en-US" sz="6000" dirty="0"/>
              <a:t> </a:t>
            </a:r>
            <a:r>
              <a:rPr lang="en-US" sz="6000" dirty="0" err="1"/>
              <a:t>ñān</a:t>
            </a:r>
            <a:endParaRPr sz="6000" dirty="0"/>
          </a:p>
        </p:txBody>
      </p:sp>
      <p:sp>
        <p:nvSpPr>
          <p:cNvPr id="33" name="Google Shape;33;p3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Mother, I am never apart from you. I am the honey that flows from your being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mātāvallō nī paital allē ñān - nin maḍittaṭṭ-ende śānti-dhāmam</a:t>
            </a:r>
            <a:endParaRPr sz="6600"/>
          </a:p>
        </p:txBody>
      </p:sp>
      <p:sp>
        <p:nvSpPr>
          <p:cNvPr id="40" name="Google Shape;40;p4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Are you not my mother, and am I not your child? Your lap is my abode of peace.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nin rūpam nin chinta nin nāma jāpanam - ninn-aḍimalar ende śaraṇa-mantram</a:t>
            </a:r>
            <a:endParaRPr sz="5400"/>
          </a:p>
        </p:txBody>
      </p:sp>
      <p:sp>
        <p:nvSpPr>
          <p:cNvPr id="47" name="Google Shape;47;p5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Your form, thoughts of you, the chanting of your mantra, your lotus feet are my refuge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pārinnu mizhivēkum malarāṇu nī ammē - malarinn-uṇarv-ēkum maṇam āṇu ñān</a:t>
            </a:r>
            <a:endParaRPr sz="6000"/>
          </a:p>
        </p:txBody>
      </p:sp>
      <p:sp>
        <p:nvSpPr>
          <p:cNvPr id="54" name="Google Shape;54;p6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Mother, you are the flower that makes the world bloom in beauty, and I am the fragrance of the flower. </a:t>
            </a: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mānattinn-azhak-ēkum vārmazhavillu nī</a:t>
            </a:r>
            <a:br>
              <a:rPr lang="en-US" sz="6000"/>
            </a:br>
            <a:r>
              <a:rPr lang="en-US" sz="6000"/>
              <a:t>mazhavillinn-azhak-ēkum varṇṇavum ñān</a:t>
            </a:r>
            <a:endParaRPr sz="6000"/>
          </a:p>
        </p:txBody>
      </p:sp>
      <p:sp>
        <p:nvSpPr>
          <p:cNvPr id="61" name="Google Shape;61;p7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You are the rainbow that graces the sky, and I am the colours of the rainbow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prēmāmṛtānanda sāgaramē - atil oru kuññala ñānum ammē</a:t>
            </a:r>
            <a:endParaRPr sz="6600"/>
          </a:p>
        </p:txBody>
      </p:sp>
      <p:sp>
        <p:nvSpPr>
          <p:cNvPr id="68" name="Google Shape;68;p8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ocean of immortal, blissful love, O Mother, I am a tiny wave in you.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000" dirty="0" err="1"/>
              <a:t>ninnil</a:t>
            </a:r>
            <a:r>
              <a:rPr lang="en-US" sz="6000" dirty="0"/>
              <a:t> </a:t>
            </a:r>
            <a:r>
              <a:rPr lang="en-US" sz="6000" dirty="0" err="1"/>
              <a:t>allō</a:t>
            </a:r>
            <a:r>
              <a:rPr lang="en-US" sz="6000" dirty="0"/>
              <a:t> </a:t>
            </a:r>
            <a:r>
              <a:rPr lang="en-US" sz="6000" dirty="0" err="1"/>
              <a:t>ñān</a:t>
            </a:r>
            <a:r>
              <a:rPr lang="en-US" sz="6000" dirty="0"/>
              <a:t> </a:t>
            </a:r>
            <a:r>
              <a:rPr lang="en-US" sz="6000" dirty="0" err="1" smtClean="0"/>
              <a:t>janicchum</a:t>
            </a:r>
            <a:r>
              <a:rPr lang="en-US" sz="6000" dirty="0" smtClean="0"/>
              <a:t> </a:t>
            </a:r>
            <a:r>
              <a:rPr lang="en-US" sz="6000" dirty="0" err="1" smtClean="0"/>
              <a:t>ramicchum</a:t>
            </a:r>
            <a:r>
              <a:rPr lang="en-US" sz="6000" dirty="0" smtClean="0"/>
              <a:t> </a:t>
            </a:r>
            <a:r>
              <a:rPr lang="en-US" sz="6000" dirty="0"/>
              <a:t>- </a:t>
            </a:r>
            <a:r>
              <a:rPr lang="en-US" sz="6000" dirty="0" err="1"/>
              <a:t>ninnil</a:t>
            </a:r>
            <a:r>
              <a:rPr lang="en-US" sz="6000" dirty="0"/>
              <a:t> </a:t>
            </a:r>
            <a:r>
              <a:rPr lang="en-US" sz="6000" dirty="0" err="1"/>
              <a:t>allō</a:t>
            </a:r>
            <a:r>
              <a:rPr lang="en-US" sz="6000" dirty="0"/>
              <a:t> </a:t>
            </a:r>
            <a:r>
              <a:rPr lang="en-US" sz="6000" dirty="0" err="1"/>
              <a:t>ñān</a:t>
            </a:r>
            <a:r>
              <a:rPr lang="en-US" sz="6000" dirty="0"/>
              <a:t> </a:t>
            </a:r>
            <a:r>
              <a:rPr lang="en-US" sz="6000" dirty="0" err="1"/>
              <a:t>layippatammē</a:t>
            </a:r>
            <a:endParaRPr sz="6000" dirty="0"/>
          </a:p>
        </p:txBody>
      </p:sp>
      <p:sp>
        <p:nvSpPr>
          <p:cNvPr id="75" name="Google Shape;75;p9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 you I am born, in you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rejoice, and in you,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Mother, I merge.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220</Words>
  <Application>Microsoft Office PowerPoint</Application>
  <PresentationFormat>On-screen Show (4:3)</PresentationFormat>
  <Paragraphs>30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karinīla-mizhikaḷe</vt:lpstr>
      <vt:lpstr>karinīla-mizhikaḷe tazhuki uṙakkunna añjana kūṭṭāṇu ñān</vt:lpstr>
      <vt:lpstr>ninnil ninnanya allammē  ñān ennum - ninnil ninnuṙiya madhuvāṇu ñān</vt:lpstr>
      <vt:lpstr>mātāvallō nī paital allē ñān - nin maḍittaṭṭ-ende śānti-dhāmam</vt:lpstr>
      <vt:lpstr>nin rūpam nin chinta nin nāma jāpanam - ninn-aḍimalar ende śaraṇa-mantram</vt:lpstr>
      <vt:lpstr>pārinnu mizhivēkum malarāṇu nī ammē - malarinn-uṇarv-ēkum maṇam āṇu ñān</vt:lpstr>
      <vt:lpstr>mānattinn-azhak-ēkum vārmazhavillu nī mazhavillinn-azhak-ēkum varṇṇavum ñān</vt:lpstr>
      <vt:lpstr>prēmāmṛtānanda sāgaramē - atil oru kuññala ñānum ammē</vt:lpstr>
      <vt:lpstr>ninnil allō ñān janicchum ramicchum - ninnil allō ñān layippatammē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karinīla-mizhikaḷe</dc:title>
  <dc:creator>amritam</dc:creator>
  <cp:lastModifiedBy>AMMA</cp:lastModifiedBy>
  <cp:revision>4</cp:revision>
  <dcterms:created xsi:type="dcterms:W3CDTF">2006-08-16T00:00:00Z</dcterms:created>
  <dcterms:modified xsi:type="dcterms:W3CDTF">2025-12-08T14:38:21Z</dcterms:modified>
</cp:coreProperties>
</file>