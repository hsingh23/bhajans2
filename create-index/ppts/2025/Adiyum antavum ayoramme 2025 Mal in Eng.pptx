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657F-B1F4-4661-9864-E7BCFB3155D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661B-961F-4379-BF14-D54508CD1C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657F-B1F4-4661-9864-E7BCFB3155D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661B-961F-4379-BF14-D54508CD1C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657F-B1F4-4661-9864-E7BCFB3155D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661B-961F-4379-BF14-D54508CD1C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657F-B1F4-4661-9864-E7BCFB3155D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661B-961F-4379-BF14-D54508CD1C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657F-B1F4-4661-9864-E7BCFB3155D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661B-961F-4379-BF14-D54508CD1C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657F-B1F4-4661-9864-E7BCFB3155D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661B-961F-4379-BF14-D54508CD1C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657F-B1F4-4661-9864-E7BCFB3155D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661B-961F-4379-BF14-D54508CD1C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657F-B1F4-4661-9864-E7BCFB3155D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661B-961F-4379-BF14-D54508CD1C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657F-B1F4-4661-9864-E7BCFB3155D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661B-961F-4379-BF14-D54508CD1C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657F-B1F4-4661-9864-E7BCFB3155D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661B-961F-4379-BF14-D54508CD1C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0657F-B1F4-4661-9864-E7BCFB3155D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661B-961F-4379-BF14-D54508CD1C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20657F-B1F4-4661-9864-E7BCFB3155D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3661B-961F-4379-BF14-D54508CD1C7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ādiyum antavum āyorammē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ādiyum antavum āyorammē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ādimātāvāya kāḷi mātē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 Kali! You are the origin of this universe—without beginning or end.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dēvakaḷum vēda-vāṅmayavum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ninne tiraññu taḷarnniḍunnu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Even the gods cannot fathom you, and the Vedas cannot grasp your essence.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kāruṇya-rūpiṇi kāḷimātē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kālāti-varttiyām prēma-sattē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kālāti-varttiyām prēma-sattē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Mother Kali! You are the embodiment of compassion—the unchanging essence of divine love that transcends all time.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i-FI" sz="6600" smtClean="0">
                <a:solidFill>
                  <a:srgbClr val="FFFFFF"/>
                </a:solidFill>
                <a:latin typeface="Calibri"/>
              </a:rPr>
              <a:t>āgamam colli nī nāriyalla</a:t>
            </a:r>
            <a:br>
              <a:rPr lang="fi-FI" sz="6600" smtClean="0">
                <a:solidFill>
                  <a:srgbClr val="FFFFFF"/>
                </a:solidFill>
                <a:latin typeface="Calibri"/>
              </a:rPr>
            </a:br>
            <a:r>
              <a:rPr lang="fi-FI" sz="6600" smtClean="0">
                <a:solidFill>
                  <a:srgbClr val="FFFFFF"/>
                </a:solidFill>
                <a:latin typeface="Calibri"/>
              </a:rPr>
              <a:t>naranalla mṛgamalla vihagamalla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The Vedas declare, “You are neither man nor woman, neither bird nor beast.”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onnu mātram ñān aṙiññiḍunnu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nī ende amma āṇenna satyam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But deep within my heart, I know this truth—you are my true Mother.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amma ninnaṅkē vasiccoru nāḷ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jīvitam enna kināvu kaṇḍu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Once, I was a child, safe in your lap. Then I dreamt of this world,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māyayāl ninde kaiviṭṭ-uzhannu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mārgam aṙiyāte ambarannu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and in that sleep—lost in Maya’s spell—I let go of your loving hands. Now I wander, unable to find my way back home.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eṅgane ninnōḍu cērum ennu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ētum aṙiyilla ende ammē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do not know the way to merge into you,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eṅkilum ammayōḍ-onnu cērān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enn-udyamam ñān veḍiyukilla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but I will never give up the effort to become one with my Mother!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onnuṇḍ-uṙapp-enikk-innu tāyē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en viḷi kēṭṭu nī ōḍi ettum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Of one thing I am certain, Mother—when you hear my call, you will come running.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ende karam grahicc-umma veykkum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enne nin māṙōḍu cērttu vaykkum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will take my hand, cover me with kisses, hold me close in your embrace, and never let me go.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231</Words>
  <Application>Microsoft Office PowerPoint</Application>
  <PresentationFormat>On-screen Show (4:3)</PresentationFormat>
  <Paragraphs>25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ādiyum antavum āyorammē</vt:lpstr>
      <vt:lpstr>ādiyum antavum āyorammē ādimātāvāya kāḷi mātē</vt:lpstr>
      <vt:lpstr>dēvakaḷum vēda-vāṅmayavum ninne tiraññu taḷarnniḍunnu</vt:lpstr>
      <vt:lpstr>kāruṇya-rūpiṇi kāḷimātē kālāti-varttiyām prēma-sattē kālāti-varttiyām prēma-sattē</vt:lpstr>
      <vt:lpstr>āgamam colli nī nāriyalla naranalla mṛgamalla vihagamalla</vt:lpstr>
      <vt:lpstr>onnu mātram ñān aṙiññiḍunnu nī ende amma āṇenna satyam</vt:lpstr>
      <vt:lpstr>amma ninnaṅkē vasiccoru nāḷ jīvitam enna kināvu kaṇḍu</vt:lpstr>
      <vt:lpstr>māyayāl ninde kaiviṭṭ-uzhannu mārgam aṙiyāte ambarannu</vt:lpstr>
      <vt:lpstr>eṅgane ninnōḍu cērum ennu ētum aṙiyilla ende ammē</vt:lpstr>
      <vt:lpstr>eṅkilum ammayōḍ-onnu cērān enn-udyamam ñān veḍiyukilla</vt:lpstr>
      <vt:lpstr>onnuṇḍ-uṙapp-enikk-innu tāyē en viḷi kēṭṭu nī ōḍi ettum</vt:lpstr>
      <vt:lpstr>ende karam grahicc-umma veykkum enne nin māṙōḍu cērttu vaykkum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ādiyum antavum āyorammē</dc:title>
  <dc:creator>Amrita</dc:creator>
  <cp:lastModifiedBy>Amrita</cp:lastModifiedBy>
  <cp:revision>1</cp:revision>
  <dcterms:created xsi:type="dcterms:W3CDTF">2025-06-25T12:41:33Z</dcterms:created>
  <dcterms:modified xsi:type="dcterms:W3CDTF">2025-06-25T12:43:46Z</dcterms:modified>
</cp:coreProperties>
</file>