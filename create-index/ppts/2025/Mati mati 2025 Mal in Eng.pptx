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hSqy3dWd4jwiuA8RbQWAOnRIB+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straight</a:t>
            </a:r>
            <a:endParaRPr/>
          </a:p>
        </p:txBody>
      </p:sp>
      <p:sp>
        <p:nvSpPr>
          <p:cNvPr id="44" name="Google Shape;4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go straight</a:t>
            </a:r>
            <a:endParaRPr/>
          </a:p>
        </p:txBody>
      </p:sp>
      <p:sp>
        <p:nvSpPr>
          <p:cNvPr id="58" name="Google Shape;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1" name="Google Shape;7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800"/>
              <a:buFont typeface="Calibri"/>
              <a:buNone/>
            </a:pPr>
            <a:r>
              <a:rPr lang="en-US" sz="8800"/>
              <a:t>mati mati ennaruḷāte</a:t>
            </a:r>
            <a:endParaRPr sz="88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b="0" i="0" sz="88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mati mati ennaruḷāte</a:t>
            </a:r>
            <a:br>
              <a:rPr lang="en-US" sz="5400"/>
            </a:br>
            <a:r>
              <a:rPr lang="en-US" sz="5400"/>
              <a:t>uzhalunn-oru manamē</a:t>
            </a:r>
            <a:br>
              <a:rPr lang="en-US" sz="5400"/>
            </a:br>
            <a:r>
              <a:rPr lang="en-US" sz="5400"/>
              <a:t>azhal allāt-entu bhujiccu</a:t>
            </a:r>
            <a:br>
              <a:rPr lang="en-US" sz="5400"/>
            </a:br>
            <a:r>
              <a:rPr lang="en-US" sz="5400"/>
              <a:t>itu vare onnatu collu</a:t>
            </a:r>
            <a:endParaRPr sz="54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restless mind, never content, never saying, “Enough, enough”—tell me, what have you truly consumed until now, except sorrow?</a:t>
            </a:r>
            <a:endParaRPr b="0" i="0" sz="48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800"/>
              <a:t>mati ārnnatu mananam ceyvān</a:t>
            </a:r>
            <a:br>
              <a:rPr lang="en-US" sz="4800"/>
            </a:br>
            <a:r>
              <a:rPr lang="en-US" sz="4800"/>
              <a:t>ini eṅkilum ōrkkū</a:t>
            </a:r>
            <a:br>
              <a:rPr lang="en-US" sz="4800"/>
            </a:br>
            <a:r>
              <a:rPr lang="en-US" sz="4800"/>
              <a:t>mada-matsara-cintakaḷ ārnnatu</a:t>
            </a:r>
            <a:br>
              <a:rPr lang="en-US" sz="4800"/>
            </a:br>
            <a:r>
              <a:rPr lang="en-US" sz="4800"/>
              <a:t>mati mati enn-eṅkilum ōtu</a:t>
            </a:r>
            <a:endParaRPr sz="480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Reflect with wisdom, and at least from now on, urge the mind to forsake thoughts of pride and envy.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azhal ākunn-āzhiyil </a:t>
            </a:r>
            <a:br>
              <a:rPr lang="en-US" sz="5400"/>
            </a:br>
            <a:r>
              <a:rPr lang="en-US" sz="5400"/>
              <a:t>vīṇ-uzhalunn-oru nēram</a:t>
            </a:r>
            <a:br>
              <a:rPr lang="en-US" sz="5400"/>
            </a:br>
            <a:r>
              <a:rPr lang="en-US" sz="5400"/>
              <a:t>azhivōḍ-oru kai-nīḷān</a:t>
            </a:r>
            <a:br>
              <a:rPr lang="en-US" sz="5400"/>
            </a:br>
            <a:r>
              <a:rPr lang="en-US" sz="5400"/>
              <a:t>ini ill-enn-aṙiyū</a:t>
            </a:r>
            <a:endParaRPr sz="54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When you are drowning in an ocean of misery, remember—no hands will reach out in compassion. 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azhakiyalum ninnuḍal ennatu</a:t>
            </a:r>
            <a:br>
              <a:rPr lang="en-US" sz="5400"/>
            </a:br>
            <a:r>
              <a:rPr lang="en-US" sz="5400"/>
              <a:t>ūzhiyil vīṇ-azhukān</a:t>
            </a:r>
            <a:br>
              <a:rPr lang="en-US" sz="5400"/>
            </a:br>
            <a:r>
              <a:rPr lang="en-US" sz="5400"/>
              <a:t>azhivillā-poruḷ enn-onnatu</a:t>
            </a:r>
            <a:br>
              <a:rPr lang="en-US" sz="5400"/>
            </a:br>
            <a:r>
              <a:rPr lang="en-US" sz="5400"/>
              <a:t>ini uṇḍ- ennatum ōrkkū</a:t>
            </a:r>
            <a:endParaRPr sz="54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beautiful body will one day leave you, returning to Earth, becoming one with the elements. And yet remember: there is a treasure within that never leaves you.</a:t>
            </a:r>
            <a:endParaRPr b="0" i="0" sz="4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tirayin mēl ponti varum</a:t>
            </a:r>
            <a:br>
              <a:rPr lang="en-US" sz="5400"/>
            </a:br>
            <a:r>
              <a:rPr lang="en-US" sz="5400"/>
              <a:t>nīrkumiḷa itē vāzhvum</a:t>
            </a:r>
            <a:br>
              <a:rPr lang="en-US" sz="5400"/>
            </a:br>
            <a:r>
              <a:rPr lang="en-US" sz="5400"/>
              <a:t>niratīrtt-oru nurayāyatu</a:t>
            </a:r>
            <a:br>
              <a:rPr lang="en-US" sz="5400"/>
            </a:br>
            <a:r>
              <a:rPr lang="en-US" sz="5400"/>
              <a:t>maṙu tirayil māyunnatum aṙiyū</a:t>
            </a:r>
            <a:endParaRPr sz="54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Like bubbles in a wave that vanish into foam, like a wave reaching the shore and merging with the ocean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tira onnatu karayārnnāl</a:t>
            </a:r>
            <a:br>
              <a:rPr lang="en-US" sz="5400"/>
            </a:br>
            <a:r>
              <a:rPr lang="en-US" sz="5400"/>
              <a:t>van-kaḍaliṅkal cērum</a:t>
            </a:r>
            <a:br>
              <a:rPr lang="en-US" sz="5400"/>
            </a:br>
            <a:r>
              <a:rPr lang="en-US" sz="5400"/>
              <a:t>tirayārnn-oru nīrkumiḷa</a:t>
            </a:r>
            <a:br>
              <a:rPr lang="en-US" sz="5400"/>
            </a:br>
            <a:r>
              <a:rPr lang="en-US" sz="5400"/>
              <a:t>atin nila entatu collū</a:t>
            </a:r>
            <a:endParaRPr sz="5400"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—tell me, what is the fate of a water bubble in the wave?</a:t>
            </a:r>
            <a:endParaRPr b="0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8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itaḷ nīrttiya kusumaṅgaḷ</a:t>
            </a:r>
            <a:br>
              <a:rPr lang="en-US" sz="5400"/>
            </a:br>
            <a:r>
              <a:rPr lang="en-US" sz="5400"/>
              <a:t>kozhiyunnatu pōle</a:t>
            </a:r>
            <a:br>
              <a:rPr lang="en-US" sz="5400"/>
            </a:br>
            <a:r>
              <a:rPr lang="en-US" sz="5400"/>
              <a:t>madhu nukarum śalabham tan</a:t>
            </a:r>
            <a:br>
              <a:rPr lang="en-US" sz="5400"/>
            </a:br>
            <a:r>
              <a:rPr lang="en-US" sz="5400"/>
              <a:t>ciṙak-utirum pōle</a:t>
            </a:r>
            <a:endParaRPr sz="5400"/>
          </a:p>
        </p:txBody>
      </p:sp>
      <p:sp>
        <p:nvSpPr>
          <p:cNvPr id="68" name="Google Shape;68;p8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Like petals falling from a blossomed flower, like butterfly wings lost while sipping nectar,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9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Calibri"/>
              <a:buNone/>
            </a:pPr>
            <a:r>
              <a:rPr lang="en-US" sz="4600"/>
              <a:t>oru noḍiyil ciri ārnnatu</a:t>
            </a:r>
            <a:br>
              <a:rPr lang="en-US" sz="4600"/>
            </a:br>
            <a:r>
              <a:rPr lang="en-US" sz="4600"/>
              <a:t>mizhi-munnil maṙayum</a:t>
            </a:r>
            <a:br>
              <a:rPr lang="en-US" sz="4600"/>
            </a:br>
            <a:r>
              <a:rPr lang="en-US" sz="4600"/>
              <a:t>pulnāmbile hima-kaṇam amarunnoru </a:t>
            </a:r>
            <a:br>
              <a:rPr lang="en-US" sz="4600"/>
            </a:br>
            <a:r>
              <a:rPr lang="en-US" sz="4600"/>
              <a:t>viravē vāzhv-ennatum aṙiyū</a:t>
            </a:r>
            <a:endParaRPr sz="4600"/>
          </a:p>
        </p:txBody>
      </p:sp>
      <p:sp>
        <p:nvSpPr>
          <p:cNvPr id="75" name="Google Shape;75;p9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like joy disappearing in a moment before your eyes—remember, life is as fleeting as a dewdrop on a blade of grass.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mati mati ennaruḷāte</a:t>
            </a:r>
            <a:br>
              <a:rPr lang="en-US" sz="5400"/>
            </a:br>
            <a:r>
              <a:rPr lang="en-US" sz="5400"/>
              <a:t>uzhalunn-oru manamē</a:t>
            </a:r>
            <a:br>
              <a:rPr lang="en-US" sz="5400"/>
            </a:br>
            <a:r>
              <a:rPr lang="en-US" sz="5400"/>
              <a:t>azhal allāt-entu bhujiccu</a:t>
            </a:r>
            <a:br>
              <a:rPr lang="en-US" sz="5400"/>
            </a:br>
            <a:r>
              <a:rPr lang="en-US" sz="5400"/>
              <a:t>itu vare onnatu collu</a:t>
            </a:r>
            <a:endParaRPr sz="5400"/>
          </a:p>
        </p:txBody>
      </p:sp>
      <p:sp>
        <p:nvSpPr>
          <p:cNvPr id="82" name="Google Shape;82;p10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O restless mind, never content, never saying, “Enough, enough”—tell me, what have you truly consumed until now, except sorrow?</a:t>
            </a:r>
            <a:endParaRPr b="0" i="0" sz="48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amritam</dc:creator>
</cp:coreProperties>
</file>