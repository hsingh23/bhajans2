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A7D74-5451-4228-AABF-110A25202797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6B2C-96B8-41C6-8FDF-A22CE5A22C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A7D74-5451-4228-AABF-110A25202797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6B2C-96B8-41C6-8FDF-A22CE5A22C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A7D74-5451-4228-AABF-110A25202797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6B2C-96B8-41C6-8FDF-A22CE5A22C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A7D74-5451-4228-AABF-110A25202797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6B2C-96B8-41C6-8FDF-A22CE5A22C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A7D74-5451-4228-AABF-110A25202797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6B2C-96B8-41C6-8FDF-A22CE5A22C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A7D74-5451-4228-AABF-110A25202797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6B2C-96B8-41C6-8FDF-A22CE5A22C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A7D74-5451-4228-AABF-110A25202797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6B2C-96B8-41C6-8FDF-A22CE5A22C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A7D74-5451-4228-AABF-110A25202797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6B2C-96B8-41C6-8FDF-A22CE5A22C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A7D74-5451-4228-AABF-110A25202797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6B2C-96B8-41C6-8FDF-A22CE5A22C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A7D74-5451-4228-AABF-110A25202797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6B2C-96B8-41C6-8FDF-A22CE5A22C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A7D74-5451-4228-AABF-110A25202797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6B2C-96B8-41C6-8FDF-A22CE5A22C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A7D74-5451-4228-AABF-110A25202797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AC6B2C-96B8-41C6-8FDF-A22CE5A22C3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viśvattin ādhāra caitanyamē nī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viśvattin ādhāra caitanyamē nī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viṇṇil ninn-ozhuki vanna prēma-gaṅgayō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You are the pure consciousness on which this vast universe is founded. Are you the sacred Ganga of love, flowing down from the skies above?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kaṇḍatill-ārumē nin nija-rūpam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kēṭṭat-illārumē nin nija-nādam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No one has seen your true form, no one has heard your eternal name.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karayunna jīvane māṙōḍ-aṇakkum nī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ānanda-sindhuvāṇ-ōtiḍaṭṭe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You, who embrace the anguished, are an endless ocean of bliss.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sṛṣṭiyum nī tanne sraṣṭāv-āyatum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kanivu tūkum kāruṇya-murttiyum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became both creation and creator, the very essence of compassion, showering loving kindness upon every being.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janma-janmaṅgaḷāy jīvita-yātrayil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enikkāy ammē nī kāttu ninnu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Mother, you waited patiently for me as I wandered through countless lives.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māyā-prapañcattin pūttiri veṭṭattil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svayam maṙannu ñān bhramiccu pōyi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But I, deluded by the glitter of illusion, forgot the truth of who I truly am.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ālambam illāttōrkk-orāśrayamāyi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kalikanmaṣa-bhāraṅgaḷ nīkki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You became the refuge of the helpless, lifting sorrows and removing burdens.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prēma-sāmrājyam paḍutt-uyarttumbōzhum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tyāgavum snēhavum nin mudrayāyi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Even as you build an empire of love, your very essence remains love and sacrifice.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kālattinn-atita āṇende amma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kālanum appuṙam āṇamma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My Mother transcends time; she reigns beyond the Lord of Death.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pūrṇāvatāramāy mēvum mahēśi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nin padatāril layicciḍaṭṭe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are the Great Goddess, an incarnation of supreme power—grant me the grace to merge at your lotus feet.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211</Words>
  <Application>Microsoft Office PowerPoint</Application>
  <PresentationFormat>On-screen Show (4:3)</PresentationFormat>
  <Paragraphs>23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viśvattin ādhāra caitanyamē nī</vt:lpstr>
      <vt:lpstr>viśvattin ādhāra caitanyamē nī viṇṇil ninn-ozhuki vanna prēma-gaṅgayō</vt:lpstr>
      <vt:lpstr>kaṇḍatill-ārumē nin nija-rūpam kēṭṭat-illārumē nin nija-nādam</vt:lpstr>
      <vt:lpstr>karayunna jīvane māṙōḍ-aṇakkum nī ānanda-sindhuvāṇ-ōtiḍaṭṭe</vt:lpstr>
      <vt:lpstr>sṛṣṭiyum nī tanne sraṣṭāv-āyatum kanivu tūkum kāruṇya-murttiyum</vt:lpstr>
      <vt:lpstr>janma-janmaṅgaḷāy jīvita-yātrayil enikkāy ammē nī kāttu ninnu</vt:lpstr>
      <vt:lpstr>māyā-prapañcattin pūttiri veṭṭattil svayam maṙannu ñān bhramiccu pōyi</vt:lpstr>
      <vt:lpstr>ālambam illāttōrkk-orāśrayamāyi kalikanmaṣa-bhāraṅgaḷ nīkki</vt:lpstr>
      <vt:lpstr>prēma-sāmrājyam paḍutt-uyarttumbōzhum tyāgavum snēhavum nin mudrayāyi</vt:lpstr>
      <vt:lpstr>kālattinn-atita āṇende amma kālanum appuṙam āṇamma</vt:lpstr>
      <vt:lpstr>pūrṇāvatāramāy mēvum mahēśi nin padatāril layicciḍaṭṭe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viśvattin ādhāra caitanyamē nī</dc:title>
  <dc:creator>Amrita</dc:creator>
  <cp:lastModifiedBy>Amrita</cp:lastModifiedBy>
  <cp:revision>1</cp:revision>
  <dcterms:created xsi:type="dcterms:W3CDTF">2025-07-06T17:39:54Z</dcterms:created>
  <dcterms:modified xsi:type="dcterms:W3CDTF">2025-07-06T17:40:58Z</dcterms:modified>
</cp:coreProperties>
</file>