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BF8B-CE7E-4DD2-9100-81F5D574C98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6A12-DAC5-40B1-BFC6-7C7B5D7202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BF8B-CE7E-4DD2-9100-81F5D574C98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6A12-DAC5-40B1-BFC6-7C7B5D7202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BF8B-CE7E-4DD2-9100-81F5D574C98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6A12-DAC5-40B1-BFC6-7C7B5D7202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BF8B-CE7E-4DD2-9100-81F5D574C98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6A12-DAC5-40B1-BFC6-7C7B5D7202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BF8B-CE7E-4DD2-9100-81F5D574C98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6A12-DAC5-40B1-BFC6-7C7B5D7202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BF8B-CE7E-4DD2-9100-81F5D574C98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6A12-DAC5-40B1-BFC6-7C7B5D7202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BF8B-CE7E-4DD2-9100-81F5D574C98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6A12-DAC5-40B1-BFC6-7C7B5D7202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BF8B-CE7E-4DD2-9100-81F5D574C98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6A12-DAC5-40B1-BFC6-7C7B5D7202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BF8B-CE7E-4DD2-9100-81F5D574C98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6A12-DAC5-40B1-BFC6-7C7B5D7202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BF8B-CE7E-4DD2-9100-81F5D574C98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6A12-DAC5-40B1-BFC6-7C7B5D7202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BF8B-CE7E-4DD2-9100-81F5D574C98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66A12-DAC5-40B1-BFC6-7C7B5D7202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5BF8B-CE7E-4DD2-9100-81F5D574C98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66A12-DAC5-40B1-BFC6-7C7B5D72020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uḷḷam nontu viḷikkum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200" smtClean="0">
                <a:solidFill>
                  <a:srgbClr val="FFFFFF"/>
                </a:solidFill>
                <a:latin typeface="Calibri"/>
              </a:rPr>
              <a:t>uḷḷam nontu viḷikkum nēram uṇṇikkaṇṇan ōdi varum</a:t>
            </a:r>
            <a:br>
              <a:rPr lang="en-US" sz="5200" smtClean="0">
                <a:solidFill>
                  <a:srgbClr val="FFFFFF"/>
                </a:solidFill>
                <a:latin typeface="Calibri"/>
              </a:rPr>
            </a:br>
            <a:r>
              <a:rPr lang="en-US" sz="5200" smtClean="0">
                <a:solidFill>
                  <a:srgbClr val="FFFFFF"/>
                </a:solidFill>
                <a:latin typeface="Calibri"/>
              </a:rPr>
              <a:t>kaṇṇanu karutiya naṙu tēn veṇṇa tiruvāy malaril ñān nalkum</a:t>
            </a:r>
            <a:endParaRPr lang="en-US" sz="5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Little Krishna will come running to me when I call him with a heart full of sorrowful yearning. I will feed him fresh butter, as sweet as honey.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naṭṭu nanaccā tuḷasi ceḍiyum kāttirippu kārvarṇṇā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kṛṣṇa-tuḷasi pūkkaḷ koṇḍ-oru hāram cārttān maṇivarṇṇā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100" smtClean="0">
                <a:solidFill>
                  <a:srgbClr val="FFFF00"/>
                </a:solidFill>
                <a:latin typeface="Calibri"/>
              </a:rPr>
              <a:t>O Krishna, dark as storm clouds, even the sacred basil I’ve planted and tended waits eagerly for your arrival. O Lord, beautiful as a blue jewel, I shall weave a garland of its leaves and adorn you with it.</a:t>
            </a:r>
            <a:endParaRPr lang="en-US" sz="4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smtClean="0">
                <a:solidFill>
                  <a:srgbClr val="FFFFFF"/>
                </a:solidFill>
                <a:latin typeface="Calibri"/>
              </a:rPr>
              <a:t>nīradavarṇṇā nīla sarassile nīlāmbujavum tēṅgunnu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kamalakkaṇṇā nin tiru vadanam kāṇāt-eṅgane viḍarum ñān</a:t>
            </a:r>
            <a:endParaRPr lang="en-US" sz="5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Krishna, the blue cloud-hued one, the blue lotus in the blue lake is weeping. O Lotus-eyed One, how can I ever blossom without a vision of your divine face?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mānatt-aṅgane vārmēghaṅgaḷ allum pakalum tirayunnu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nīla manōhara varṇṇam nalkiya nīlakkaṇṇā nī eviḍe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In the sky, the dark rain clouds search for you day and night. You gave them their beautiful blue—but where have you gone, O blue-hued One?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500" smtClean="0">
                <a:solidFill>
                  <a:srgbClr val="FFFFFF"/>
                </a:solidFill>
                <a:latin typeface="Calibri"/>
              </a:rPr>
              <a:t>kaḍalē nīlakkaḍalē entinu iḍamuṙiyāt-aṅgalaṙunnu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kaṇṇan pālkkaḍal varṇṇan ninne paṫṫicc-eṅgane pōyennō? </a:t>
            </a:r>
            <a:endParaRPr lang="en-US" sz="5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 ocean, vast and blue, why do you roar so restlessly? Did Krishna, radiant as the Milky Way, pass this way without granting you even a glimpse of him?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karayu kaṇṇē kaṇṇanu vēṇḍi karaḷil kaṇṇan naḍamāḍum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nanda-kumāran sundara-rūpan hṛttil teḷiyum kaṭṭāyam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O eyes, cry for Krishna—then he will come and dance in your heart. The beautiful, radiant form of Nanda’s son will surely shine within you.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uḷḷam nontu viḷikkum</vt:lpstr>
      <vt:lpstr>uḷḷam nontu viḷikkum nēram uṇṇikkaṇṇan ōdi varum kaṇṇanu karutiya naṙu tēn veṇṇa tiruvāy malaril ñān nalkum</vt:lpstr>
      <vt:lpstr>naṭṭu nanaccā tuḷasi ceḍiyum kāttirippu kārvarṇṇā kṛṣṇa-tuḷasi pūkkaḷ koṇḍ-oru hāram cārttān maṇivarṇṇā</vt:lpstr>
      <vt:lpstr>nīradavarṇṇā nīla sarassile nīlāmbujavum tēṅgunnu kamalakkaṇṇā nin tiru vadanam kāṇāt-eṅgane viḍarum ñān</vt:lpstr>
      <vt:lpstr>mānatt-aṅgane vārmēghaṅgaḷ allum pakalum tirayunnu nīla manōhara varṇṇam nalkiya nīlakkaṇṇā nī eviḍe</vt:lpstr>
      <vt:lpstr>kaḍalē nīlakkaḍalē entinu iḍamuṙiyāt-aṅgalaṙunnu kaṇṇan pālkkaḍal varṇṇan ninne paṫṫicc-eṅgane pōyennō? </vt:lpstr>
      <vt:lpstr>karayu kaṇṇē kaṇṇanu vēṇḍi karaḷil kaṇṇan naḍamāḍum nanda-kumāran sundara-rūpan hṛttil teḷiyum kaṭṭāyam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uḷḷam nontu viḷikkum</dc:title>
  <dc:creator>Amrita</dc:creator>
  <cp:lastModifiedBy>Amrita</cp:lastModifiedBy>
  <cp:revision>1</cp:revision>
  <dcterms:created xsi:type="dcterms:W3CDTF">2025-07-25T12:34:05Z</dcterms:created>
  <dcterms:modified xsi:type="dcterms:W3CDTF">2025-07-25T12:35:01Z</dcterms:modified>
</cp:coreProperties>
</file>