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8" r:id="rId14"/>
    <p:sldId id="269" r:id="rId15"/>
    <p:sldId id="270" r:id="rId16"/>
    <p:sldId id="273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C6C2C-41E9-42A2-84A9-CB0A01115791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ACC11-1592-452B-97F0-EF55E5B6D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only for lead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ACC11-1592-452B-97F0-EF55E5B6D0A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C9FC5-5EAF-4E3E-A74F-45FF361AEE28}" type="datetimeFigureOut">
              <a:rPr lang="en-US" smtClean="0"/>
              <a:pPr/>
              <a:t>29-Oct-2025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74AFF-832A-43E9-9F34-2371F86FA7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raṅg khēlō hamrē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khēlō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hamrē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hamrē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ō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kānā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</a:rPr>
              <a:t>āj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Play with colors with me, O Krishna, come play with me;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apnē raṅg meiṅ hī raṅg dē ō kānā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apnē raṅg meiṅ hī raṅg 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immerse me only in your colors, O Krishna, immerse me only in your colors.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lāl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gulāl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abīr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sabhī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āj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uḍē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braj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meiṅ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The red powder, the fragrant colors, and all the hues rise and fly in Vraj today.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mānav kyā dēv bhī āyē haiṅ braj meiṅ līlā tērī dēkhnē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Not only humans but even the gods have come to Vraj to witness your divine play.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khēlō mōhan phāg aisī… kī chūṭē kabhī na yē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Play, O Krishna, spring festival of colors in such a way that this companionship never breaks.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aisā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Color me in such a shade of love that it may never fade,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chūṭē kabhī na yē raṅg ō kānā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chūṭe kabhī na yē raṅg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may this color never fade.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gvāl-gōpin sab hārī ō kānā, bhar pichkārī tūne mārī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cowherd boys and gopis all surrendered, O Kanha, when you struck with your full water-sprayer.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ḍhūṅḍhūṅ tujhē par raṅgōṅ ki āndhī meiṅ dēkh na pāvūṅ tujhē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search for you, but in the storm of colors I can no longer see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khēlō mōhan phāg aisī… kī chūṭē kabhī na yē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Play, O Krishna, spring festival of colors in such a way that this companionship never breaks.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aisā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Color me in such a shade of love that it may never fade,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chūṭē kabhī na yē raṅg ō kānā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chūṭe kabhī na yē raṅg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may this color never fade.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prēm kē raṅg karuṇā kē raṅg bhartē rahō calō aṅg-saṅg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colors of love, the colors of compassion—let them keep filling us as we walk together.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jhūmō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nācō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,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gāvō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gōvindā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gōvindā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Rejoice, dance, sing with love, for Shri Rang Govinda has arrived. In your colors, Govinda, we are dyed.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āyō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śrī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gōvindā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raṅg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gōvindā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Rejoice, dance, sing with love, for Shri Rang Govinda has arrived. In your colors, Govinda, we are dyed.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kānā rē khēlō hamrē saṅg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kānā rē raṅg dē tērā raṅg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come play with me. O Krishna, color me in your own hue.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411</Words>
  <Application>Microsoft Office PowerPoint</Application>
  <PresentationFormat>On-screen Show (4:3)</PresentationFormat>
  <Paragraphs>37</Paragraphs>
  <Slides>17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raṅg khēlō hamrē saṅg</vt:lpstr>
      <vt:lpstr>raṅg khēlō hamrē saṅg, hamrē saṅg ō kānā āj </vt:lpstr>
      <vt:lpstr>apnē raṅg meiṅ hī raṅg dē ō kānā apnē raṅg meiṅ hī raṅg dē</vt:lpstr>
      <vt:lpstr>lāl gulāl abīr yē raṅg sabhī, āj uḍē braj meiṅ</vt:lpstr>
      <vt:lpstr>mānav kyā dēv bhī āyē haiṅ braj meiṅ līlā tērī dēkhnē</vt:lpstr>
      <vt:lpstr>khēlō mōhan phāg aisī… kī chūṭē kabhī na yē saṅg</vt:lpstr>
      <vt:lpstr>prēm kē raṅg meiṅ  aisā tū raṅg dē </vt:lpstr>
      <vt:lpstr>chūṭē kabhī na yē raṅg ō kānā chūṭe kabhī na yē raṅg </vt:lpstr>
      <vt:lpstr>gvāl-gōpin sab hārī ō kānā, bhar pichkārī tūne mārī </vt:lpstr>
      <vt:lpstr>ḍhūṅḍhūṅ tujhē par raṅgōṅ ki āndhī meiṅ dēkh na pāvūṅ tujhē</vt:lpstr>
      <vt:lpstr>khēlō mōhan phāg aisī… kī chūṭē kabhī na yē saṅg</vt:lpstr>
      <vt:lpstr>prēm kē raṅg meiṅ  aisā tū raṅg dē </vt:lpstr>
      <vt:lpstr>chūṭē kabhī na yē raṅg ō kānā chūṭe kabhī na yē raṅg </vt:lpstr>
      <vt:lpstr>prēm kē raṅg karuṇā kē raṅg bhartē rahō calō aṅg-saṅg</vt:lpstr>
      <vt:lpstr>jhūmō rē nācō rē,  prēm sē gāvō rē  āyō śrī raṅg gōvindā tērē raṅg meiṅ raṅg gōvindā</vt:lpstr>
      <vt:lpstr>āyō śrī raṅg gōvindā tērē raṅg meiṅ raṅg gōvindā</vt:lpstr>
      <vt:lpstr>kānā rē khēlō hamrē saṅg kānā rē raṅg dē tērā raṅg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raṅg khēlō hamrē saṅg</dc:title>
  <dc:creator>Amrita</dc:creator>
  <cp:lastModifiedBy>AMMA</cp:lastModifiedBy>
  <cp:revision>3</cp:revision>
  <dcterms:created xsi:type="dcterms:W3CDTF">2025-08-30T14:34:31Z</dcterms:created>
  <dcterms:modified xsi:type="dcterms:W3CDTF">2025-10-29T12:04:25Z</dcterms:modified>
</cp:coreProperties>
</file>