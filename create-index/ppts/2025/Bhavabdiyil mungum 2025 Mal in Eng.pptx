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1" r:id="rId2"/>
    <p:sldId id="294" r:id="rId3"/>
    <p:sldId id="295" r:id="rId4"/>
    <p:sldId id="292" r:id="rId5"/>
    <p:sldId id="296" r:id="rId6"/>
    <p:sldId id="297" r:id="rId7"/>
    <p:sldId id="29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bhavābdhiyil</a:t>
            </a:r>
            <a:r>
              <a:rPr lang="en-US" sz="6600" dirty="0" smtClean="0"/>
              <a:t> </a:t>
            </a:r>
            <a:r>
              <a:rPr lang="en-US" sz="6600" dirty="0" err="1" smtClean="0"/>
              <a:t>muṅgum</a:t>
            </a:r>
            <a:r>
              <a:rPr lang="en-US" sz="6600" dirty="0" smtClean="0"/>
              <a:t> </a:t>
            </a:r>
            <a:r>
              <a:rPr lang="en-US" sz="6600" dirty="0" err="1" smtClean="0"/>
              <a:t>mānavan</a:t>
            </a:r>
            <a:r>
              <a:rPr lang="en-US" sz="6600" dirty="0" smtClean="0"/>
              <a:t> </a:t>
            </a:r>
            <a:r>
              <a:rPr lang="en-US" sz="6600" dirty="0" err="1" smtClean="0"/>
              <a:t>ennum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000" dirty="0" smtClean="0">
                <a:solidFill>
                  <a:srgbClr val="FFFF00"/>
                </a:solidFill>
              </a:rPr>
              <a:t>(Malayalam)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bhavābdhiyil</a:t>
            </a:r>
            <a:r>
              <a:rPr lang="en-US" sz="5400" dirty="0" smtClean="0"/>
              <a:t> </a:t>
            </a:r>
            <a:r>
              <a:rPr lang="en-US" sz="5400" dirty="0" err="1" smtClean="0"/>
              <a:t>muṅgum</a:t>
            </a:r>
            <a:r>
              <a:rPr lang="en-US" sz="5400" dirty="0" smtClean="0"/>
              <a:t> </a:t>
            </a:r>
            <a:r>
              <a:rPr lang="en-US" sz="5400" dirty="0" err="1" smtClean="0"/>
              <a:t>mānavan</a:t>
            </a:r>
            <a:r>
              <a:rPr lang="en-US" sz="5400" dirty="0" smtClean="0"/>
              <a:t> </a:t>
            </a:r>
            <a:r>
              <a:rPr lang="en-US" sz="5400" dirty="0" err="1" smtClean="0"/>
              <a:t>ennum</a:t>
            </a:r>
            <a:r>
              <a:rPr lang="en-US" sz="5400" dirty="0" smtClean="0"/>
              <a:t> </a:t>
            </a:r>
            <a:r>
              <a:rPr lang="en-US" sz="5400" dirty="0" err="1" smtClean="0"/>
              <a:t>onnē</a:t>
            </a:r>
            <a:r>
              <a:rPr lang="en-US" sz="5400" dirty="0" smtClean="0"/>
              <a:t> </a:t>
            </a:r>
            <a:r>
              <a:rPr lang="en-US" sz="5400" dirty="0" err="1" smtClean="0"/>
              <a:t>parihāram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bhaṅgyā-cēraṇam</a:t>
            </a:r>
            <a:r>
              <a:rPr lang="en-US" sz="5400" smtClean="0"/>
              <a:t> antaḥ-karaṇam</a:t>
            </a:r>
            <a:r>
              <a:rPr lang="en-US" sz="5400" dirty="0" smtClean="0"/>
              <a:t> </a:t>
            </a:r>
            <a:r>
              <a:rPr lang="en-US" sz="5400" dirty="0" err="1" smtClean="0"/>
              <a:t>ōrē</a:t>
            </a:r>
            <a:r>
              <a:rPr lang="en-US" sz="5400" dirty="0" smtClean="0"/>
              <a:t> </a:t>
            </a:r>
            <a:r>
              <a:rPr lang="en-US" sz="5400" dirty="0" err="1" smtClean="0"/>
              <a:t>mahatādhāram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The only salvation for one drowning in the ocean of </a:t>
            </a:r>
            <a:r>
              <a:rPr lang="en-US" sz="5400" dirty="0" err="1" smtClean="0">
                <a:solidFill>
                  <a:srgbClr val="FFFF00"/>
                </a:solidFill>
              </a:rPr>
              <a:t>Samsara</a:t>
            </a:r>
            <a:r>
              <a:rPr lang="en-US" sz="5400" dirty="0" smtClean="0">
                <a:solidFill>
                  <a:srgbClr val="FFFF00"/>
                </a:solidFill>
              </a:rPr>
              <a:t> is for the mind to take refuge in a realized soul.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dirty="0" err="1" smtClean="0"/>
              <a:t>bhayāśakaḷ</a:t>
            </a:r>
            <a:r>
              <a:rPr lang="en-US" dirty="0" smtClean="0"/>
              <a:t> </a:t>
            </a:r>
            <a:r>
              <a:rPr lang="en-US" dirty="0" err="1" smtClean="0"/>
              <a:t>pōkkum</a:t>
            </a:r>
            <a:r>
              <a:rPr lang="en-US" dirty="0" smtClean="0"/>
              <a:t> </a:t>
            </a:r>
            <a:r>
              <a:rPr lang="en-US" dirty="0" err="1" smtClean="0"/>
              <a:t>bhakti</a:t>
            </a:r>
            <a:r>
              <a:rPr lang="en-US" dirty="0" smtClean="0"/>
              <a:t> </a:t>
            </a:r>
            <a:r>
              <a:rPr lang="en-US" dirty="0" err="1" smtClean="0"/>
              <a:t>uṇarttum</a:t>
            </a:r>
            <a:r>
              <a:rPr lang="en-US" dirty="0" smtClean="0"/>
              <a:t> </a:t>
            </a:r>
            <a:r>
              <a:rPr lang="en-US" dirty="0" err="1" smtClean="0"/>
              <a:t>bhāgya-vidhātāram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bhēṣāy</a:t>
            </a:r>
            <a:r>
              <a:rPr lang="en-US" dirty="0" smtClean="0"/>
              <a:t> </a:t>
            </a:r>
            <a:r>
              <a:rPr lang="en-US" dirty="0" err="1" smtClean="0"/>
              <a:t>cērkkum</a:t>
            </a:r>
            <a:r>
              <a:rPr lang="en-US" dirty="0" smtClean="0"/>
              <a:t> </a:t>
            </a:r>
            <a:r>
              <a:rPr lang="en-US" dirty="0" err="1" smtClean="0"/>
              <a:t>manamē</a:t>
            </a:r>
            <a:r>
              <a:rPr lang="en-US" dirty="0" smtClean="0"/>
              <a:t> </a:t>
            </a:r>
            <a:r>
              <a:rPr lang="en-US" dirty="0" err="1" smtClean="0"/>
              <a:t>nin</a:t>
            </a:r>
            <a:r>
              <a:rPr lang="en-US" dirty="0" smtClean="0"/>
              <a:t> </a:t>
            </a:r>
            <a:r>
              <a:rPr lang="en-US" dirty="0" err="1" smtClean="0"/>
              <a:t>vazhi</a:t>
            </a:r>
            <a:r>
              <a:rPr lang="en-US" dirty="0" smtClean="0"/>
              <a:t> </a:t>
            </a:r>
            <a:r>
              <a:rPr lang="en-US" dirty="0" err="1" smtClean="0"/>
              <a:t>mantram</a:t>
            </a:r>
            <a:r>
              <a:rPr lang="en-US" dirty="0" smtClean="0"/>
              <a:t> </a:t>
            </a:r>
            <a:r>
              <a:rPr lang="en-US" dirty="0" err="1" smtClean="0"/>
              <a:t>bhavatāram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err="1" smtClean="0"/>
              <a:t>gurumantram</a:t>
            </a:r>
            <a:r>
              <a:rPr lang="en-US" dirty="0" smtClean="0"/>
              <a:t> </a:t>
            </a:r>
            <a:r>
              <a:rPr lang="en-US" dirty="0" err="1" smtClean="0"/>
              <a:t>bhavatāram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This refuge dispels all fear, awakens devotion, and brings fortune. Let the mind attune itself to the mantra, the mantra that ferries us across the ocean of </a:t>
            </a:r>
            <a:r>
              <a:rPr lang="en-US" sz="4400" dirty="0" err="1" smtClean="0">
                <a:solidFill>
                  <a:srgbClr val="FFFF00"/>
                </a:solidFill>
              </a:rPr>
              <a:t>samsara</a:t>
            </a:r>
            <a:r>
              <a:rPr lang="en-US" sz="4400" dirty="0" smtClean="0">
                <a:solidFill>
                  <a:srgbClr val="FFFF00"/>
                </a:solidFill>
              </a:rPr>
              <a:t>. This is the Guru Mantra.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kaitavam</a:t>
            </a:r>
            <a:r>
              <a:rPr lang="en-US" sz="5400" dirty="0" smtClean="0"/>
              <a:t> </a:t>
            </a:r>
            <a:r>
              <a:rPr lang="en-US" sz="5400" dirty="0" err="1" smtClean="0"/>
              <a:t>ēṙum</a:t>
            </a:r>
            <a:r>
              <a:rPr lang="en-US" sz="5400" dirty="0" smtClean="0"/>
              <a:t> </a:t>
            </a:r>
            <a:r>
              <a:rPr lang="en-US" sz="5400" dirty="0" err="1" smtClean="0"/>
              <a:t>manamē</a:t>
            </a:r>
            <a:r>
              <a:rPr lang="en-US" sz="5400" dirty="0" smtClean="0"/>
              <a:t> </a:t>
            </a:r>
            <a:r>
              <a:rPr lang="en-US" sz="5400" dirty="0" err="1" smtClean="0"/>
              <a:t>ninavukaḷ</a:t>
            </a:r>
            <a:r>
              <a:rPr lang="en-US" sz="5400" dirty="0" smtClean="0"/>
              <a:t> </a:t>
            </a:r>
            <a:r>
              <a:rPr lang="en-US" sz="5400" dirty="0" err="1" smtClean="0"/>
              <a:t>aṙiyaṇam</a:t>
            </a:r>
            <a:r>
              <a:rPr lang="en-US" sz="5400" dirty="0" smtClean="0"/>
              <a:t> </a:t>
            </a:r>
            <a:r>
              <a:rPr lang="en-US" sz="5400" dirty="0" err="1" smtClean="0"/>
              <a:t>atunēram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kaitava</a:t>
            </a:r>
            <a:r>
              <a:rPr lang="en-US" sz="5400" dirty="0" smtClean="0"/>
              <a:t> </a:t>
            </a:r>
            <a:r>
              <a:rPr lang="en-US" sz="5400" dirty="0" err="1" smtClean="0"/>
              <a:t>maṫṫavan</a:t>
            </a:r>
            <a:r>
              <a:rPr lang="en-US" sz="5400" dirty="0" smtClean="0"/>
              <a:t> </a:t>
            </a:r>
            <a:r>
              <a:rPr lang="en-US" sz="5400" dirty="0" err="1" smtClean="0"/>
              <a:t>uṫṫavan</a:t>
            </a:r>
            <a:r>
              <a:rPr lang="en-US" sz="5400" dirty="0" smtClean="0"/>
              <a:t> </a:t>
            </a:r>
            <a:r>
              <a:rPr lang="en-US" sz="5400" dirty="0" err="1" smtClean="0"/>
              <a:t>ākān</a:t>
            </a:r>
            <a:r>
              <a:rPr lang="en-US" sz="5400" dirty="0" smtClean="0"/>
              <a:t> </a:t>
            </a:r>
            <a:r>
              <a:rPr lang="en-US" sz="5400" dirty="0" err="1" smtClean="0"/>
              <a:t>vāram</a:t>
            </a:r>
            <a:r>
              <a:rPr lang="en-US" sz="5400" dirty="0" smtClean="0"/>
              <a:t> </a:t>
            </a:r>
            <a:r>
              <a:rPr lang="en-US" sz="5400" dirty="0" err="1" smtClean="0"/>
              <a:t>japavāram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O mind, weighed down by suffering and falsehood, remember to chant the mantra—so that the One, untouched by sorrow and deceit, may become your heart’s dearest. 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dirty="0" err="1" smtClean="0"/>
              <a:t>kāzhcaykk-oppam</a:t>
            </a:r>
            <a:r>
              <a:rPr lang="en-US" dirty="0" smtClean="0"/>
              <a:t> </a:t>
            </a:r>
            <a:r>
              <a:rPr lang="en-US" dirty="0" err="1" smtClean="0"/>
              <a:t>kāzhcapāḍin</a:t>
            </a:r>
            <a:r>
              <a:rPr lang="en-US" dirty="0" smtClean="0"/>
              <a:t> </a:t>
            </a:r>
            <a:r>
              <a:rPr lang="en-US" dirty="0" err="1" smtClean="0"/>
              <a:t>oḷitūkām</a:t>
            </a:r>
            <a:r>
              <a:rPr lang="en-US" dirty="0" smtClean="0"/>
              <a:t> </a:t>
            </a:r>
            <a:r>
              <a:rPr lang="en-US" dirty="0" err="1" smtClean="0"/>
              <a:t>nitarām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kālam</a:t>
            </a:r>
            <a:r>
              <a:rPr lang="en-US" dirty="0" smtClean="0"/>
              <a:t> </a:t>
            </a:r>
            <a:r>
              <a:rPr lang="en-US" dirty="0" err="1" smtClean="0"/>
              <a:t>kaḷayāt-ētum</a:t>
            </a:r>
            <a:r>
              <a:rPr lang="en-US" dirty="0" smtClean="0"/>
              <a:t> </a:t>
            </a:r>
            <a:r>
              <a:rPr lang="en-US" dirty="0" err="1" smtClean="0"/>
              <a:t>manamē</a:t>
            </a:r>
            <a:r>
              <a:rPr lang="en-US" dirty="0" smtClean="0"/>
              <a:t> </a:t>
            </a:r>
            <a:r>
              <a:rPr lang="en-US" dirty="0" err="1" smtClean="0"/>
              <a:t>vāram</a:t>
            </a:r>
            <a:r>
              <a:rPr lang="en-US" dirty="0" smtClean="0"/>
              <a:t> </a:t>
            </a:r>
            <a:r>
              <a:rPr lang="en-US" dirty="0" err="1" smtClean="0"/>
              <a:t>japavāram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gurumantram</a:t>
            </a:r>
            <a:r>
              <a:rPr lang="en-US" dirty="0" smtClean="0"/>
              <a:t> </a:t>
            </a:r>
            <a:r>
              <a:rPr lang="en-US" dirty="0" err="1" smtClean="0"/>
              <a:t>bhavatāram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dirty="0" smtClean="0">
                <a:solidFill>
                  <a:srgbClr val="FFFF00"/>
                </a:solidFill>
              </a:rPr>
              <a:t>Let your vision be illumined, even as countless sights pass before you. Do not waste this </a:t>
            </a:r>
            <a:r>
              <a:rPr lang="en-US" sz="4000" smtClean="0">
                <a:solidFill>
                  <a:srgbClr val="FFFF00"/>
                </a:solidFill>
              </a:rPr>
              <a:t>precious time</a:t>
            </a:r>
            <a:r>
              <a:rPr lang="en-US" sz="4000" dirty="0" smtClean="0">
                <a:solidFill>
                  <a:srgbClr val="FFFF00"/>
                </a:solidFill>
              </a:rPr>
              <a:t>, Chant the mantra. Chant the Guru Mantra—the one that ferries us across the ocean of </a:t>
            </a:r>
            <a:r>
              <a:rPr lang="en-US" sz="4000" dirty="0" err="1" smtClean="0">
                <a:solidFill>
                  <a:srgbClr val="FFFF00"/>
                </a:solidFill>
              </a:rPr>
              <a:t>Samsara</a:t>
            </a:r>
            <a:r>
              <a:rPr lang="en-US" sz="4000" dirty="0" smtClean="0">
                <a:solidFill>
                  <a:srgbClr val="FFFF00"/>
                </a:solidFill>
              </a:rPr>
              <a:t>.</a:t>
            </a:r>
            <a:endParaRPr lang="en-US" sz="4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yātoru</a:t>
            </a:r>
            <a:r>
              <a:rPr lang="en-US" sz="5400" dirty="0" smtClean="0"/>
              <a:t> </a:t>
            </a:r>
            <a:r>
              <a:rPr lang="en-US" sz="5400" dirty="0" err="1" smtClean="0"/>
              <a:t>guruvaruḷ</a:t>
            </a:r>
            <a:r>
              <a:rPr lang="en-US" sz="5400" dirty="0" smtClean="0"/>
              <a:t> </a:t>
            </a:r>
            <a:r>
              <a:rPr lang="en-US" sz="5400" dirty="0" err="1" smtClean="0"/>
              <a:t>nalamāy</a:t>
            </a:r>
            <a:r>
              <a:rPr lang="en-US" sz="5400" dirty="0" smtClean="0"/>
              <a:t> </a:t>
            </a:r>
            <a:r>
              <a:rPr lang="en-US" sz="5400" dirty="0" err="1" smtClean="0"/>
              <a:t>jīvita-taruvē</a:t>
            </a:r>
            <a:r>
              <a:rPr lang="en-US" sz="5400" dirty="0" smtClean="0"/>
              <a:t> </a:t>
            </a:r>
            <a:r>
              <a:rPr lang="en-US" sz="5400" dirty="0" err="1" smtClean="0"/>
              <a:t>pōṫṫunnu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yātonnāl</a:t>
            </a:r>
            <a:r>
              <a:rPr lang="en-US" sz="5400" dirty="0" smtClean="0"/>
              <a:t> </a:t>
            </a:r>
            <a:r>
              <a:rPr lang="en-US" sz="5400" dirty="0" err="1" smtClean="0"/>
              <a:t>iyulakin</a:t>
            </a:r>
            <a:r>
              <a:rPr lang="en-US" sz="5400" dirty="0" smtClean="0"/>
              <a:t> </a:t>
            </a:r>
            <a:r>
              <a:rPr lang="en-US" sz="5400" dirty="0" err="1" smtClean="0"/>
              <a:t>kathayatu</a:t>
            </a:r>
            <a:r>
              <a:rPr lang="en-US" sz="5400" dirty="0" smtClean="0"/>
              <a:t> </a:t>
            </a:r>
            <a:r>
              <a:rPr lang="en-US" sz="5400" dirty="0" err="1" smtClean="0"/>
              <a:t>curuḷazhiv-ākunnu</a:t>
            </a:r>
            <a:endParaRPr lang="en-US" sz="54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The Guru, whose words are the fertile ground from which the plant of life grows—through whom this world is created and its story revealed.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/>
              <a:t>yātoru</a:t>
            </a:r>
            <a:r>
              <a:rPr lang="en-US" sz="4800" dirty="0" smtClean="0"/>
              <a:t> </a:t>
            </a:r>
            <a:r>
              <a:rPr lang="en-US" sz="4800" dirty="0" err="1" smtClean="0"/>
              <a:t>naukayil</a:t>
            </a:r>
            <a:r>
              <a:rPr lang="en-US" sz="4800" dirty="0" smtClean="0"/>
              <a:t> </a:t>
            </a:r>
            <a:r>
              <a:rPr lang="en-US" sz="4800" dirty="0" err="1" smtClean="0"/>
              <a:t>manavazhi</a:t>
            </a:r>
            <a:r>
              <a:rPr lang="en-US" sz="4800" dirty="0" smtClean="0"/>
              <a:t> </a:t>
            </a:r>
            <a:r>
              <a:rPr lang="en-US" sz="4800" dirty="0" err="1" smtClean="0"/>
              <a:t>tāṇḍīṭṭ-uṇmayil</a:t>
            </a:r>
            <a:r>
              <a:rPr lang="en-US" sz="4800" dirty="0" smtClean="0"/>
              <a:t> </a:t>
            </a:r>
            <a:r>
              <a:rPr lang="en-US" sz="4800" dirty="0" err="1" smtClean="0"/>
              <a:t>ettunnu</a:t>
            </a: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 err="1" smtClean="0"/>
              <a:t>yātonnē</a:t>
            </a:r>
            <a:r>
              <a:rPr lang="en-US" sz="4800" dirty="0" smtClean="0"/>
              <a:t> </a:t>
            </a:r>
            <a:r>
              <a:rPr lang="en-US" sz="4800" dirty="0" err="1" smtClean="0"/>
              <a:t>atu</a:t>
            </a:r>
            <a:r>
              <a:rPr lang="en-US" sz="4800" dirty="0" smtClean="0"/>
              <a:t> </a:t>
            </a:r>
            <a:r>
              <a:rPr lang="en-US" sz="4800" dirty="0" err="1" smtClean="0"/>
              <a:t>sadguru</a:t>
            </a:r>
            <a:r>
              <a:rPr lang="en-US" sz="4800" dirty="0" smtClean="0"/>
              <a:t> </a:t>
            </a:r>
            <a:r>
              <a:rPr lang="en-US" sz="4800" dirty="0" err="1" smtClean="0"/>
              <a:t>mantram</a:t>
            </a:r>
            <a:r>
              <a:rPr lang="en-US" sz="4800" dirty="0" smtClean="0"/>
              <a:t> </a:t>
            </a:r>
            <a:r>
              <a:rPr lang="en-US" sz="4800" dirty="0" err="1" smtClean="0"/>
              <a:t>āzhi</a:t>
            </a:r>
            <a:r>
              <a:rPr lang="en-US" sz="4800" dirty="0" smtClean="0"/>
              <a:t> </a:t>
            </a:r>
            <a:r>
              <a:rPr lang="en-US" sz="4800" dirty="0" err="1" smtClean="0"/>
              <a:t>kaḍattunnu</a:t>
            </a: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 err="1" smtClean="0"/>
              <a:t>gurumantram</a:t>
            </a:r>
            <a:r>
              <a:rPr lang="en-US" sz="4800" dirty="0" smtClean="0"/>
              <a:t> </a:t>
            </a:r>
            <a:r>
              <a:rPr lang="en-US" sz="4800" dirty="0" err="1" smtClean="0"/>
              <a:t>bhavatāram</a:t>
            </a:r>
            <a:endParaRPr lang="en-US" sz="48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The boat that carries the mind toward eternal truth is the </a:t>
            </a:r>
            <a:r>
              <a:rPr lang="en-US" sz="4400" dirty="0" err="1" smtClean="0">
                <a:solidFill>
                  <a:srgbClr val="FFFF00"/>
                </a:solidFill>
              </a:rPr>
              <a:t>Satguru’s</a:t>
            </a:r>
            <a:r>
              <a:rPr lang="en-US" sz="4400" dirty="0" smtClean="0">
                <a:solidFill>
                  <a:srgbClr val="FFFF00"/>
                </a:solidFill>
              </a:rPr>
              <a:t> mantra. It is the Guru Mantra that ferries us across the ocean of </a:t>
            </a:r>
            <a:r>
              <a:rPr lang="en-US" sz="4400" dirty="0" err="1" smtClean="0">
                <a:solidFill>
                  <a:srgbClr val="FFFF00"/>
                </a:solidFill>
              </a:rPr>
              <a:t>Samsara</a:t>
            </a:r>
            <a:r>
              <a:rPr lang="en-US" sz="4400" dirty="0" smtClean="0">
                <a:solidFill>
                  <a:srgbClr val="FFFF00"/>
                </a:solidFill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2870</TotalTime>
  <Words>229</Words>
  <Application>Microsoft Office PowerPoint</Application>
  <PresentationFormat>On-screen Show (4:3)</PresentationFormat>
  <Paragraphs>22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bhavābdhiyil muṅgum mānavan ennum</vt:lpstr>
      <vt:lpstr>bhavābdhiyil muṅgum mānavan ennum onnē parihāram bhaṅgyā-cēraṇam antaḥ-karaṇam ōrē mahatādhāram</vt:lpstr>
      <vt:lpstr>bhayāśakaḷ pōkkum bhakti uṇarttum bhāgya-vidhātāram bhēṣāy cērkkum manamē nin vazhi mantram bhavatāram  gurumantram bhavatāram</vt:lpstr>
      <vt:lpstr>kaitavam ēṙum manamē ninavukaḷ aṙiyaṇam atunēram kaitava maṫṫavan uṫṫavan ākān vāram japavāram</vt:lpstr>
      <vt:lpstr>kāzhcaykk-oppam kāzhcapāḍin oḷitūkām nitarām kālam kaḷayāt-ētum manamē vāram japavāram gurumantram bhavatāram</vt:lpstr>
      <vt:lpstr>yātoru guruvaruḷ nalamāy jīvita-taruvē pōṫṫunnu yātonnāl iyulakin kathayatu curuḷazhiv-ākunnu</vt:lpstr>
      <vt:lpstr>yātoru naukayil manavazhi tāṇḍīṭṭ-uṇmayil ettunnu yātonnē atu sadguru mantram āzhi kaḍattunnu gurumantram bhavatāram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328</cp:revision>
  <dcterms:created xsi:type="dcterms:W3CDTF">2006-08-16T00:00:00Z</dcterms:created>
  <dcterms:modified xsi:type="dcterms:W3CDTF">2025-09-19T16:00:45Z</dcterms:modified>
</cp:coreProperties>
</file>