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3" r:id="rId12"/>
    <p:sldId id="264" r:id="rId13"/>
    <p:sldId id="265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B6D8-2C83-4602-9049-62168C3687D0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284-367D-4E6C-8FB8-327CADC64F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B6D8-2C83-4602-9049-62168C3687D0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284-367D-4E6C-8FB8-327CADC64F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B6D8-2C83-4602-9049-62168C3687D0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284-367D-4E6C-8FB8-327CADC64F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B6D8-2C83-4602-9049-62168C3687D0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284-367D-4E6C-8FB8-327CADC64F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B6D8-2C83-4602-9049-62168C3687D0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284-367D-4E6C-8FB8-327CADC64F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B6D8-2C83-4602-9049-62168C3687D0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284-367D-4E6C-8FB8-327CADC64F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B6D8-2C83-4602-9049-62168C3687D0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284-367D-4E6C-8FB8-327CADC64F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B6D8-2C83-4602-9049-62168C3687D0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284-367D-4E6C-8FB8-327CADC64F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B6D8-2C83-4602-9049-62168C3687D0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284-367D-4E6C-8FB8-327CADC64F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B6D8-2C83-4602-9049-62168C3687D0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284-367D-4E6C-8FB8-327CADC64F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B6D8-2C83-4602-9049-62168C3687D0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284-367D-4E6C-8FB8-327CADC64F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9B6D8-2C83-4602-9049-62168C3687D0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43284-367D-4E6C-8FB8-327CADC64FC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kāruṇya-vāridhi ākum ī ammaye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kāruṇya-vāridhi ākum ī ammaye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kāṇān kazhiññat-āṇende bhāgyam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It is my great fortune to behold Mother, the ocean of compassion.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etra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kaṇḍālum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mativarill-ammaye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cittattil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ennum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ōrttu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pōkum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No matter how long I gaze upon her, it is never enough. I always remember Mother in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cittattil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ennum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ōrttu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pōkum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always remember Mother in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duḥkha-bhāraṅgaḷkk-orattāṇi āṇ-amma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nitya-satyattin pratīkam amma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She is the resting place for the burden of our sorrows, the very embodiment of eternal truth.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kadanaṅgaḷ anpōḍ-akaṫṫi amma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With boundless love, she removed my pain,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sāntvanam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ēki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abhayam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ēki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consoled me, and granted me refuge.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kāruṇya-vāridhi ākum ī ammaye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kāṇān kazhiññat-āṇende bhāgyam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It is my great fortune to behold Mother, the ocean of compassion.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etra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kaṇḍālum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mativarill-ammaye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cittattil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ennum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ōrttu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pōkum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No matter how long I gaze upon her, it is never enough. I always remember Mother in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cittattil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ennum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ōrttu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pōkum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always remember Mother in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kāruṇya-mūrttiyām amma tan tiru munnil 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kāṇikka veykkānāy onnumilla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I have nothing to offer Mother, the personification of compassion.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ā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pāda-padmam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atonnu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tān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āśrayam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only refuge lies at her lotus feet.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ātmārpaṇattinnāy namikkunnitā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bow before her, surrendering my atman, my true self.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kāruṇya-vāridhi ākum ī ammaye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kāṇān kazhiññat-āṇende bhāgyam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It is my great fortune to behold Mother, the ocean of compassion.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etra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kaṇḍālum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mativarill-ammaye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cittattil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ennum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ōrttu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pōkum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No matter how long I gaze upon her, it is never enough. I always remember Mother in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cittattil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ennum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ōrttu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pōkum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always remember Mother in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249</Words>
  <Application>Microsoft Office PowerPoint</Application>
  <PresentationFormat>On-screen Show (4:3)</PresentationFormat>
  <Paragraphs>33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kāruṇya-vāridhi ākum ī ammaye</vt:lpstr>
      <vt:lpstr>kāruṇya-vāridhi ākum ī ammaye kāṇān kazhiññat-āṇende bhāgyam</vt:lpstr>
      <vt:lpstr>etra kaṇḍālum  mativarill-ammaye cittattil ennum ñān  ōrttu pōkum</vt:lpstr>
      <vt:lpstr>cittattil ennum ñān  ōrttu pōkum</vt:lpstr>
      <vt:lpstr>duḥkha-bhāraṅgaḷkk-orattāṇi āṇ-amma nitya-satyattin pratīkam amma</vt:lpstr>
      <vt:lpstr>kadanaṅgaḷ anpōḍ-akaṫṫi amma</vt:lpstr>
      <vt:lpstr>sāntvanam ēki  abhayam ēki</vt:lpstr>
      <vt:lpstr>kāruṇya-vāridhi ākum ī ammaye kāṇān kazhiññat-āṇende bhāgyam</vt:lpstr>
      <vt:lpstr>etra kaṇḍālum  mativarill-ammaye cittattil ennum ñān  ōrttu pōkum</vt:lpstr>
      <vt:lpstr>cittattil ennum ñān  ōrttu pōkum</vt:lpstr>
      <vt:lpstr>kāruṇya-mūrttiyām amma tan tiru munnil  kāṇikka veykkānāy onnumilla</vt:lpstr>
      <vt:lpstr>ā pāda-padmam  atonnu tān āśrayam</vt:lpstr>
      <vt:lpstr>ātmārpaṇattinnāy namikkunnitā</vt:lpstr>
      <vt:lpstr>kāruṇya-vāridhi ākum ī ammaye kāṇān kazhiññat-āṇende bhāgyam</vt:lpstr>
      <vt:lpstr>etra kaṇḍālum  mativarill-ammaye cittattil ennum ñān  ōrttu pōkum</vt:lpstr>
      <vt:lpstr>cittattil ennum ñān  ōrttu pōkum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kāruṇya-vāridhi ākum ī ammaye</dc:title>
  <dc:creator>Amrita</dc:creator>
  <cp:lastModifiedBy>AMMA</cp:lastModifiedBy>
  <cp:revision>2</cp:revision>
  <dcterms:created xsi:type="dcterms:W3CDTF">2025-09-05T21:01:50Z</dcterms:created>
  <dcterms:modified xsi:type="dcterms:W3CDTF">2025-09-09T14:35:57Z</dcterms:modified>
</cp:coreProperties>
</file>