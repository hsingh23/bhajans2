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86" r:id="rId2"/>
    <p:sldId id="287" r:id="rId3"/>
    <p:sldId id="288" r:id="rId4"/>
    <p:sldId id="289" r:id="rId5"/>
    <p:sldId id="291" r:id="rId6"/>
    <p:sldId id="290" r:id="rId7"/>
    <p:sldId id="29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441" autoAdjust="0"/>
  </p:normalViewPr>
  <p:slideViewPr>
    <p:cSldViewPr>
      <p:cViewPr varScale="1">
        <p:scale>
          <a:sx n="99" d="100"/>
          <a:sy n="99" d="100"/>
        </p:scale>
        <p:origin x="-1974" y="-96"/>
      </p:cViewPr>
      <p:guideLst>
        <p:guide orient="horz" pos="2160"/>
        <p:guide pos="2880"/>
      </p:guideLst>
    </p:cSldViewPr>
  </p:slideViewPr>
  <p:outlineViewPr>
    <p:cViewPr>
      <p:scale>
        <a:sx n="33" d="100"/>
        <a:sy n="33" d="100"/>
      </p:scale>
      <p:origin x="0" y="162"/>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41776F-C5E4-4D79-8409-3173ED07A66F}" type="datetimeFigureOut">
              <a:rPr lang="en-US" smtClean="0"/>
              <a:pPr/>
              <a:t>5/7/2025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984ED3-0A26-466E-9119-AEC6D927E7C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lstStyle>
            <a:lvl1pPr>
              <a:lnSpc>
                <a:spcPct val="100000"/>
              </a:lnSpc>
              <a:defRPr/>
            </a:lvl1pPr>
          </a:lstStyle>
          <a:p>
            <a:r>
              <a:rPr lang="en-US" dirty="0" smtClean="0"/>
              <a:t>Click to edit Master title style</a:t>
            </a:r>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6858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6600" dirty="0" err="1" smtClean="0"/>
              <a:t>oru</a:t>
            </a:r>
            <a:r>
              <a:rPr lang="en-US" sz="6600" dirty="0" smtClean="0"/>
              <a:t> </a:t>
            </a:r>
            <a:r>
              <a:rPr lang="en-US" sz="6600" dirty="0" err="1" smtClean="0"/>
              <a:t>tumba-malarinde</a:t>
            </a:r>
            <a:r>
              <a:rPr lang="en-US" sz="6600" dirty="0" smtClean="0"/>
              <a:t> </a:t>
            </a:r>
            <a:r>
              <a:rPr lang="en-US" sz="6600" dirty="0" err="1" smtClean="0"/>
              <a:t>azhak-ezhum</a:t>
            </a:r>
            <a:r>
              <a:rPr lang="en-US" sz="6600" dirty="0" smtClean="0"/>
              <a:t> </a:t>
            </a:r>
            <a:r>
              <a:rPr lang="en-US" sz="6600" dirty="0" err="1" smtClean="0"/>
              <a:t>veṇmayil</a:t>
            </a:r>
            <a:endParaRPr lang="en-US" sz="66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8000" dirty="0" smtClean="0">
                <a:solidFill>
                  <a:srgbClr val="FFFF00"/>
                </a:solidFill>
              </a:rPr>
              <a:t>2025</a:t>
            </a:r>
          </a:p>
          <a:p>
            <a:pPr algn="ctr"/>
            <a:r>
              <a:rPr lang="en-IN" sz="8000" dirty="0" smtClean="0">
                <a:solidFill>
                  <a:srgbClr val="FFFF00"/>
                </a:solidFill>
              </a:rPr>
              <a:t>(Malayalam)</a:t>
            </a:r>
            <a:endParaRPr lang="en-US" sz="8000" dirty="0">
              <a:solidFill>
                <a:srgbClr val="FFFF00"/>
              </a:solidFill>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oru</a:t>
            </a:r>
            <a:r>
              <a:rPr lang="en-US" sz="5400" dirty="0" smtClean="0"/>
              <a:t> </a:t>
            </a:r>
            <a:r>
              <a:rPr lang="en-US" sz="5400" dirty="0" err="1" smtClean="0"/>
              <a:t>tumba-malarinde</a:t>
            </a:r>
            <a:r>
              <a:rPr lang="en-US" sz="5400" dirty="0" smtClean="0"/>
              <a:t> </a:t>
            </a:r>
            <a:r>
              <a:rPr lang="en-US" sz="5400" dirty="0" err="1" smtClean="0"/>
              <a:t>azhak-ezhum</a:t>
            </a:r>
            <a:r>
              <a:rPr lang="en-US" sz="5400" dirty="0" smtClean="0"/>
              <a:t> </a:t>
            </a:r>
            <a:r>
              <a:rPr lang="en-US" sz="5400" dirty="0" err="1" smtClean="0"/>
              <a:t>veṇmayil</a:t>
            </a:r>
            <a:r>
              <a:rPr lang="en-US" sz="5400" dirty="0" smtClean="0"/>
              <a:t/>
            </a:r>
            <a:br>
              <a:rPr lang="en-US" sz="5400" dirty="0" smtClean="0"/>
            </a:br>
            <a:r>
              <a:rPr lang="en-US" sz="5400" dirty="0" err="1" smtClean="0"/>
              <a:t>oru</a:t>
            </a:r>
            <a:r>
              <a:rPr lang="en-US" sz="5400" dirty="0" smtClean="0"/>
              <a:t> </a:t>
            </a:r>
            <a:r>
              <a:rPr lang="en-US" sz="5400" dirty="0" err="1" smtClean="0"/>
              <a:t>mahākaravirutillē</a:t>
            </a:r>
            <a:r>
              <a:rPr lang="en-US" sz="5400" dirty="0" smtClean="0"/>
              <a:t> </a:t>
            </a:r>
            <a:r>
              <a:rPr lang="en-US" sz="5400" dirty="0" err="1" smtClean="0"/>
              <a:t>amba</a:t>
            </a:r>
            <a:r>
              <a:rPr lang="en-US" sz="5400" dirty="0" smtClean="0"/>
              <a:t> tan</a:t>
            </a:r>
            <a:br>
              <a:rPr lang="en-US" sz="5400" dirty="0" smtClean="0"/>
            </a:br>
            <a:r>
              <a:rPr lang="en-US" sz="5400" dirty="0" err="1" smtClean="0"/>
              <a:t>tirukaravallari</a:t>
            </a:r>
            <a:r>
              <a:rPr lang="en-US" sz="5400" dirty="0" smtClean="0"/>
              <a:t> </a:t>
            </a:r>
            <a:r>
              <a:rPr lang="en-US" sz="5400" dirty="0" err="1" smtClean="0"/>
              <a:t>mudrayillē</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800" dirty="0" smtClean="0">
                <a:solidFill>
                  <a:srgbClr val="FFFF00"/>
                </a:solidFill>
              </a:rPr>
              <a:t>In the  pristine white beauty of the </a:t>
            </a:r>
            <a:r>
              <a:rPr lang="en-US" sz="4800" dirty="0" err="1" smtClean="0">
                <a:solidFill>
                  <a:srgbClr val="FFFF00"/>
                </a:solidFill>
              </a:rPr>
              <a:t>Thumba</a:t>
            </a:r>
            <a:r>
              <a:rPr lang="en-US" sz="4800" dirty="0" smtClean="0">
                <a:solidFill>
                  <a:srgbClr val="FFFF00"/>
                </a:solidFill>
              </a:rPr>
              <a:t> flower, is there not the mark of great artistry—the imprint of Mother’s dexterous fingers</a:t>
            </a:r>
            <a:r>
              <a:rPr lang="en-US" sz="4800" dirty="0" smtClean="0">
                <a:solidFill>
                  <a:srgbClr val="FFFF00"/>
                </a:solidFill>
              </a:rPr>
              <a:t>?</a:t>
            </a:r>
            <a:endParaRPr lang="en-US" sz="4800" dirty="0">
              <a:solidFill>
                <a:srgbClr val="FFFF00"/>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oru</a:t>
            </a:r>
            <a:r>
              <a:rPr lang="en-US" sz="5400" dirty="0" smtClean="0"/>
              <a:t> </a:t>
            </a:r>
            <a:r>
              <a:rPr lang="en-US" sz="5400" dirty="0" err="1" smtClean="0"/>
              <a:t>mullamalarinde</a:t>
            </a:r>
            <a:r>
              <a:rPr lang="en-US" sz="5400" dirty="0" smtClean="0"/>
              <a:t> </a:t>
            </a:r>
            <a:r>
              <a:rPr lang="en-US" sz="5400" dirty="0" err="1" smtClean="0"/>
              <a:t>māsmara-gandhattil</a:t>
            </a:r>
            <a:r>
              <a:rPr lang="en-US" sz="5400" dirty="0" smtClean="0"/>
              <a:t> - </a:t>
            </a:r>
            <a:r>
              <a:rPr lang="en-US" sz="5400" dirty="0" err="1" smtClean="0"/>
              <a:t>hṛdayattin</a:t>
            </a:r>
            <a:r>
              <a:rPr lang="en-US" sz="5400" dirty="0" smtClean="0"/>
              <a:t> </a:t>
            </a:r>
            <a:r>
              <a:rPr lang="en-US" sz="5400" dirty="0" err="1" smtClean="0"/>
              <a:t>saurabhyam-illē</a:t>
            </a:r>
            <a:r>
              <a:rPr lang="en-US" sz="5400" dirty="0" smtClean="0"/>
              <a:t> </a:t>
            </a:r>
            <a:r>
              <a:rPr lang="en-US" sz="5400" dirty="0" err="1" smtClean="0"/>
              <a:t>amba</a:t>
            </a:r>
            <a:r>
              <a:rPr lang="en-US" sz="5400" dirty="0" smtClean="0"/>
              <a:t> tan</a:t>
            </a:r>
            <a:br>
              <a:rPr lang="en-US" sz="5400" dirty="0" smtClean="0"/>
            </a:br>
            <a:r>
              <a:rPr lang="en-US" sz="5400" dirty="0" err="1" smtClean="0"/>
              <a:t>karuṇāmaya-rasatantramillē</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800" dirty="0" smtClean="0">
                <a:solidFill>
                  <a:srgbClr val="FFFF00"/>
                </a:solidFill>
              </a:rPr>
              <a:t>In </a:t>
            </a:r>
            <a:r>
              <a:rPr lang="en-US" sz="4800" dirty="0" smtClean="0">
                <a:solidFill>
                  <a:srgbClr val="FFFF00"/>
                </a:solidFill>
              </a:rPr>
              <a:t>the bewitching fragrance of jasmine, is there not the fragrance of Mother’s heart—the alchemy of her compassion?</a:t>
            </a:r>
            <a:endParaRPr lang="en-US" sz="4800" dirty="0">
              <a:solidFill>
                <a:srgbClr val="FFFF00"/>
              </a:solidFill>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kēka</a:t>
            </a:r>
            <a:r>
              <a:rPr lang="en-US" sz="5400" dirty="0" smtClean="0"/>
              <a:t> tan </a:t>
            </a:r>
            <a:r>
              <a:rPr lang="en-US" sz="5400" dirty="0" err="1" smtClean="0"/>
              <a:t>nṛtya-manōhāritayil</a:t>
            </a:r>
            <a:r>
              <a:rPr lang="en-US" sz="5400" dirty="0" smtClean="0"/>
              <a:t> ā</a:t>
            </a:r>
            <a:br>
              <a:rPr lang="en-US" sz="5400" dirty="0" smtClean="0"/>
            </a:br>
            <a:r>
              <a:rPr lang="en-US" sz="5400" dirty="0" err="1" smtClean="0"/>
              <a:t>bhāvahāvādikaḷ</a:t>
            </a:r>
            <a:r>
              <a:rPr lang="en-US" sz="5400" dirty="0" smtClean="0"/>
              <a:t> </a:t>
            </a:r>
            <a:r>
              <a:rPr lang="en-US" sz="5400" dirty="0" err="1" smtClean="0"/>
              <a:t>illē</a:t>
            </a:r>
            <a:r>
              <a:rPr lang="en-US" sz="5400" dirty="0" smtClean="0"/>
              <a:t/>
            </a:r>
            <a:br>
              <a:rPr lang="en-US" sz="5400" dirty="0" smtClean="0"/>
            </a:br>
            <a:r>
              <a:rPr lang="en-US" sz="5400" dirty="0" err="1" smtClean="0"/>
              <a:t>amba</a:t>
            </a:r>
            <a:r>
              <a:rPr lang="en-US" sz="5400" dirty="0" smtClean="0"/>
              <a:t> tan </a:t>
            </a:r>
            <a:r>
              <a:rPr lang="en-US" sz="5400" dirty="0" err="1" smtClean="0"/>
              <a:t>lāsya-bhāvam-ārnna</a:t>
            </a:r>
            <a:r>
              <a:rPr lang="en-US" sz="5400" dirty="0" smtClean="0"/>
              <a:t> </a:t>
            </a:r>
            <a:r>
              <a:rPr lang="en-US" sz="5400" dirty="0" err="1" smtClean="0"/>
              <a:t>layamatillē</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800" dirty="0" smtClean="0">
                <a:solidFill>
                  <a:srgbClr val="FFFF00"/>
                </a:solidFill>
              </a:rPr>
              <a:t>In the mesmerizing dance of the peacock is there not an expression of divine movement—Mother’s graceful dance of oneness</a:t>
            </a:r>
            <a:r>
              <a:rPr lang="en-US" sz="4800" dirty="0" smtClean="0">
                <a:solidFill>
                  <a:srgbClr val="FFFF00"/>
                </a:solidFill>
              </a:rPr>
              <a:t>?</a:t>
            </a:r>
            <a:endParaRPr lang="en-US" sz="4800" dirty="0">
              <a:solidFill>
                <a:srgbClr val="FFFF00"/>
              </a:solidFill>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kōkilam</a:t>
            </a:r>
            <a:r>
              <a:rPr lang="en-US" sz="5400" dirty="0" smtClean="0"/>
              <a:t> </a:t>
            </a:r>
            <a:r>
              <a:rPr lang="en-US" sz="5400" dirty="0" smtClean="0"/>
              <a:t>tan </a:t>
            </a:r>
            <a:r>
              <a:rPr lang="en-US" sz="5400" dirty="0" err="1" smtClean="0"/>
              <a:t>svara-mādhuri</a:t>
            </a:r>
            <a:r>
              <a:rPr lang="en-US" sz="5400" dirty="0" smtClean="0"/>
              <a:t> </a:t>
            </a:r>
            <a:r>
              <a:rPr lang="en-US" sz="5400" dirty="0" err="1" smtClean="0"/>
              <a:t>tannilum</a:t>
            </a:r>
            <a:r>
              <a:rPr lang="en-US" sz="5400" dirty="0" smtClean="0"/>
              <a:t> - </a:t>
            </a:r>
            <a:r>
              <a:rPr lang="en-US" sz="5400" dirty="0" err="1" smtClean="0"/>
              <a:t>śruti</a:t>
            </a:r>
            <a:r>
              <a:rPr lang="en-US" sz="5400" dirty="0" smtClean="0"/>
              <a:t> </a:t>
            </a:r>
            <a:r>
              <a:rPr lang="en-US" sz="5400" dirty="0" err="1" smtClean="0"/>
              <a:t>cērum</a:t>
            </a:r>
            <a:r>
              <a:rPr lang="en-US" sz="5400" dirty="0" smtClean="0"/>
              <a:t> </a:t>
            </a:r>
            <a:r>
              <a:rPr lang="en-US" sz="5400" dirty="0" err="1" smtClean="0"/>
              <a:t>īṇamatillē</a:t>
            </a:r>
            <a:r>
              <a:rPr lang="en-US" sz="5400" dirty="0" smtClean="0"/>
              <a:t> </a:t>
            </a:r>
            <a:r>
              <a:rPr lang="en-US" sz="5400" dirty="0" err="1" smtClean="0"/>
              <a:t>amba</a:t>
            </a:r>
            <a:r>
              <a:rPr lang="en-US" sz="5400" dirty="0" smtClean="0"/>
              <a:t> tan</a:t>
            </a:r>
            <a:br>
              <a:rPr lang="en-US" sz="5400" dirty="0" smtClean="0"/>
            </a:br>
            <a:r>
              <a:rPr lang="en-US" sz="5400" dirty="0" err="1" smtClean="0"/>
              <a:t>matiyārnna</a:t>
            </a:r>
            <a:r>
              <a:rPr lang="en-US" sz="5400" dirty="0" smtClean="0"/>
              <a:t> </a:t>
            </a:r>
            <a:r>
              <a:rPr lang="en-US" sz="5400" dirty="0" err="1" smtClean="0"/>
              <a:t>gītavidhānam-illē</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800" dirty="0" smtClean="0">
                <a:solidFill>
                  <a:srgbClr val="FFFF00"/>
                </a:solidFill>
              </a:rPr>
              <a:t>In </a:t>
            </a:r>
            <a:r>
              <a:rPr lang="en-US" sz="4800" dirty="0" smtClean="0">
                <a:solidFill>
                  <a:srgbClr val="FFFF00"/>
                </a:solidFill>
              </a:rPr>
              <a:t>the sweet ditties of the cuckoo bird, is there not the touch of Mother’s melodious harmony, the musical symphony that flows from her divine heart?</a:t>
            </a:r>
            <a:endParaRPr lang="en-US" sz="4800" dirty="0">
              <a:solidFill>
                <a:srgbClr val="FFFF00"/>
              </a:solidFill>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dṛśyamī</a:t>
            </a:r>
            <a:r>
              <a:rPr lang="en-US" sz="5400" dirty="0" smtClean="0"/>
              <a:t> </a:t>
            </a:r>
            <a:r>
              <a:rPr lang="en-US" sz="5400" dirty="0" err="1" smtClean="0"/>
              <a:t>viśvattin</a:t>
            </a:r>
            <a:r>
              <a:rPr lang="en-US" sz="5400" dirty="0" smtClean="0"/>
              <a:t> </a:t>
            </a:r>
            <a:r>
              <a:rPr lang="en-US" sz="5400" dirty="0" err="1" smtClean="0"/>
              <a:t>vismaya-varṇṇaṅgaḷ</a:t>
            </a:r>
            <a:r>
              <a:rPr lang="en-US" sz="5400" dirty="0" smtClean="0"/>
              <a:t> - </a:t>
            </a:r>
            <a:r>
              <a:rPr lang="en-US" sz="5400" dirty="0" err="1" smtClean="0"/>
              <a:t>vaśya-mṛduhāsam-allē</a:t>
            </a:r>
            <a:r>
              <a:rPr lang="en-US" sz="5400" dirty="0" smtClean="0"/>
              <a:t> - </a:t>
            </a:r>
            <a:r>
              <a:rPr lang="en-US" sz="5400" dirty="0" err="1" smtClean="0"/>
              <a:t>amba</a:t>
            </a:r>
            <a:r>
              <a:rPr lang="en-US" sz="5400" dirty="0" smtClean="0"/>
              <a:t> </a:t>
            </a:r>
            <a:r>
              <a:rPr lang="en-US" sz="5400" dirty="0" smtClean="0"/>
              <a:t>tan </a:t>
            </a:r>
            <a:r>
              <a:rPr lang="en-US" sz="5400" dirty="0" err="1" smtClean="0"/>
              <a:t>sattvādi-guṇabhēdam-allē</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800" dirty="0" smtClean="0">
                <a:solidFill>
                  <a:srgbClr val="FFFF00"/>
                </a:solidFill>
              </a:rPr>
              <a:t>In the wondrous sights and </a:t>
            </a:r>
            <a:r>
              <a:rPr lang="en-US" sz="4800" dirty="0" err="1" smtClean="0">
                <a:solidFill>
                  <a:srgbClr val="FFFF00"/>
                </a:solidFill>
              </a:rPr>
              <a:t>colours</a:t>
            </a:r>
            <a:r>
              <a:rPr lang="en-US" sz="4800" dirty="0" smtClean="0">
                <a:solidFill>
                  <a:srgbClr val="FFFF00"/>
                </a:solidFill>
              </a:rPr>
              <a:t> of this visible universe, is there not the radiance of her alluring smile? The reflections of Mother’s divine moods and qualities? </a:t>
            </a:r>
            <a:endParaRPr lang="en-US" sz="4800" dirty="0">
              <a:solidFill>
                <a:srgbClr val="FFFF00"/>
              </a:solidFill>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mati</a:t>
            </a:r>
            <a:r>
              <a:rPr lang="en-US" sz="5400" dirty="0" smtClean="0"/>
              <a:t> </a:t>
            </a:r>
            <a:r>
              <a:rPr lang="en-US" sz="5400" dirty="0" err="1" smtClean="0"/>
              <a:t>kṛti</a:t>
            </a:r>
            <a:r>
              <a:rPr lang="en-US" sz="5400" dirty="0" smtClean="0"/>
              <a:t> </a:t>
            </a:r>
            <a:r>
              <a:rPr lang="en-US" sz="5400" dirty="0" err="1" smtClean="0"/>
              <a:t>samskṛti</a:t>
            </a:r>
            <a:r>
              <a:rPr lang="en-US" sz="5400" dirty="0" smtClean="0"/>
              <a:t> </a:t>
            </a:r>
            <a:r>
              <a:rPr lang="en-US" sz="5400" dirty="0" err="1" smtClean="0"/>
              <a:t>smṛti</a:t>
            </a:r>
            <a:r>
              <a:rPr lang="en-US" sz="5400" dirty="0" smtClean="0"/>
              <a:t> </a:t>
            </a:r>
            <a:r>
              <a:rPr lang="en-US" sz="5400" dirty="0" err="1" smtClean="0"/>
              <a:t>gati</a:t>
            </a:r>
            <a:r>
              <a:rPr lang="en-US" sz="5400" dirty="0" smtClean="0"/>
              <a:t> </a:t>
            </a:r>
            <a:r>
              <a:rPr lang="en-US" sz="5400" dirty="0" err="1" smtClean="0"/>
              <a:t>prakṛtiyil</a:t>
            </a:r>
            <a:r>
              <a:rPr lang="en-US" sz="5400" dirty="0" smtClean="0"/>
              <a:t> - </a:t>
            </a:r>
            <a:r>
              <a:rPr lang="en-US" sz="5400" dirty="0" err="1" smtClean="0"/>
              <a:t>kuḍikoḷḷum</a:t>
            </a:r>
            <a:r>
              <a:rPr lang="en-US" sz="5400" dirty="0" smtClean="0"/>
              <a:t> </a:t>
            </a:r>
            <a:r>
              <a:rPr lang="en-US" sz="5400" dirty="0" err="1" smtClean="0"/>
              <a:t>caitanyam-allē</a:t>
            </a:r>
            <a:r>
              <a:rPr lang="en-US" sz="5400" dirty="0" smtClean="0"/>
              <a:t> </a:t>
            </a:r>
            <a:r>
              <a:rPr lang="en-US" sz="5400" dirty="0" err="1" smtClean="0"/>
              <a:t>amba</a:t>
            </a:r>
            <a:r>
              <a:rPr lang="en-US" sz="5400" dirty="0" smtClean="0"/>
              <a:t> </a:t>
            </a:r>
            <a:r>
              <a:rPr lang="en-US" sz="5400" dirty="0" err="1" smtClean="0"/>
              <a:t>nī</a:t>
            </a:r>
            <a:r>
              <a:rPr lang="en-US" sz="5400" dirty="0" smtClean="0"/>
              <a:t/>
            </a:r>
            <a:br>
              <a:rPr lang="en-US" sz="5400" dirty="0" smtClean="0"/>
            </a:br>
            <a:r>
              <a:rPr lang="en-US" sz="5400" dirty="0" err="1" smtClean="0"/>
              <a:t>jagatsarvam</a:t>
            </a:r>
            <a:r>
              <a:rPr lang="en-US" sz="5400" dirty="0" smtClean="0"/>
              <a:t> </a:t>
            </a:r>
            <a:r>
              <a:rPr lang="en-US" sz="5400" dirty="0" err="1" smtClean="0"/>
              <a:t>vyāpitam-allē</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3600" dirty="0" smtClean="0">
                <a:solidFill>
                  <a:srgbClr val="FFFF00"/>
                </a:solidFill>
              </a:rPr>
              <a:t>Mother</a:t>
            </a:r>
            <a:r>
              <a:rPr lang="en-US" sz="3600" dirty="0" smtClean="0">
                <a:solidFill>
                  <a:srgbClr val="FFFF00"/>
                </a:solidFill>
              </a:rPr>
              <a:t>, are you not the very consciousness that resides in the cycle of life—in the intellect, in works of art, in noble culture, in memory, our very direction forward? Are you not the consciousness that pervades this universe?</a:t>
            </a:r>
            <a:endParaRPr lang="en-US" sz="3600" dirty="0">
              <a:solidFill>
                <a:srgbClr val="FFFF00"/>
              </a:solidFill>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2862</TotalTime>
  <Words>226</Words>
  <Application>Microsoft Office PowerPoint</Application>
  <PresentationFormat>On-screen Show (4:3)</PresentationFormat>
  <Paragraphs>22</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oru tumba-malarinde azhak-ezhum veṇmayil</vt:lpstr>
      <vt:lpstr>oru tumba-malarinde azhak-ezhum veṇmayil oru mahākaravirutillē amba tan tirukaravallari mudrayillē</vt:lpstr>
      <vt:lpstr>oru mullamalarinde māsmara-gandhattil - hṛdayattin saurabhyam-illē amba tan karuṇāmaya-rasatantramillē</vt:lpstr>
      <vt:lpstr>kēka tan nṛtya-manōhāritayil ā bhāvahāvādikaḷ illē amba tan lāsya-bhāvam-ārnna layamatillē</vt:lpstr>
      <vt:lpstr>kōkilam tan svara-mādhuri tannilum - śruti cērum īṇamatillē amba tan matiyārnna gītavidhānam-illē</vt:lpstr>
      <vt:lpstr>dṛśyamī viśvattin vismaya-varṇṇaṅgaḷ - vaśya-mṛduhāsam-allē - amba tan sattvādi-guṇabhēdam-allē</vt:lpstr>
      <vt:lpstr>mati kṛti samskṛti smṛti gati prakṛtiyil - kuḍikoḷḷum caitanyam-allē amba nī jagatsarvam vyāpitam-allē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Cars Blocking the way</dc:title>
  <dc:creator>amritam</dc:creator>
  <cp:lastModifiedBy>Amrita</cp:lastModifiedBy>
  <cp:revision>321</cp:revision>
  <dcterms:created xsi:type="dcterms:W3CDTF">2006-08-16T00:00:00Z</dcterms:created>
  <dcterms:modified xsi:type="dcterms:W3CDTF">2025-05-07T17:59:01Z</dcterms:modified>
</cp:coreProperties>
</file>