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06108-CEF6-4AD1-A38D-656F819F325B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CD7DD-05A4-4495-9B34-EB2771A15A7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gōpikaḷ ellārum ottu cērnnu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gōpikaḷ ellārum ottu cērnnu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kaṇnane kāṇānāy kāttu ninnu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All the gopis gathered together, waiting eagerly to see Krishna.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kaṇṇanu pīṭham orukki hṛttil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kaṇṇanil tanne layicciḍānāy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their hearts, they prepared a throne for him, longing to dissolve into him and dance in his joy.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rāsakēḷikkāyi vannu kaṇṇan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āmōdattōḍ-aṅgāḍiyallō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 came to play the rasa leela and danced in supreme delight.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tanne maṙannōrī gōpikaḷ tan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uḷḷile pīṭhattil cennirunnu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Forgetting himself, he went and sat upon the throne that the gopis had prepared in their hearts.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kṛṣṇa harē jaya kṛṣṇa harē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rādhā manōharā kṛṣṇa harē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kṛṣṇa harē jaya kṛṣṇa harē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gōpikā vallabhā jaya kṛṣṇa harē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Krishna, victory to you, O beautiful one, beloved of Radha, victory to you! Lord of the gopis, victory to you!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uḷlil iḍam piḍicc-ende kaṇṇan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varṇṇa-prabhayil udicc-uyarnnu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Now my Krishna dwells within me, his radiance illumines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cuṫṫinum pūkkaḷam tīrttu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kaṇṇin-ānandam pakarnnu kaṇṇan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spread a carpet of flowers around him, his divine form is a feast for my eyes.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ānanda-cinmayan uḷḷil āke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gōpikaḷ ānanda-magnarāyi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the gopis beheld Krishna, the very form of bliss and pure consciousness, within their hearts,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ennennum gōpikaḷkk-utsavamāy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kaṇṇanil ennum uṇarnnirunnu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life itself became a festival for them, and their hearts completely merged in him.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gōpikaḷ ellārum ottu cērnnu</vt:lpstr>
      <vt:lpstr>gōpikaḷ ellārum ottu cērnnu kaṇnane kāṇānāy kāttu ninnu</vt:lpstr>
      <vt:lpstr>kaṇṇanu pīṭham orukki hṛttil kaṇṇanil tanne layicciḍānāy</vt:lpstr>
      <vt:lpstr>rāsakēḷikkāyi vannu kaṇṇan āmōdattōḍ-aṅgāḍiyallō</vt:lpstr>
      <vt:lpstr>tanne maṙannōrī gōpikaḷ tan uḷḷile pīṭhattil cennirunnu</vt:lpstr>
      <vt:lpstr>kṛṣṇa harē jaya kṛṣṇa harē rādhā manōharā kṛṣṇa harē kṛṣṇa harē jaya kṛṣṇa harē gōpikā vallabhā jaya kṛṣṇa harē</vt:lpstr>
      <vt:lpstr>uḷlil iḍam piḍicc-ende kaṇṇan varṇṇa-prabhayil udicc-uyarnnu</vt:lpstr>
      <vt:lpstr>kaṇṇande cuṫṫinum pūkkaḷam tīrttu ñān kaṇṇin-ānandam pakarnnu kaṇṇan</vt:lpstr>
      <vt:lpstr>ānanda-cinmayan uḷḷil āke gōpikaḷ ānanda-magnarāyi</vt:lpstr>
      <vt:lpstr>ennennum gōpikaḷkk-utsavamāy kaṇṇanil ennum uṇarnnirunnu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gōpikaḷ ellārum ottu cērnnu</dc:title>
  <dc:creator>Amrita</dc:creator>
  <cp:lastModifiedBy>Amrita</cp:lastModifiedBy>
  <cp:revision>1</cp:revision>
  <dcterms:created xsi:type="dcterms:W3CDTF">2025-08-16T15:07:31Z</dcterms:created>
  <dcterms:modified xsi:type="dcterms:W3CDTF">2025-08-16T15:08:02Z</dcterms:modified>
</cp:coreProperties>
</file>