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09A88-E237-431F-A29D-781EF4AE481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E9729-10EB-4819-9A81-9E716D4A57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09A88-E237-431F-A29D-781EF4AE481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E9729-10EB-4819-9A81-9E716D4A57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09A88-E237-431F-A29D-781EF4AE481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E9729-10EB-4819-9A81-9E716D4A57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09A88-E237-431F-A29D-781EF4AE481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E9729-10EB-4819-9A81-9E716D4A57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09A88-E237-431F-A29D-781EF4AE481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E9729-10EB-4819-9A81-9E716D4A57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09A88-E237-431F-A29D-781EF4AE481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E9729-10EB-4819-9A81-9E716D4A57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09A88-E237-431F-A29D-781EF4AE481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E9729-10EB-4819-9A81-9E716D4A57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09A88-E237-431F-A29D-781EF4AE481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E9729-10EB-4819-9A81-9E716D4A57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09A88-E237-431F-A29D-781EF4AE481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E9729-10EB-4819-9A81-9E716D4A57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09A88-E237-431F-A29D-781EF4AE481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E9729-10EB-4819-9A81-9E716D4A57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09A88-E237-431F-A29D-781EF4AE481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E9729-10EB-4819-9A81-9E716D4A57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E09A88-E237-431F-A29D-781EF4AE481E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E9729-10EB-4819-9A81-9E716D4A576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kayppēṙum jīvita-panthāvil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kayppēṙum jīvita-panthāvil ninnu ñān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karuṇa tan attāṇi tēḍi etti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came seeking Mother’s compassion, to lay down the burdens of my life’s bitter journey before her.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amma tan āliṅganattil amarnna ñān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ānanda-bāṣpattil āṙāḍiyallō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In the warmth of her deep embrace, I wept tears of bliss.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ātmīya-jīvita bāla-pāṭhaṅgaḷō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āśrama-jīvitattin mahimayō 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had not learnt even the first lessons of spiritual life, nor did I know the greatness of living in the ashram.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anyam itellām ennākilum enne nī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ī puṇya-bhūmiyil svīkariccallō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Yet, you accepted me into this sacred land.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kayppēṙum jīvita-panthāvil ninnu ñān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karuṇa tan attāṇi tēḍi etti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came seeking Mother’s compassion, to lay down the burdens of my life’s bitter journey before her.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nūtana jīvita-darśanam ēki en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nīṙunna cintakaḷkk-antyam kuṙiccu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gave me a new vision of life, dispelling my thoughts of despair.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nistula-snēhattin āzham aṙiññu ñān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ninnōmal-kuññāyi māṙān koticcu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As I experienced the depths of your incomparable love, I longed to be your beloved child.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eṅkilum ammē nin ‘nalmakaḷ’ ākuvān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ēzhayām ī makalkk-innum kazhiññilla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Even so, Mother, this child has not yet become worthy of being called your good daughter.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ārjjicca puṇyam illeṅkilum ammē ñān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azhalōḍe kēzhunnu nin kṛpaykkāyi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Lacking any past merits, I pray with deep yearning for you to shower your grace upon me.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199</Words>
  <Application>Microsoft Office PowerPoint</Application>
  <PresentationFormat>On-screen Show (4:3)</PresentationFormat>
  <Paragraphs>21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kayppēṙum jīvita-panthāvil</vt:lpstr>
      <vt:lpstr>kayppēṙum jīvita-panthāvil ninnu ñān karuṇa tan attāṇi tēḍi etti </vt:lpstr>
      <vt:lpstr>amma tan āliṅganattil amarnna ñān ānanda-bāṣpattil āṙāḍiyallō</vt:lpstr>
      <vt:lpstr>ātmīya-jīvita bāla-pāṭhaṅgaḷō āśrama-jīvitattin mahimayō </vt:lpstr>
      <vt:lpstr>anyam itellām ennākilum enne nī ī puṇya-bhūmiyil svīkariccallō</vt:lpstr>
      <vt:lpstr>kayppēṙum jīvita-panthāvil ninnu ñān karuṇa tan attāṇi tēḍi etti </vt:lpstr>
      <vt:lpstr>nūtana jīvita-darśanam ēki en nīṙunna cintakaḷkk-antyam kuṙiccu</vt:lpstr>
      <vt:lpstr>nistula-snēhattin āzham aṙiññu ñān ninnōmal-kuññāyi māṙān koticcu</vt:lpstr>
      <vt:lpstr>eṅkilum ammē nin ‘nalmakaḷ’ ākuvān ēzhayām ī makalkk-innum kazhiññilla</vt:lpstr>
      <vt:lpstr>ārjjicca puṇyam illeṅkilum ammē ñān azhalōḍe kēzhunnu nin kṛpaykkāyi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kayppēṙum jīvita-panthāvil</dc:title>
  <dc:creator>Amrita</dc:creator>
  <cp:lastModifiedBy>Amrita</cp:lastModifiedBy>
  <cp:revision>1</cp:revision>
  <dcterms:created xsi:type="dcterms:W3CDTF">2025-09-03T12:22:58Z</dcterms:created>
  <dcterms:modified xsi:type="dcterms:W3CDTF">2025-09-03T12:24:49Z</dcterms:modified>
</cp:coreProperties>
</file>