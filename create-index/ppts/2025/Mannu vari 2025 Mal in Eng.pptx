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ACD4DF-AD1B-4901-80FD-7AE96CA63D5B}"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ACD4DF-AD1B-4901-80FD-7AE96CA63D5B}"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ACD4DF-AD1B-4901-80FD-7AE96CA63D5B}"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ACD4DF-AD1B-4901-80FD-7AE96CA63D5B}"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ACD4DF-AD1B-4901-80FD-7AE96CA63D5B}" type="datetimeFigureOut">
              <a:rPr lang="en-US" smtClean="0"/>
              <a:t>7/18/2025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ACD4DF-AD1B-4901-80FD-7AE96CA63D5B}" type="datetimeFigureOut">
              <a:rPr lang="en-US" smtClean="0"/>
              <a:t>7/18/2025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ACD4DF-AD1B-4901-80FD-7AE96CA63D5B}" type="datetimeFigureOut">
              <a:rPr lang="en-US" smtClean="0"/>
              <a:t>7/18/2025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ACD4DF-AD1B-4901-80FD-7AE96CA63D5B}"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ACD4DF-AD1B-4901-80FD-7AE96CA63D5B}"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ACD4DF-AD1B-4901-80FD-7AE96CA63D5B}"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ACD4DF-AD1B-4901-80FD-7AE96CA63D5B}"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2067D-9D23-43EF-BAD4-38BF0F186D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ACD4DF-AD1B-4901-80FD-7AE96CA63D5B}" type="datetimeFigureOut">
              <a:rPr lang="en-US" smtClean="0"/>
              <a:t>7/18/2025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02067D-9D23-43EF-BAD4-38BF0F186D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maṇṇu vāri tinnarut-ennu</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maṇṇu vāri tinnarut-ennu</a:t>
            </a:r>
            <a:br>
              <a:rPr lang="en-US" sz="5600" smtClean="0">
                <a:solidFill>
                  <a:srgbClr val="FFFFFF"/>
                </a:solidFill>
                <a:latin typeface="Calibri"/>
              </a:rPr>
            </a:br>
            <a:r>
              <a:rPr lang="en-US" sz="5600" smtClean="0">
                <a:solidFill>
                  <a:srgbClr val="FFFFFF"/>
                </a:solidFill>
                <a:latin typeface="Calibri"/>
              </a:rPr>
              <a:t>vāram vāram connirunn-amma</a:t>
            </a:r>
            <a:br>
              <a:rPr lang="en-US" sz="5600" smtClean="0">
                <a:solidFill>
                  <a:srgbClr val="FFFFFF"/>
                </a:solidFill>
                <a:latin typeface="Calibri"/>
              </a:rPr>
            </a:br>
            <a:r>
              <a:rPr lang="en-US" sz="5600" smtClean="0">
                <a:solidFill>
                  <a:srgbClr val="FFFFFF"/>
                </a:solidFill>
                <a:latin typeface="Calibri"/>
              </a:rPr>
              <a:t>kuṙumbalpam kūḍiyō uṇṇī</a:t>
            </a:r>
            <a:br>
              <a:rPr lang="en-US" sz="5600" smtClean="0">
                <a:solidFill>
                  <a:srgbClr val="FFFFFF"/>
                </a:solidFill>
                <a:latin typeface="Calibri"/>
              </a:rPr>
            </a:br>
            <a:r>
              <a:rPr lang="en-US" sz="5600" smtClean="0">
                <a:solidFill>
                  <a:srgbClr val="FFFFFF"/>
                </a:solidFill>
                <a:latin typeface="Calibri"/>
              </a:rPr>
              <a:t>ninne innu keṭṭiyiḍum ñān</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Yashoda says to Krishna, "My son, how many times have I told you not to eat mud? Have you become even more mischievous now? Today, I shall tie you up!”</a:t>
            </a:r>
            <a:endParaRPr lang="en-US" sz="45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maṇṇu vāri tinniṭṭillammē</a:t>
            </a:r>
            <a:br>
              <a:rPr lang="en-US" sz="5600" smtClean="0">
                <a:solidFill>
                  <a:srgbClr val="FFFFFF"/>
                </a:solidFill>
                <a:latin typeface="Calibri"/>
              </a:rPr>
            </a:br>
            <a:r>
              <a:rPr lang="en-US" sz="5600" smtClean="0">
                <a:solidFill>
                  <a:srgbClr val="FFFFFF"/>
                </a:solidFill>
                <a:latin typeface="Calibri"/>
              </a:rPr>
              <a:t>ammēḍuṇṇi satyamē collū</a:t>
            </a:r>
            <a:br>
              <a:rPr lang="en-US" sz="5600" smtClean="0">
                <a:solidFill>
                  <a:srgbClr val="FFFFFF"/>
                </a:solidFill>
                <a:latin typeface="Calibri"/>
              </a:rPr>
            </a:br>
            <a:r>
              <a:rPr lang="en-US" sz="5600" smtClean="0">
                <a:solidFill>
                  <a:srgbClr val="FFFFFF"/>
                </a:solidFill>
                <a:latin typeface="Calibri"/>
              </a:rPr>
              <a:t>ēṭṭan āṇu kaḷavu connatu</a:t>
            </a:r>
            <a:br>
              <a:rPr lang="en-US" sz="5600" smtClean="0">
                <a:solidFill>
                  <a:srgbClr val="FFFFFF"/>
                </a:solidFill>
                <a:latin typeface="Calibri"/>
              </a:rPr>
            </a:br>
            <a:r>
              <a:rPr lang="en-US" sz="5600" smtClean="0">
                <a:solidFill>
                  <a:srgbClr val="FFFFFF"/>
                </a:solidFill>
                <a:latin typeface="Calibri"/>
              </a:rPr>
              <a:t>ammēḍuṇṇi pāvattānallē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600" smtClean="0">
                <a:solidFill>
                  <a:srgbClr val="FFFF00"/>
                </a:solidFill>
                <a:latin typeface="Calibri"/>
              </a:rPr>
              <a:t>Krishna replies, "I haven’t eaten mud, Mother! Your son always speaks the truth. It’s big brother who’s lying. I am a very good and gentle child!"</a:t>
            </a:r>
            <a:endParaRPr lang="en-US" sz="46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taka taka tintaka tārō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(Joyful chorus)</a:t>
            </a:r>
            <a:endParaRPr lang="en-US" sz="6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maṇṇu puraṇḍuṇṇi kaviḷukaḷ</a:t>
            </a:r>
            <a:br>
              <a:rPr lang="en-US" sz="5600" smtClean="0">
                <a:solidFill>
                  <a:srgbClr val="FFFFFF"/>
                </a:solidFill>
                <a:latin typeface="Calibri"/>
              </a:rPr>
            </a:br>
            <a:r>
              <a:rPr lang="en-US" sz="5600" smtClean="0">
                <a:solidFill>
                  <a:srgbClr val="FFFFFF"/>
                </a:solidFill>
                <a:latin typeface="Calibri"/>
              </a:rPr>
              <a:t>tinnatinu sākṣyavum connu</a:t>
            </a:r>
            <a:br>
              <a:rPr lang="en-US" sz="5600" smtClean="0">
                <a:solidFill>
                  <a:srgbClr val="FFFFFF"/>
                </a:solidFill>
                <a:latin typeface="Calibri"/>
              </a:rPr>
            </a:br>
            <a:r>
              <a:rPr lang="en-US" sz="5600" smtClean="0">
                <a:solidFill>
                  <a:srgbClr val="FFFFFF"/>
                </a:solidFill>
                <a:latin typeface="Calibri"/>
              </a:rPr>
              <a:t>pinnēyum kaḷavu collunnu</a:t>
            </a:r>
            <a:br>
              <a:rPr lang="en-US" sz="5600" smtClean="0">
                <a:solidFill>
                  <a:srgbClr val="FFFFFF"/>
                </a:solidFill>
                <a:latin typeface="Calibri"/>
              </a:rPr>
            </a:br>
            <a:r>
              <a:rPr lang="en-US" sz="5600" smtClean="0">
                <a:solidFill>
                  <a:srgbClr val="FFFFFF"/>
                </a:solidFill>
                <a:latin typeface="Calibri"/>
              </a:rPr>
              <a:t>ennuṇṇī ponnuṇṇī nī</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Yashoda says, "Your cheeks are stained with mud—that alone shows you’ve eaten it! And yet again, you’re lying to me—my own son, my darling child."</a:t>
            </a:r>
            <a:endParaRPr lang="en-US" sz="45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uṇṇi maṇṇu tinnatall-ammē</a:t>
            </a:r>
            <a:br>
              <a:rPr lang="en-US" sz="5600" smtClean="0">
                <a:solidFill>
                  <a:srgbClr val="FFFFFF"/>
                </a:solidFill>
                <a:latin typeface="Calibri"/>
              </a:rPr>
            </a:br>
            <a:r>
              <a:rPr lang="en-US" sz="5600" smtClean="0">
                <a:solidFill>
                  <a:srgbClr val="FFFFFF"/>
                </a:solidFill>
                <a:latin typeface="Calibri"/>
              </a:rPr>
              <a:t>maṇṇilāy vīṇu pōyammē</a:t>
            </a:r>
            <a:br>
              <a:rPr lang="en-US" sz="5600" smtClean="0">
                <a:solidFill>
                  <a:srgbClr val="FFFFFF"/>
                </a:solidFill>
                <a:latin typeface="Calibri"/>
              </a:rPr>
            </a:br>
            <a:r>
              <a:rPr lang="en-US" sz="5600" smtClean="0">
                <a:solidFill>
                  <a:srgbClr val="FFFFFF"/>
                </a:solidFill>
                <a:latin typeface="Calibri"/>
              </a:rPr>
              <a:t>takkam nōkki maṇṇaṅgu vāyil</a:t>
            </a:r>
            <a:br>
              <a:rPr lang="en-US" sz="5600" smtClean="0">
                <a:solidFill>
                  <a:srgbClr val="FFFFFF"/>
                </a:solidFill>
                <a:latin typeface="Calibri"/>
              </a:rPr>
            </a:br>
            <a:r>
              <a:rPr lang="en-US" sz="5600" smtClean="0">
                <a:solidFill>
                  <a:srgbClr val="FFFFFF"/>
                </a:solidFill>
                <a:latin typeface="Calibri"/>
              </a:rPr>
              <a:t>kayaṙi aṅg-iruppāy ammē</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700" smtClean="0">
                <a:solidFill>
                  <a:srgbClr val="FFFF00"/>
                </a:solidFill>
                <a:latin typeface="Calibri"/>
              </a:rPr>
              <a:t>Krishna replies, "Mother, I didn’t eat mud! I just fell on the ground, and the mud was waiting for a chance to slip in and sit inside my mouth!"</a:t>
            </a:r>
            <a:endParaRPr lang="en-US" sz="47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taka taka tintaka tārō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(Joyful chorus)</a:t>
            </a:r>
            <a:endParaRPr lang="en-US" sz="66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uṇṇikkaikaḷ kūḍi piḍiccaṅgu</a:t>
            </a:r>
            <a:br>
              <a:rPr lang="en-US" sz="5600" smtClean="0">
                <a:solidFill>
                  <a:srgbClr val="FFFFFF"/>
                </a:solidFill>
                <a:latin typeface="Calibri"/>
              </a:rPr>
            </a:br>
            <a:r>
              <a:rPr lang="en-US" sz="5600" smtClean="0">
                <a:solidFill>
                  <a:srgbClr val="FFFFFF"/>
                </a:solidFill>
                <a:latin typeface="Calibri"/>
              </a:rPr>
              <a:t>vā tuṙakkū kaṇṇan uṇṇī nī</a:t>
            </a:r>
            <a:br>
              <a:rPr lang="en-US" sz="5600" smtClean="0">
                <a:solidFill>
                  <a:srgbClr val="FFFFFF"/>
                </a:solidFill>
                <a:latin typeface="Calibri"/>
              </a:rPr>
            </a:br>
            <a:r>
              <a:rPr lang="en-US" sz="5600" smtClean="0">
                <a:solidFill>
                  <a:srgbClr val="FFFFFF"/>
                </a:solidFill>
                <a:latin typeface="Calibri"/>
              </a:rPr>
              <a:t>illeṅkil ninne viḍilla</a:t>
            </a:r>
            <a:br>
              <a:rPr lang="en-US" sz="5600" smtClean="0">
                <a:solidFill>
                  <a:srgbClr val="FFFFFF"/>
                </a:solidFill>
                <a:latin typeface="Calibri"/>
              </a:rPr>
            </a:br>
            <a:r>
              <a:rPr lang="en-US" sz="5600" smtClean="0">
                <a:solidFill>
                  <a:srgbClr val="FFFFFF"/>
                </a:solidFill>
                <a:latin typeface="Calibri"/>
              </a:rPr>
              <a:t>yaśōdayum colliyat-appōḷ</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700" smtClean="0">
                <a:solidFill>
                  <a:srgbClr val="FFFF00"/>
                </a:solidFill>
                <a:latin typeface="Calibri"/>
              </a:rPr>
              <a:t>She caught hold of both his hands and said, "Krishna, open your mouth! I won’t let you go unless you do." Yashoda spoke to him firmly.</a:t>
            </a:r>
            <a:endParaRPr lang="en-US" sz="4700">
              <a:solidFill>
                <a:srgbClr val="FFFF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tellonnu ammaye nōkki</a:t>
            </a:r>
            <a:br>
              <a:rPr lang="en-US" sz="5600" smtClean="0">
                <a:solidFill>
                  <a:srgbClr val="FFFFFF"/>
                </a:solidFill>
                <a:latin typeface="Calibri"/>
              </a:rPr>
            </a:br>
            <a:r>
              <a:rPr lang="en-US" sz="5600" smtClean="0">
                <a:solidFill>
                  <a:srgbClr val="FFFFFF"/>
                </a:solidFill>
                <a:latin typeface="Calibri"/>
              </a:rPr>
              <a:t>uṇṇivāya tuṙann-aṅguṇṇī</a:t>
            </a:r>
            <a:br>
              <a:rPr lang="en-US" sz="5600" smtClean="0">
                <a:solidFill>
                  <a:srgbClr val="FFFFFF"/>
                </a:solidFill>
                <a:latin typeface="Calibri"/>
              </a:rPr>
            </a:br>
            <a:r>
              <a:rPr lang="en-US" sz="5600" smtClean="0">
                <a:solidFill>
                  <a:srgbClr val="FFFFFF"/>
                </a:solidFill>
                <a:latin typeface="Calibri"/>
              </a:rPr>
              <a:t>brahmāṇḍam muzhuvanum ā</a:t>
            </a:r>
            <a:br>
              <a:rPr lang="en-US" sz="5600" smtClean="0">
                <a:solidFill>
                  <a:srgbClr val="FFFFFF"/>
                </a:solidFill>
                <a:latin typeface="Calibri"/>
              </a:rPr>
            </a:br>
            <a:r>
              <a:rPr lang="en-US" sz="5600" smtClean="0">
                <a:solidFill>
                  <a:srgbClr val="FFFFFF"/>
                </a:solidFill>
                <a:latin typeface="Calibri"/>
              </a:rPr>
              <a:t>uṇṇi-vāyil darśicceśōda</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Little Krishna looked at his mother for a moment, then slowly opened his tiny mouth. And there, inside her son’s mouth, Yashoda beheld the entire cosmos.</a:t>
            </a:r>
            <a:endParaRPr lang="en-US" sz="4500">
              <a:solidFill>
                <a:srgbClr val="FFFF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taka taka tintaka tārō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(Joyful chorus)</a:t>
            </a:r>
            <a:endParaRPr lang="en-US" sz="6600">
              <a:solidFill>
                <a:srgbClr val="FFFF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tannēyum prapañcattēyum</a:t>
            </a:r>
            <a:br>
              <a:rPr lang="en-US" sz="5600" smtClean="0">
                <a:solidFill>
                  <a:srgbClr val="FFFFFF"/>
                </a:solidFill>
                <a:latin typeface="Calibri"/>
              </a:rPr>
            </a:br>
            <a:r>
              <a:rPr lang="en-US" sz="5600" smtClean="0">
                <a:solidFill>
                  <a:srgbClr val="FFFFFF"/>
                </a:solidFill>
                <a:latin typeface="Calibri"/>
              </a:rPr>
              <a:t>oru mātra kaṇḍu yaśōda</a:t>
            </a:r>
            <a:br>
              <a:rPr lang="en-US" sz="5600" smtClean="0">
                <a:solidFill>
                  <a:srgbClr val="FFFFFF"/>
                </a:solidFill>
                <a:latin typeface="Calibri"/>
              </a:rPr>
            </a:br>
            <a:r>
              <a:rPr lang="en-US" sz="5600" smtClean="0">
                <a:solidFill>
                  <a:srgbClr val="FFFFFF"/>
                </a:solidFill>
                <a:latin typeface="Calibri"/>
              </a:rPr>
              <a:t>taḷarnnaṅgu vīṇitā maṇṇil</a:t>
            </a:r>
            <a:br>
              <a:rPr lang="en-US" sz="5600" smtClean="0">
                <a:solidFill>
                  <a:srgbClr val="FFFFFF"/>
                </a:solidFill>
                <a:latin typeface="Calibri"/>
              </a:rPr>
            </a:br>
            <a:r>
              <a:rPr lang="en-US" sz="5600" smtClean="0">
                <a:solidFill>
                  <a:srgbClr val="FFFFFF"/>
                </a:solidFill>
                <a:latin typeface="Calibri"/>
              </a:rPr>
              <a:t>vēpathu gātriyatāyi</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For a moment, she saw the entire universe—and herself within it. Then she collapsed to the ground, her body trembling from what she had just seen.</a:t>
            </a:r>
            <a:endParaRPr lang="en-US" sz="4500">
              <a:solidFill>
                <a:srgbClr val="FFFF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amma tan maḍittaṭṭilāy</a:t>
            </a:r>
            <a:br>
              <a:rPr lang="en-US" sz="5600" smtClean="0">
                <a:solidFill>
                  <a:srgbClr val="FFFFFF"/>
                </a:solidFill>
                <a:latin typeface="Calibri"/>
              </a:rPr>
            </a:br>
            <a:r>
              <a:rPr lang="en-US" sz="5600" smtClean="0">
                <a:solidFill>
                  <a:srgbClr val="FFFFFF"/>
                </a:solidFill>
                <a:latin typeface="Calibri"/>
              </a:rPr>
              <a:t>kayaṙi aṅgirunniṭṭatā</a:t>
            </a:r>
            <a:br>
              <a:rPr lang="en-US" sz="5600" smtClean="0">
                <a:solidFill>
                  <a:srgbClr val="FFFFFF"/>
                </a:solidFill>
                <a:latin typeface="Calibri"/>
              </a:rPr>
            </a:br>
            <a:r>
              <a:rPr lang="en-US" sz="5600" smtClean="0">
                <a:solidFill>
                  <a:srgbClr val="FFFFFF"/>
                </a:solidFill>
                <a:latin typeface="Calibri"/>
              </a:rPr>
              <a:t>uṇṇikkaikaḷ koṇḍu talōḍi</a:t>
            </a:r>
            <a:br>
              <a:rPr lang="en-US" sz="5600" smtClean="0">
                <a:solidFill>
                  <a:srgbClr val="FFFFFF"/>
                </a:solidFill>
                <a:latin typeface="Calibri"/>
              </a:rPr>
            </a:br>
            <a:r>
              <a:rPr lang="en-US" sz="5600" smtClean="0">
                <a:solidFill>
                  <a:srgbClr val="FFFFFF"/>
                </a:solidFill>
                <a:latin typeface="Calibri"/>
              </a:rPr>
              <a:t>ammayuḍe kṣīṇam akaṫṫi</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Little Krishna climbed onto his mother's lap, gently caressing her with his tiny, soft hands, bringing her back to her senses and soothing her into calm.</a:t>
            </a:r>
            <a:endParaRPr lang="en-US" sz="4500">
              <a:solidFill>
                <a:srgbClr val="FFFF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taka taka tintaka tārō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(Joyful chorus)</a:t>
            </a:r>
            <a:endParaRPr lang="en-US" sz="6600">
              <a:solidFill>
                <a:srgbClr val="FFFF0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uṇṇiye gāḍham puṇarnnu</a:t>
            </a:r>
            <a:br>
              <a:rPr lang="en-US" sz="5600" smtClean="0">
                <a:solidFill>
                  <a:srgbClr val="FFFFFF"/>
                </a:solidFill>
                <a:latin typeface="Calibri"/>
              </a:rPr>
            </a:br>
            <a:r>
              <a:rPr lang="en-US" sz="5600" smtClean="0">
                <a:solidFill>
                  <a:srgbClr val="FFFFFF"/>
                </a:solidFill>
                <a:latin typeface="Calibri"/>
              </a:rPr>
              <a:t>enduṇṇi-kaṇṇan allē nī</a:t>
            </a:r>
            <a:br>
              <a:rPr lang="en-US" sz="5600" smtClean="0">
                <a:solidFill>
                  <a:srgbClr val="FFFFFF"/>
                </a:solidFill>
                <a:latin typeface="Calibri"/>
              </a:rPr>
            </a:br>
            <a:r>
              <a:rPr lang="en-US" sz="5600" smtClean="0">
                <a:solidFill>
                  <a:srgbClr val="FFFFFF"/>
                </a:solidFill>
                <a:latin typeface="Calibri"/>
              </a:rPr>
              <a:t>vallāte viśakkunnuṇḍō</a:t>
            </a:r>
            <a:br>
              <a:rPr lang="en-US" sz="5600" smtClean="0">
                <a:solidFill>
                  <a:srgbClr val="FFFFFF"/>
                </a:solidFill>
                <a:latin typeface="Calibri"/>
              </a:rPr>
            </a:br>
            <a:r>
              <a:rPr lang="en-US" sz="5600" smtClean="0">
                <a:solidFill>
                  <a:srgbClr val="FFFFFF"/>
                </a:solidFill>
                <a:latin typeface="Calibri"/>
              </a:rPr>
              <a:t>pālaṅgu nalkaṭṭe amma</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000" smtClean="0">
                <a:solidFill>
                  <a:srgbClr val="FFFF00"/>
                </a:solidFill>
                <a:latin typeface="Calibri"/>
              </a:rPr>
              <a:t>Yashoda hugged her son tightly. "You are my baby, my darling Krishna. Are you very hungry? Shall Mother give you some milk?"</a:t>
            </a:r>
            <a:endParaRPr lang="en-US" sz="5000">
              <a:solidFill>
                <a:srgbClr val="FFFF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vālsalyattāl ellām maṙannu</a:t>
            </a:r>
            <a:br>
              <a:rPr lang="en-US" sz="5600" smtClean="0">
                <a:solidFill>
                  <a:srgbClr val="FFFFFF"/>
                </a:solidFill>
                <a:latin typeface="Calibri"/>
              </a:rPr>
            </a:br>
            <a:r>
              <a:rPr lang="en-US" sz="5600" smtClean="0">
                <a:solidFill>
                  <a:srgbClr val="FFFFFF"/>
                </a:solidFill>
                <a:latin typeface="Calibri"/>
              </a:rPr>
              <a:t>kaṇṇane māṙōḍu cērttu</a:t>
            </a:r>
            <a:br>
              <a:rPr lang="en-US" sz="5600" smtClean="0">
                <a:solidFill>
                  <a:srgbClr val="FFFFFF"/>
                </a:solidFill>
                <a:latin typeface="Calibri"/>
              </a:rPr>
            </a:br>
            <a:r>
              <a:rPr lang="en-US" sz="5600" smtClean="0">
                <a:solidFill>
                  <a:srgbClr val="FFFFFF"/>
                </a:solidFill>
                <a:latin typeface="Calibri"/>
              </a:rPr>
              <a:t>māyakkaṇṇan puñciriyōḍe</a:t>
            </a:r>
            <a:br>
              <a:rPr lang="en-US" sz="5600" smtClean="0">
                <a:solidFill>
                  <a:srgbClr val="FFFFFF"/>
                </a:solidFill>
                <a:latin typeface="Calibri"/>
              </a:rPr>
            </a:br>
            <a:r>
              <a:rPr lang="en-US" sz="5600" smtClean="0">
                <a:solidFill>
                  <a:srgbClr val="FFFFFF"/>
                </a:solidFill>
                <a:latin typeface="Calibri"/>
              </a:rPr>
              <a:t>pālum nukarnn-aṅgu mayaṅgi</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300" smtClean="0">
                <a:solidFill>
                  <a:srgbClr val="FFFF00"/>
                </a:solidFill>
                <a:latin typeface="Calibri"/>
              </a:rPr>
              <a:t>She forgot everything else in the tenderness she felt for her child, drawing him close to her heart. Krishna, the Lord of divine illusion, drank her milk and fell asleep in her lap.</a:t>
            </a:r>
            <a:endParaRPr lang="en-US" sz="4300">
              <a:solidFill>
                <a:srgbClr val="FFFF00"/>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attinantō tintinam tārō</a:t>
            </a:r>
            <a:br>
              <a:rPr lang="en-US" sz="5600" smtClean="0">
                <a:solidFill>
                  <a:srgbClr val="FFFFFF"/>
                </a:solidFill>
                <a:latin typeface="Calibri"/>
              </a:rPr>
            </a:br>
            <a:r>
              <a:rPr lang="en-US" sz="5600" smtClean="0">
                <a:solidFill>
                  <a:srgbClr val="FFFFFF"/>
                </a:solidFill>
                <a:latin typeface="Calibri"/>
              </a:rPr>
              <a:t>taka taka tintaka tārō</a:t>
            </a:r>
            <a:endParaRPr lang="en-US" sz="5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(Joyful chorus)</a:t>
            </a:r>
            <a:endParaRPr lang="en-US" sz="6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396</Words>
  <Application>Microsoft Office PowerPoint</Application>
  <PresentationFormat>On-screen Show (4:3)</PresentationFormat>
  <Paragraphs>33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maṇṇu vāri tinnarut-ennu</vt:lpstr>
      <vt:lpstr>maṇṇu vāri tinnarut-ennu vāram vāram connirunn-amma kuṙumbalpam kūḍiyō uṇṇī ninne innu keṭṭiyiḍum ñān</vt:lpstr>
      <vt:lpstr>maṇṇu vāri tinniṭṭillammē ammēḍuṇṇi satyamē collū ēṭṭan āṇu kaḷavu connatu ammēḍuṇṇi pāvattānallē</vt:lpstr>
      <vt:lpstr>attinantō tintinam tārō attinantō tintinam tārō attinantō tintinam tārō taka taka tintaka tārō</vt:lpstr>
      <vt:lpstr>maṇṇu puraṇḍuṇṇi kaviḷukaḷ tinnatinu sākṣyavum connu pinnēyum kaḷavu collunnu ennuṇṇī ponnuṇṇī nī</vt:lpstr>
      <vt:lpstr>uṇṇi maṇṇu tinnatall-ammē maṇṇilāy vīṇu pōyammē takkam nōkki maṇṇaṅgu vāyil kayaṙi aṅg-iruppāy ammē</vt:lpstr>
      <vt:lpstr>attinantō tintinam tārō attinantō tintinam tārō attinantō tintinam tārō taka taka tintaka tārō</vt:lpstr>
      <vt:lpstr>uṇṇikkaikaḷ kūḍi piḍiccaṅgu vā tuṙakkū kaṇṇan uṇṇī nī illeṅkil ninne viḍilla yaśōdayum colliyat-appōḷ</vt:lpstr>
      <vt:lpstr>tellonnu ammaye nōkki uṇṇivāya tuṙann-aṅguṇṇī brahmāṇḍam muzhuvanum ā uṇṇi-vāyil darśicceśōda</vt:lpstr>
      <vt:lpstr>attinantō tintinam tārō attinantō tintinam tārō attinantō tintinam tārō taka taka tintaka tārō</vt:lpstr>
      <vt:lpstr>tannēyum prapañcattēyum oru mātra kaṇḍu yaśōda taḷarnnaṅgu vīṇitā maṇṇil vēpathu gātriyatāyi</vt:lpstr>
      <vt:lpstr>amma tan maḍittaṭṭilāy kayaṙi aṅgirunniṭṭatā uṇṇikkaikaḷ koṇḍu talōḍi ammayuḍe kṣīṇam akaṫṫi</vt:lpstr>
      <vt:lpstr>attinantō tintinam tārō attinantō tintinam tārō attinantō tintinam tārō taka taka tintaka tārō</vt:lpstr>
      <vt:lpstr>uṇṇiye gāḍham puṇarnnu enduṇṇi-kaṇṇan allē nī vallāte viśakkunnuṇḍō pālaṅgu nalkaṭṭe amma</vt:lpstr>
      <vt:lpstr>vālsalyattāl ellām maṙannu kaṇṇane māṙōḍu cērttu māyakkaṇṇan puñciriyōḍe pālum nukarnn-aṅgu mayaṅgi</vt:lpstr>
      <vt:lpstr>attinantō tintinam tārō attinantō tintinam tārō attinantō tintinam tārō taka taka tintaka tārō</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maṇṇu vāri tinnarut-ennu</dc:title>
  <dc:creator>Amrita</dc:creator>
  <cp:lastModifiedBy>Amrita</cp:lastModifiedBy>
  <cp:revision>1</cp:revision>
  <dcterms:created xsi:type="dcterms:W3CDTF">2025-07-18T13:49:52Z</dcterms:created>
  <dcterms:modified xsi:type="dcterms:W3CDTF">2025-07-18T13:50:46Z</dcterms:modified>
</cp:coreProperties>
</file>