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3B04-C31E-4A47-A35D-2B32739FC9F5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E3E7B-74FB-49C3-84A4-08CCF524BA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anpuḍan aṇaittiḍum un kaikaḷ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anpuḍan aṇaittiḍum un kaikaḷ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arumaruntu un tiruvāy mozhikaḷ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Your hands embrace us lovingly.  Your sacred words are the rarest medicine.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annai umayē tañcam aḍaintōm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akalaṭṭum em mana kavalaikaḷ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 Uma, we have taken refuge in you—may all the burdens of our minds be removed forever.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āṙutal mozhikaḷukkaḷavum uṇḍō?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tīrtta tīvinaikaḷukk-ellai uṇḍō? 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Is there any measure to your words of comfort? Is there any limit to the sorrows you have have dispelled?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vāñcaiyuḍan emmai vaḷarttiḍuvāy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vāḍum uḷḷasumayai akaḍriḍuvāy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 love, you nurture us and lift the burden from our weary hearts.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kaḍalaiviḍa āzham un anbu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bhūmiyinum peritu un poṙumai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Deeper than the ocean is your love. Greater than the earth is your patience;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vānatte pōlē un uḷḷam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vāzhvitu tāyun tāḷ śaraṇam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as vast as the sky is your heart. O Mother, we take refuge at your 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anpuḍan aṇaittiḍum un kaikaḷ</vt:lpstr>
      <vt:lpstr>anpuḍan aṇaittiḍum un kaikaḷ arumaruntu un tiruvāy mozhikaḷ</vt:lpstr>
      <vt:lpstr>annai umayē tañcam aḍaintōm akalaṭṭum em mana kavalaikaḷ</vt:lpstr>
      <vt:lpstr>āṙutal mozhikaḷukkaḷavum uṇḍō? tīrtta tīvinaikaḷukk-ellai uṇḍō? </vt:lpstr>
      <vt:lpstr>vāñcaiyuḍan emmai vaḷarttiḍuvāy vāḍum uḷḷasumayai akaḍriḍuvāy</vt:lpstr>
      <vt:lpstr>kaḍalaiviḍa āzham un anbu bhūmiyinum peritu un poṙumai</vt:lpstr>
      <vt:lpstr>vānatte pōlē un uḷḷam vāzhvitu tāyun tāḷ śaraṇam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anpuḍan aṇaittiḍum un kaikaḷ</dc:title>
  <dc:creator>Amrita</dc:creator>
  <cp:lastModifiedBy>Amrita</cp:lastModifiedBy>
  <cp:revision>1</cp:revision>
  <dcterms:created xsi:type="dcterms:W3CDTF">2025-06-14T13:41:06Z</dcterms:created>
  <dcterms:modified xsi:type="dcterms:W3CDTF">2025-06-14T13:42:43Z</dcterms:modified>
</cp:coreProperties>
</file>