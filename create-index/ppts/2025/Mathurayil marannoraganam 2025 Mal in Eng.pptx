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33AB-F034-4A07-91C4-7F1774F8CCB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C54E-2D7D-4AC1-B9AE-FAD02D7BA5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33AB-F034-4A07-91C4-7F1774F8CCB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C54E-2D7D-4AC1-B9AE-FAD02D7BA5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33AB-F034-4A07-91C4-7F1774F8CCB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C54E-2D7D-4AC1-B9AE-FAD02D7BA5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33AB-F034-4A07-91C4-7F1774F8CCB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C54E-2D7D-4AC1-B9AE-FAD02D7BA5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33AB-F034-4A07-91C4-7F1774F8CCB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C54E-2D7D-4AC1-B9AE-FAD02D7BA5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33AB-F034-4A07-91C4-7F1774F8CCB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C54E-2D7D-4AC1-B9AE-FAD02D7BA5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33AB-F034-4A07-91C4-7F1774F8CCB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C54E-2D7D-4AC1-B9AE-FAD02D7BA5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33AB-F034-4A07-91C4-7F1774F8CCB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C54E-2D7D-4AC1-B9AE-FAD02D7BA5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33AB-F034-4A07-91C4-7F1774F8CCB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C54E-2D7D-4AC1-B9AE-FAD02D7BA5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33AB-F034-4A07-91C4-7F1774F8CCB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C54E-2D7D-4AC1-B9AE-FAD02D7BA5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33AB-F034-4A07-91C4-7F1774F8CCB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C54E-2D7D-4AC1-B9AE-FAD02D7BA5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7B33AB-F034-4A07-91C4-7F1774F8CCB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FC54E-2D7D-4AC1-B9AE-FAD02D7BA55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mathurayil maṙann-orāgānam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mathurayil maṙann-orāgānam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madhumozhi rādha tan virahagānam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400" smtClean="0">
                <a:solidFill>
                  <a:srgbClr val="FFFF00"/>
                </a:solidFill>
                <a:latin typeface="Calibri"/>
              </a:rPr>
              <a:t>Have you forgotten, in Mathura, the song — the song of sweet Radha’s anguish, her sorrow in separation from her Lord?</a:t>
            </a:r>
            <a:endParaRPr lang="en-US" sz="5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maṙakkān ākātta raṅgam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mazhamukil varṇṇande rāgabhāvam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Never forgotten is Krishna’s tender nature, as he stood beside Radha, playing sweet melodies on his flute.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Krishna…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rādhayāṇō ninde gītam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rādha illāt-ellām nilaccu pōyō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Is Radha the source of your song? Without Radha, has everything come to an end?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smtClean="0">
                <a:solidFill>
                  <a:srgbClr val="FFFFFF"/>
                </a:solidFill>
                <a:latin typeface="Calibri"/>
              </a:rPr>
              <a:t>rāsa-kēḷiyum nilaccu pōyō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yamunayum kadambavum maṙannu pōyō</a:t>
            </a:r>
            <a:endParaRPr lang="en-US" sz="6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500" smtClean="0">
                <a:solidFill>
                  <a:srgbClr val="FFFF00"/>
                </a:solidFill>
                <a:latin typeface="Calibri"/>
              </a:rPr>
              <a:t>Do you no longer dance the rasa dance? Have you forgotten the river Yamuna and the Kadamba tree by its banks?</a:t>
            </a:r>
            <a:endParaRPr lang="en-US" sz="5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Krishna…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vīṇḍumā rādhā-mādhava saṅgamam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kālam orukkiya samāgamam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Time will surely unite Radha and Krishna again.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kaṇṇan aṙiññu tan rāgam ellām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rādha tan prēmānurāgam-allō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And when Krishna sees Radha once more, he remembers the melodies born of Radha’s deep love for him.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Krishna…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kaṇṇande māṙil layiccu pōyō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kaṇṇīr pravāham nilaccu pōyō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Have you merged into Krishna’s heart? Has the flow of tears come to a stop?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kaṇṇan upēkṣiccu vēṇugānam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rādha tan cētanayaṫṫa rāgam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400" smtClean="0">
                <a:solidFill>
                  <a:srgbClr val="FFFF00"/>
                </a:solidFill>
                <a:latin typeface="Calibri"/>
              </a:rPr>
              <a:t>For when Radha was no longer beside him, Krishna could not play his flute again — there are no melodies without his Radha. </a:t>
            </a:r>
            <a:endParaRPr lang="en-US" sz="5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kaṇṇā… kaṇṇā… kaṇṇā… kaṇṇā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 Krishna…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218</Words>
  <Application>Microsoft Office PowerPoint</Application>
  <PresentationFormat>On-screen Show (4:3)</PresentationFormat>
  <Paragraphs>27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mathurayil maṙann-orāgānam</vt:lpstr>
      <vt:lpstr>mathurayil maṙann-orāgānam madhumozhi rādha tan virahagānam</vt:lpstr>
      <vt:lpstr>maṙakkān ākātta raṅgam mazhamukil varṇṇande rāgabhāvam</vt:lpstr>
      <vt:lpstr>kaṇṇā… kaṇṇā…  kaṇṇā… kaṇṇā</vt:lpstr>
      <vt:lpstr>rādhayāṇō ninde gītam rādha illāt-ellām nilaccu pōyō</vt:lpstr>
      <vt:lpstr>rāsa-kēḷiyum nilaccu pōyō yamunayum kadambavum maṙannu pōyō</vt:lpstr>
      <vt:lpstr>kaṇṇā… kaṇṇā…  kaṇṇā… kaṇṇā</vt:lpstr>
      <vt:lpstr>vīṇḍumā rādhā-mādhava saṅgamam kālam orukkiya samāgamam</vt:lpstr>
      <vt:lpstr>kaṇṇan aṙiññu tan rāgam ellām rādha tan prēmānurāgam-allō</vt:lpstr>
      <vt:lpstr>kaṇṇā… kaṇṇā…  kaṇṇā… kaṇṇā</vt:lpstr>
      <vt:lpstr>kaṇṇande māṙil layiccu pōyō kaṇṇīr pravāham nilaccu pōyō</vt:lpstr>
      <vt:lpstr>kaṇṇan upēkṣiccu vēṇugānam rādha tan cētanayaṫṫa rāgam</vt:lpstr>
      <vt:lpstr>kaṇṇā… kaṇṇā… kaṇṇā… kaṇṇā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mathurayil maṙann-orāgānam</dc:title>
  <dc:creator>Amrita</dc:creator>
  <cp:lastModifiedBy>Amrita</cp:lastModifiedBy>
  <cp:revision>1</cp:revision>
  <dcterms:created xsi:type="dcterms:W3CDTF">2025-06-20T10:54:13Z</dcterms:created>
  <dcterms:modified xsi:type="dcterms:W3CDTF">2025-06-20T10:55:50Z</dcterms:modified>
</cp:coreProperties>
</file>