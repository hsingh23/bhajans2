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0" r:id="rId3"/>
    <p:sldId id="291" r:id="rId4"/>
    <p:sldId id="288" r:id="rId5"/>
    <p:sldId id="292" r:id="rId6"/>
    <p:sldId id="294" r:id="rId7"/>
    <p:sldId id="289" r:id="rId8"/>
    <p:sldId id="293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2" d="100"/>
          <a:sy n="62" d="100"/>
        </p:scale>
        <p:origin x="-84" y="-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ajñāna</a:t>
            </a:r>
            <a:r>
              <a:rPr lang="en-US" sz="6000" dirty="0"/>
              <a:t> </a:t>
            </a:r>
            <a:r>
              <a:rPr lang="en-US" sz="6000" dirty="0" err="1"/>
              <a:t>tamassil</a:t>
            </a:r>
            <a:r>
              <a:rPr lang="en-US" sz="6000" dirty="0"/>
              <a:t> </a:t>
            </a:r>
            <a:r>
              <a:rPr lang="en-US" sz="6000" dirty="0" err="1"/>
              <a:t>mayaṅgunna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ajñāna</a:t>
            </a:r>
            <a:r>
              <a:rPr lang="en-US" sz="6000" dirty="0"/>
              <a:t> </a:t>
            </a:r>
            <a:r>
              <a:rPr lang="en-US" sz="6000" dirty="0" err="1"/>
              <a:t>tamassil</a:t>
            </a:r>
            <a:r>
              <a:rPr lang="en-US" sz="6000" dirty="0"/>
              <a:t> </a:t>
            </a:r>
            <a:r>
              <a:rPr lang="en-US" sz="6000" dirty="0" err="1"/>
              <a:t>mayaṅgunna</a:t>
            </a:r>
            <a:r>
              <a:rPr lang="en-US" sz="6000" dirty="0"/>
              <a:t> </a:t>
            </a:r>
            <a:r>
              <a:rPr lang="en-US" sz="6000" dirty="0" err="1"/>
              <a:t>makkaḷkku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kāvalāḷāy</a:t>
            </a:r>
            <a:r>
              <a:rPr lang="en-US" sz="6000" dirty="0"/>
              <a:t> </a:t>
            </a:r>
            <a:r>
              <a:rPr lang="en-US" sz="6000" dirty="0" err="1"/>
              <a:t>amma</a:t>
            </a:r>
            <a:r>
              <a:rPr lang="en-US" sz="6000" dirty="0"/>
              <a:t> </a:t>
            </a:r>
            <a:r>
              <a:rPr lang="en-US" sz="6000" dirty="0" err="1"/>
              <a:t>kāttirippū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Mother remains a vigilant guardian of her children, who slumber in dark ignorance.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enn-uṇarnnīḍum</a:t>
            </a:r>
            <a:r>
              <a:rPr lang="en-US" sz="6000" dirty="0"/>
              <a:t> ī </a:t>
            </a:r>
            <a:r>
              <a:rPr lang="en-US" sz="6000" dirty="0" err="1"/>
              <a:t>makkaḷ</a:t>
            </a:r>
            <a:r>
              <a:rPr lang="en-US" sz="6000" dirty="0"/>
              <a:t> </a:t>
            </a:r>
            <a:r>
              <a:rPr lang="en-US" sz="6000" dirty="0" err="1"/>
              <a:t>ennorttamma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kāruṇya</a:t>
            </a:r>
            <a:r>
              <a:rPr lang="en-US" sz="6000" dirty="0"/>
              <a:t> </a:t>
            </a:r>
            <a:r>
              <a:rPr lang="en-US" sz="6000" dirty="0" err="1"/>
              <a:t>mūrtiyāy</a:t>
            </a:r>
            <a:r>
              <a:rPr lang="en-US" sz="6000" dirty="0"/>
              <a:t> </a:t>
            </a:r>
            <a:r>
              <a:rPr lang="en-US" sz="6000" dirty="0" err="1"/>
              <a:t>kāttirippū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With boundless compassion, she waits, wondering when they will awaken.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uṇarān</a:t>
            </a:r>
            <a:r>
              <a:rPr lang="en-US" sz="6000" dirty="0"/>
              <a:t> </a:t>
            </a:r>
            <a:r>
              <a:rPr lang="en-US" sz="6000" dirty="0" err="1"/>
              <a:t>maḍikkunnu</a:t>
            </a:r>
            <a:r>
              <a:rPr lang="en-US" sz="6000" dirty="0"/>
              <a:t> </a:t>
            </a:r>
            <a:r>
              <a:rPr lang="en-US" sz="6000" dirty="0" err="1"/>
              <a:t>makkaḷ</a:t>
            </a:r>
            <a:r>
              <a:rPr lang="en-US" sz="6000" dirty="0"/>
              <a:t> </a:t>
            </a:r>
            <a:r>
              <a:rPr lang="en-US" sz="6000" dirty="0" err="1"/>
              <a:t>innum</a:t>
            </a:r>
            <a:r>
              <a:rPr lang="en-US" sz="6000" dirty="0"/>
              <a:t> </a:t>
            </a:r>
            <a:r>
              <a:rPr lang="en-US" sz="6000" dirty="0" err="1"/>
              <a:t>bhūvil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mōhāndhakāravum</a:t>
            </a:r>
            <a:r>
              <a:rPr lang="en-US" sz="6000" dirty="0"/>
              <a:t> </a:t>
            </a:r>
            <a:r>
              <a:rPr lang="en-US" sz="6000" dirty="0" err="1"/>
              <a:t>pēṙiḍunnu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Her children are reluctant to awaken, burdened by the darkness of delusion.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/>
              <a:t>kai </a:t>
            </a:r>
            <a:r>
              <a:rPr lang="en-US" sz="6000" dirty="0" err="1"/>
              <a:t>nīṭṭi</a:t>
            </a:r>
            <a:r>
              <a:rPr lang="en-US" sz="6000" dirty="0"/>
              <a:t> </a:t>
            </a:r>
            <a:r>
              <a:rPr lang="en-US" sz="6000" dirty="0" err="1"/>
              <a:t>māṙōḍu</a:t>
            </a:r>
            <a:r>
              <a:rPr lang="en-US" sz="6000" dirty="0"/>
              <a:t> </a:t>
            </a:r>
            <a:r>
              <a:rPr lang="en-US" sz="6000" dirty="0" err="1"/>
              <a:t>chērtt-aṇaykkumbōzhum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manam</a:t>
            </a:r>
            <a:r>
              <a:rPr lang="en-US" sz="6000" dirty="0"/>
              <a:t> </a:t>
            </a:r>
            <a:r>
              <a:rPr lang="en-US" sz="6000" dirty="0" err="1"/>
              <a:t>etra</a:t>
            </a:r>
            <a:r>
              <a:rPr lang="en-US" sz="6000" dirty="0"/>
              <a:t> </a:t>
            </a:r>
            <a:r>
              <a:rPr lang="en-US" sz="6000" dirty="0" err="1"/>
              <a:t>dūreykk-akaṫṫīḍunnu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Even as she reaches out and draws us to her bosom, </a:t>
            </a:r>
          </a:p>
          <a:p>
            <a:pPr algn="ctr"/>
            <a:r>
              <a:rPr lang="en-US" sz="6000" dirty="0">
                <a:solidFill>
                  <a:srgbClr val="FFFF00"/>
                </a:solidFill>
              </a:rPr>
              <a:t>our mind pulls us far away.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ajñāna</a:t>
            </a:r>
            <a:r>
              <a:rPr lang="en-US" sz="6000" dirty="0"/>
              <a:t> </a:t>
            </a:r>
            <a:r>
              <a:rPr lang="en-US" sz="6000" dirty="0" err="1"/>
              <a:t>tamassil</a:t>
            </a:r>
            <a:r>
              <a:rPr lang="en-US" sz="6000" dirty="0"/>
              <a:t> </a:t>
            </a:r>
            <a:r>
              <a:rPr lang="en-US" sz="6000" dirty="0" err="1"/>
              <a:t>mayaṅgunna</a:t>
            </a:r>
            <a:r>
              <a:rPr lang="en-US" sz="6000" dirty="0"/>
              <a:t> </a:t>
            </a:r>
            <a:r>
              <a:rPr lang="en-US" sz="6000" dirty="0" err="1"/>
              <a:t>makkaḷkku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kāvalāḷāy</a:t>
            </a:r>
            <a:r>
              <a:rPr lang="en-US" sz="6000" dirty="0"/>
              <a:t> </a:t>
            </a:r>
            <a:r>
              <a:rPr lang="en-US" sz="6000" dirty="0" err="1"/>
              <a:t>amma</a:t>
            </a:r>
            <a:r>
              <a:rPr lang="en-US" sz="6000" dirty="0"/>
              <a:t> </a:t>
            </a:r>
            <a:r>
              <a:rPr lang="en-US" sz="6000" dirty="0" err="1"/>
              <a:t>kāttirippū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Mother remains a vigilant guardian of her children, who slumber in dark ignorance.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māyā-marīchika</a:t>
            </a:r>
            <a:r>
              <a:rPr lang="en-US" sz="6600" dirty="0"/>
              <a:t> </a:t>
            </a:r>
            <a:r>
              <a:rPr lang="en-US" sz="6600" dirty="0" err="1"/>
              <a:t>tēḍi</a:t>
            </a:r>
            <a:r>
              <a:rPr lang="en-US" sz="6600" dirty="0"/>
              <a:t> </a:t>
            </a:r>
            <a:r>
              <a:rPr lang="en-US" sz="6600" dirty="0" err="1"/>
              <a:t>alayunnu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satyamat-onninē</a:t>
            </a:r>
            <a:r>
              <a:rPr lang="en-US" sz="6600" dirty="0"/>
              <a:t> </a:t>
            </a:r>
            <a:r>
              <a:rPr lang="en-US" sz="6600" dirty="0" err="1"/>
              <a:t>tēḍiḍāte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Wandering in pursuit of mirages, we do not seek the One Truth. 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enn-uṇarnnīḍum</a:t>
            </a:r>
            <a:r>
              <a:rPr lang="en-US" sz="6000" dirty="0"/>
              <a:t> ī </a:t>
            </a:r>
            <a:r>
              <a:rPr lang="en-US" sz="6000" dirty="0" err="1"/>
              <a:t>makkaḷ</a:t>
            </a:r>
            <a:r>
              <a:rPr lang="en-US" sz="6000" dirty="0"/>
              <a:t> tan </a:t>
            </a:r>
            <a:r>
              <a:rPr lang="en-US" sz="6000" dirty="0" err="1"/>
              <a:t>hṛdayaṅgaḷ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ennonnu</a:t>
            </a:r>
            <a:r>
              <a:rPr lang="en-US" sz="6000" dirty="0"/>
              <a:t> </a:t>
            </a:r>
            <a:r>
              <a:rPr lang="en-US" sz="6000" dirty="0" err="1"/>
              <a:t>chērum</a:t>
            </a:r>
            <a:r>
              <a:rPr lang="en-US" sz="6000" dirty="0"/>
              <a:t> ā… </a:t>
            </a:r>
            <a:r>
              <a:rPr lang="en-US" sz="6000" dirty="0" err="1"/>
              <a:t>padatāratil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When will her children awaken in their hearts? When will they merge with her lotus feet?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ajñāna</a:t>
            </a:r>
            <a:r>
              <a:rPr lang="en-US" sz="6000" dirty="0"/>
              <a:t> </a:t>
            </a:r>
            <a:r>
              <a:rPr lang="en-US" sz="6000" dirty="0" err="1"/>
              <a:t>tamassil</a:t>
            </a:r>
            <a:r>
              <a:rPr lang="en-US" sz="6000" dirty="0"/>
              <a:t> </a:t>
            </a:r>
            <a:r>
              <a:rPr lang="en-US" sz="6000" dirty="0" err="1"/>
              <a:t>mayaṅgunna</a:t>
            </a:r>
            <a:r>
              <a:rPr lang="en-US" sz="6000" dirty="0"/>
              <a:t> </a:t>
            </a:r>
            <a:r>
              <a:rPr lang="en-US" sz="6000" dirty="0" err="1"/>
              <a:t>makkaḷkku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kāvalāḷāy</a:t>
            </a:r>
            <a:r>
              <a:rPr lang="en-US" sz="6000" dirty="0"/>
              <a:t> </a:t>
            </a:r>
            <a:r>
              <a:rPr lang="en-US" sz="6000" dirty="0" err="1"/>
              <a:t>amma</a:t>
            </a:r>
            <a:r>
              <a:rPr lang="en-US" sz="6000" dirty="0"/>
              <a:t> </a:t>
            </a:r>
            <a:r>
              <a:rPr lang="en-US" sz="6000" dirty="0" err="1"/>
              <a:t>kāttirippū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Mother remains a vigilant guardian of her children, who slumber in dark ignorance.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2880</TotalTime>
  <Words>168</Words>
  <Application>Microsoft Office PowerPoint</Application>
  <PresentationFormat>On-screen Show (4:3)</PresentationFormat>
  <Paragraphs>29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ajñāna tamassil mayaṅgunna</vt:lpstr>
      <vt:lpstr>ajñāna tamassil mayaṅgunna makkaḷkku kāvalāḷāy amma kāttirippū</vt:lpstr>
      <vt:lpstr>enn-uṇarnnīḍum ī makkaḷ ennorttamma kāruṇya mūrtiyāy kāttirippū</vt:lpstr>
      <vt:lpstr>uṇarān maḍikkunnu makkaḷ innum bhūvil mōhāndhakāravum pēṙiḍunnu</vt:lpstr>
      <vt:lpstr>kai nīṭṭi māṙōḍu chērtt-aṇaykkumbōzhum manam etra dūreykk-akaṫṫīḍunnu</vt:lpstr>
      <vt:lpstr>ajñāna tamassil mayaṅgunna makkaḷkku kāvalāḷāy amma kāttirippū</vt:lpstr>
      <vt:lpstr>māyā-marīchika tēḍi alayunnu satyamat-onninē tēḍiḍāte</vt:lpstr>
      <vt:lpstr>enn-uṇarnnīḍum ī makkaḷ tan hṛdayaṅgaḷ ennonnu chērum ā… padatāratil</vt:lpstr>
      <vt:lpstr>ajñāna tamassil mayaṅgunna makkaḷkku kāvalāḷāy amma kāttirippū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2025-05-25T07:56:28Z</dcterms:modified>
</cp:coreProperties>
</file>