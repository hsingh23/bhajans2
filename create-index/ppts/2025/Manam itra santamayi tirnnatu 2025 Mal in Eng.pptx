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90410-F9F7-4327-9EE7-CB9939943122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7625-C868-4793-8D59-ECA5148BA9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90410-F9F7-4327-9EE7-CB9939943122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7625-C868-4793-8D59-ECA5148BA9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90410-F9F7-4327-9EE7-CB9939943122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7625-C868-4793-8D59-ECA5148BA9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90410-F9F7-4327-9EE7-CB9939943122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7625-C868-4793-8D59-ECA5148BA9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90410-F9F7-4327-9EE7-CB9939943122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7625-C868-4793-8D59-ECA5148BA9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90410-F9F7-4327-9EE7-CB9939943122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7625-C868-4793-8D59-ECA5148BA9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90410-F9F7-4327-9EE7-CB9939943122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7625-C868-4793-8D59-ECA5148BA9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90410-F9F7-4327-9EE7-CB9939943122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7625-C868-4793-8D59-ECA5148BA9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90410-F9F7-4327-9EE7-CB9939943122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7625-C868-4793-8D59-ECA5148BA9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90410-F9F7-4327-9EE7-CB9939943122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7625-C868-4793-8D59-ECA5148BA9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90410-F9F7-4327-9EE7-CB9939943122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A7625-C868-4793-8D59-ECA5148BA9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B90410-F9F7-4327-9EE7-CB9939943122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A7625-C868-4793-8D59-ECA5148BA97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manam itra śāntamāyi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manam itra śāntamāyi tīrnnat-entē?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ende maṇivarṇṇane ñān ninaccatinālō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Why has my mind become so calm and peaceful? Is it because I was lost in Krishna’s memories?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900" smtClean="0">
                <a:solidFill>
                  <a:srgbClr val="FFFFFF"/>
                </a:solidFill>
                <a:latin typeface="Calibri"/>
              </a:rPr>
              <a:t>mazhamukil varṇṇane kaṇḍatinālō! ā</a:t>
            </a:r>
            <a:br>
              <a:rPr lang="en-US" sz="5900" smtClean="0">
                <a:solidFill>
                  <a:srgbClr val="FFFFFF"/>
                </a:solidFill>
                <a:latin typeface="Calibri"/>
              </a:rPr>
            </a:br>
            <a:r>
              <a:rPr lang="en-US" sz="5900" smtClean="0">
                <a:solidFill>
                  <a:srgbClr val="FFFFFF"/>
                </a:solidFill>
                <a:latin typeface="Calibri"/>
              </a:rPr>
              <a:t>kazhaliṇa kūppi tozhutatinālō</a:t>
            </a:r>
            <a:endParaRPr lang="en-US" sz="5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Or because I saw my dark-hued Lord? Is it because I offered my worship at his lotus feet?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madhuv-ozhukunnorā malar mozhiyālō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kṛpa ozhukunnorā mizhi malarālō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000" smtClean="0">
                <a:solidFill>
                  <a:srgbClr val="FFFF00"/>
                </a:solidFill>
                <a:latin typeface="Calibri"/>
              </a:rPr>
              <a:t>Did my mind become calm upon hearing his sweet words? Or because I saw his eyes overflowing with compassion towards me?</a:t>
            </a:r>
            <a:endParaRPr lang="en-US" sz="5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200" smtClean="0">
                <a:solidFill>
                  <a:srgbClr val="FFFFFF"/>
                </a:solidFill>
                <a:latin typeface="Calibri"/>
              </a:rPr>
              <a:t>madhuramām pālnilāvoḷi parattīḍumā</a:t>
            </a:r>
            <a:br>
              <a:rPr lang="en-US" sz="6200" smtClean="0">
                <a:solidFill>
                  <a:srgbClr val="FFFFFF"/>
                </a:solidFill>
                <a:latin typeface="Calibri"/>
              </a:rPr>
            </a:br>
            <a:r>
              <a:rPr lang="en-US" sz="6200" smtClean="0">
                <a:solidFill>
                  <a:srgbClr val="FFFFFF"/>
                </a:solidFill>
                <a:latin typeface="Calibri"/>
              </a:rPr>
              <a:t>mandasmitattinde kāntiyālō</a:t>
            </a:r>
            <a:endParaRPr lang="en-US" sz="6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500" smtClean="0">
                <a:solidFill>
                  <a:srgbClr val="FFFF00"/>
                </a:solidFill>
                <a:latin typeface="Calibri"/>
              </a:rPr>
              <a:t>Is it because of the beauty of his smile, which spreads radiance all around?</a:t>
            </a:r>
            <a:endParaRPr lang="en-US" sz="6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manam itra śāntamāyi tīrnnat-entē?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ende maṇivarṇṇane ñān ninaccatinālō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Why has my mind become so calm and peaceful? Is it because I was lost in Krishna’s memories?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muraḷī-ravattinde madhurimayāl ende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mānasam malarpōl viḍarnnuvennō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Listening to the sweet melody of his flute, my heart blossomed like a flower.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madhuvuṇṇān śalabham pōl vannuvennō kaṇṇan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manatāril ciri tūki ninnuvennō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Has Krishna, like a honeybee, come to sip its sweet nectar? Is he within my heart, blissfully smiling?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manam itra śāntamāyi tīrnnat-entē?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ende maṇivarṇṇane ñān ninaccatinālō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Why has my mind become so calm and peaceful? Is it because I was lost in Krishna’s memories?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</Words>
  <Application>Microsoft Office PowerPoint</Application>
  <PresentationFormat>On-screen Show (4:3)</PresentationFormat>
  <Paragraphs>19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manam itra śāntamāyi</vt:lpstr>
      <vt:lpstr>manam itra śāntamāyi tīrnnat-entē? ende maṇivarṇṇane ñān ninaccatinālō</vt:lpstr>
      <vt:lpstr>mazhamukil varṇṇane kaṇḍatinālō! ā kazhaliṇa kūppi tozhutatinālō</vt:lpstr>
      <vt:lpstr>madhuv-ozhukunnorā malar mozhiyālō kṛpa ozhukunnorā mizhi malarālō</vt:lpstr>
      <vt:lpstr>madhuramām pālnilāvoḷi parattīḍumā mandasmitattinde kāntiyālō</vt:lpstr>
      <vt:lpstr>manam itra śāntamāyi tīrnnat-entē? ende maṇivarṇṇane ñān ninaccatinālō</vt:lpstr>
      <vt:lpstr>muraḷī-ravattinde madhurimayāl ende mānasam malarpōl viḍarnnuvennō</vt:lpstr>
      <vt:lpstr>madhuvuṇṇān śalabham pōl vannuvennō kaṇṇan manatāril ciri tūki ninnuvennō</vt:lpstr>
      <vt:lpstr>manam itra śāntamāyi tīrnnat-entē? ende maṇivarṇṇane ñān ninaccatinālō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manam itra śāntamāyi</dc:title>
  <dc:creator>Amrita</dc:creator>
  <cp:lastModifiedBy>Amrita</cp:lastModifiedBy>
  <cp:revision>1</cp:revision>
  <dcterms:created xsi:type="dcterms:W3CDTF">2025-08-06T12:31:24Z</dcterms:created>
  <dcterms:modified xsi:type="dcterms:W3CDTF">2025-08-06T12:32:05Z</dcterms:modified>
</cp:coreProperties>
</file>