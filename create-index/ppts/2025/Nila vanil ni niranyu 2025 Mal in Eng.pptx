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9" r:id="rId11"/>
    <p:sldId id="270" r:id="rId12"/>
    <p:sldId id="263" r:id="rId13"/>
    <p:sldId id="264" r:id="rId14"/>
    <p:sldId id="271" r:id="rId15"/>
    <p:sldId id="272" r:id="rId16"/>
    <p:sldId id="265" r:id="rId17"/>
    <p:sldId id="266" r:id="rId18"/>
    <p:sldId id="273" r:id="rId19"/>
    <p:sldId id="274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d7KR99pJ3x/e57RSyT5ZgQ+b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bhajan</a:t>
            </a:r>
            <a:r>
              <a:rPr lang="en-US" dirty="0" smtClean="0"/>
              <a:t> may end here</a:t>
            </a:r>
            <a:endParaRPr dirty="0"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 kāṫṫu ninde gānam mūḷi</a:t>
            </a:r>
            <a:endParaRPr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Mother! Your presence fills the vast blue skies; the gentle breeze hums hymns in your praise. 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pūkkaḷ ninde pādam pulkān vembi vembi kāttu nilppū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Every flower in creation longs to touch your feet, offering itself in adoration and love.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vānil minnum tārakaṅgaḷ ninde muḍi-pūkkaḷāyi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stars become blossoms adorning your hair;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sūrya-candra-śōbha ninde kātil-āḍum kammalāyi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sun and moon, delicate earrings that grace your ears.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 kāṫṫu ninde gānam mūḷi</a:t>
            </a:r>
            <a:endParaRPr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Mother! Your presence fills the vast blue skies; the gentle breeze hums hymns in your praise. 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pūkkaḷ ninde pādam pulkān vembi vembi kāttu nilppū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Every flower in creation longs to touch your feet, offering itself in adoration and love.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sāgaraṅgaḷ cēlakaḷāy pāriḍam nin pūmaḍiyāy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oceans flow as your silken raiment, and the whole world </a:t>
            </a:r>
            <a:r>
              <a:rPr lang="en-US" sz="5700">
                <a:solidFill>
                  <a:srgbClr val="FFFF00"/>
                </a:solidFill>
              </a:rPr>
              <a:t>becomes your soft</a:t>
            </a: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lap.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māmalakaḷ prēma-nadi pāl curattum māṙiḍaṅgaḷ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100"/>
              <a:buNone/>
            </a:pPr>
            <a:r>
              <a:rPr lang="en-US" sz="6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great mountains flow the milky streams of your boundless compassion.</a:t>
            </a:r>
            <a:endParaRPr sz="6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 kāṫṫu ninde gānam mūḷi</a:t>
            </a:r>
            <a:endParaRPr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Mother! Your presence fills the vast blue skies; the gentle breeze hums hymns in your praise. 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pūkkaḷ ninde pādam pulkān vembi vembi kāttu nilppū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Every flower in creation longs to touch your feet, offering itself in adoration and love.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pāvanī parātparē nin pādam eṅgu… tēḍiḍunnu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pure and radiant one, supreme goddess—where are those sacred feet that bestow liberation?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vēda-sāramām ateṅgō mēviḍunn-anantatayil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200"/>
              <a:buNone/>
            </a:pPr>
            <a:r>
              <a:rPr lang="en-US" sz="5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Your lotus feet—the very essence of the Vedas—reside somewhere in the eternal vastness, beyond the bounds of time.</a:t>
            </a:r>
            <a:endParaRPr sz="5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 kāṫṫu ninde gānam mūḷi</a:t>
            </a:r>
            <a:endParaRPr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Mother! Your presence fills the vast blue skies; the gentle breeze hums hymns in your praise. 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pūkkaḷ ninde pādam pulkān vembi vembi kāttu nilppū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Every flower in creation longs to touch your feet, offering itself in adoration and love.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kāṇmatinnu kāraṇamē kālātīta pūrṇa-sattē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are the source of this manifest world, the timeless perfection itself.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kaṇḍu kaṇḍu kaṇ niṙaññī kuññu kaikaḷ kūppi nilppū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300"/>
              <a:buNone/>
            </a:pPr>
            <a:r>
              <a:rPr lang="en-US" sz="5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child gazes upon you again and again, eyes brimming with tears,</a:t>
            </a:r>
            <a:r>
              <a:rPr lang="en-US"/>
              <a:t> </a:t>
            </a:r>
            <a:r>
              <a:rPr lang="en-US" sz="5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palms joined in humble prayer.</a:t>
            </a:r>
            <a:endParaRPr sz="5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nīlavānil nī niṙaññu kāṫṫu ninde gānam mūḷi</a:t>
            </a:r>
            <a:endParaRPr sz="7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Mother! Your presence fills the vast blue skies; the gentle breeze hums hymns in your praise. 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pūkkaḷ ninde pādam pulkān vembi vembi kāttu nilppū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None/>
            </a:pPr>
            <a:r>
              <a:rPr lang="en-US" sz="5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Every flower in creation longs to touch your feet, offering itself in adoration and love.</a:t>
            </a:r>
            <a:endParaRPr sz="5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424</Words>
  <Application>Microsoft Office PowerPoint</Application>
  <PresentationFormat>On-screen Show (4:3)</PresentationFormat>
  <Paragraphs>40</Paragraphs>
  <Slides>19</Slides>
  <Notes>19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nīlavānil nī niṙaññu</vt:lpstr>
      <vt:lpstr>nīlavānil nī niṙaññu kāṫṫu ninde gānam mūḷi</vt:lpstr>
      <vt:lpstr>pūkkaḷ ninde pādam pulkān vembi vembi kāttu nilppū</vt:lpstr>
      <vt:lpstr>vānil minnum tārakaṅgaḷ ninde muḍi-pūkkaḷāyi</vt:lpstr>
      <vt:lpstr>sūrya-candra-śōbha ninde kātil-āḍum kammalāyi</vt:lpstr>
      <vt:lpstr>nīlavānil nī niṙaññu kāṫṫu ninde gānam mūḷi</vt:lpstr>
      <vt:lpstr>pūkkaḷ ninde pādam pulkān vembi vembi kāttu nilppū</vt:lpstr>
      <vt:lpstr>sāgaraṅgaḷ cēlakaḷāy pāriḍam nin pūmaḍiyāy</vt:lpstr>
      <vt:lpstr>māmalakaḷ prēma-nadi pāl curattum māṙiḍaṅgaḷ</vt:lpstr>
      <vt:lpstr>nīlavānil nī niṙaññu kāṫṫu ninde gānam mūḷi</vt:lpstr>
      <vt:lpstr>pūkkaḷ ninde pādam pulkān vembi vembi kāttu nilppū</vt:lpstr>
      <vt:lpstr>pāvanī parātparē nin pādam eṅgu… tēḍiḍunnu</vt:lpstr>
      <vt:lpstr>vēda-sāramām ateṅgō mēviḍunn-anantatayil</vt:lpstr>
      <vt:lpstr>nīlavānil nī niṙaññu kāṫṫu ninde gānam mūḷi</vt:lpstr>
      <vt:lpstr>pūkkaḷ ninde pādam pulkān vembi vembi kāttu nilppū</vt:lpstr>
      <vt:lpstr>kāṇmatinnu kāraṇamē kālātīta pūrṇa-sattē</vt:lpstr>
      <vt:lpstr>kaṇḍu kaṇḍu kaṇ niṙaññī kuññu kaikaḷ kūppi nilppū</vt:lpstr>
      <vt:lpstr>nīlavānil nī niṙaññu kāṫṫu ninde gānam mūḷi</vt:lpstr>
      <vt:lpstr>pūkkaḷ ninde pādam pulkān vembi vembi kāttu nilppū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nīlavānil nī niṙaññu</dc:title>
  <dc:creator>Amrita</dc:creator>
  <cp:lastModifiedBy>AMMA</cp:lastModifiedBy>
  <cp:revision>3</cp:revision>
  <dcterms:created xsi:type="dcterms:W3CDTF">2025-06-28T10:48:28Z</dcterms:created>
  <dcterms:modified xsi:type="dcterms:W3CDTF">2025-09-18T15:12:37Z</dcterms:modified>
</cp:coreProperties>
</file>