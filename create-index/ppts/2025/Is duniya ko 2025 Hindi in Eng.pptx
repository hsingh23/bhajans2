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6" r:id="rId2"/>
    <p:sldId id="291" r:id="rId3"/>
    <p:sldId id="287" r:id="rId4"/>
    <p:sldId id="288" r:id="rId5"/>
    <p:sldId id="289" r:id="rId6"/>
    <p:sldId id="29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smtClean="0"/>
              <a:t>is </a:t>
            </a:r>
            <a:r>
              <a:rPr lang="en-US" sz="8000" dirty="0" err="1" smtClean="0"/>
              <a:t>duniyā</a:t>
            </a:r>
            <a:r>
              <a:rPr lang="en-US" sz="8000" dirty="0" smtClean="0"/>
              <a:t> </a:t>
            </a:r>
            <a:r>
              <a:rPr lang="en-US" sz="8000" dirty="0" err="1" smtClean="0"/>
              <a:t>kō</a:t>
            </a:r>
            <a:r>
              <a:rPr lang="en-US" sz="8000" dirty="0" smtClean="0"/>
              <a:t> </a:t>
            </a:r>
            <a:r>
              <a:rPr lang="en-US" sz="8000" dirty="0" err="1" smtClean="0"/>
              <a:t>kabtak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(Hindi)</a:t>
            </a:r>
          </a:p>
          <a:p>
            <a:pPr algn="ctr"/>
            <a:r>
              <a:rPr lang="en-IN" sz="8000" dirty="0" smtClean="0">
                <a:solidFill>
                  <a:srgbClr val="FFFF00"/>
                </a:solidFill>
              </a:rPr>
              <a:t>2025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smtClean="0"/>
              <a:t>is </a:t>
            </a:r>
            <a:r>
              <a:rPr lang="en-US" sz="5400" dirty="0" err="1" smtClean="0"/>
              <a:t>duniyā</a:t>
            </a:r>
            <a:r>
              <a:rPr lang="en-US" sz="5400" dirty="0" smtClean="0"/>
              <a:t> </a:t>
            </a:r>
            <a:r>
              <a:rPr lang="en-US" sz="5400" dirty="0" err="1" smtClean="0"/>
              <a:t>kō</a:t>
            </a:r>
            <a:r>
              <a:rPr lang="en-US" sz="5400" dirty="0" smtClean="0"/>
              <a:t> </a:t>
            </a:r>
            <a:r>
              <a:rPr lang="en-US" sz="5400" dirty="0" err="1" smtClean="0"/>
              <a:t>kabtak</a:t>
            </a:r>
            <a:r>
              <a:rPr lang="en-US" sz="5400" dirty="0" smtClean="0"/>
              <a:t> </a:t>
            </a:r>
            <a:r>
              <a:rPr lang="en-US" sz="5400" dirty="0" err="1" smtClean="0"/>
              <a:t>manvā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tū</a:t>
            </a:r>
            <a:r>
              <a:rPr lang="en-US" sz="5400" dirty="0" smtClean="0"/>
              <a:t> </a:t>
            </a:r>
            <a:r>
              <a:rPr lang="en-US" sz="5400" dirty="0" err="1" smtClean="0"/>
              <a:t>apnī</a:t>
            </a:r>
            <a:r>
              <a:rPr lang="en-US" sz="5400" dirty="0" smtClean="0"/>
              <a:t> </a:t>
            </a:r>
            <a:r>
              <a:rPr lang="en-US" sz="5400" dirty="0" err="1" smtClean="0"/>
              <a:t>kehlāyēgā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īśvar</a:t>
            </a:r>
            <a:r>
              <a:rPr lang="en-US" sz="5400" dirty="0" smtClean="0"/>
              <a:t> </a:t>
            </a:r>
            <a:r>
              <a:rPr lang="en-US" sz="5400" dirty="0" err="1" smtClean="0"/>
              <a:t>kōtū</a:t>
            </a:r>
            <a:r>
              <a:rPr lang="en-US" sz="5400" dirty="0" smtClean="0"/>
              <a:t> </a:t>
            </a:r>
            <a:r>
              <a:rPr lang="en-US" sz="5400" dirty="0" err="1" smtClean="0"/>
              <a:t>bhul</a:t>
            </a:r>
            <a:r>
              <a:rPr lang="en-US" sz="5400" dirty="0" smtClean="0"/>
              <a:t> </a:t>
            </a:r>
            <a:r>
              <a:rPr lang="en-US" sz="5400" dirty="0" err="1" smtClean="0"/>
              <a:t>na</a:t>
            </a:r>
            <a:r>
              <a:rPr lang="en-US" sz="5400" dirty="0" smtClean="0"/>
              <a:t> </a:t>
            </a:r>
            <a:r>
              <a:rPr lang="en-US" sz="5400" dirty="0" err="1" smtClean="0"/>
              <a:t>jānā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ant </a:t>
            </a:r>
            <a:r>
              <a:rPr lang="en-US" sz="5400" dirty="0" err="1" smtClean="0"/>
              <a:t>samay</a:t>
            </a:r>
            <a:r>
              <a:rPr lang="en-US" sz="5400" dirty="0" smtClean="0"/>
              <a:t> </a:t>
            </a:r>
            <a:r>
              <a:rPr lang="en-US" sz="5400" dirty="0" err="1" smtClean="0"/>
              <a:t>pachtāyēgā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Man, how long will you go on claiming this world as yours? If you forget the Lord, in the end, you will have to repent.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māyā</a:t>
            </a:r>
            <a:r>
              <a:rPr lang="en-US" sz="5400" dirty="0" smtClean="0"/>
              <a:t> </a:t>
            </a:r>
            <a:r>
              <a:rPr lang="en-US" sz="5400" dirty="0" err="1" smtClean="0"/>
              <a:t>kē</a:t>
            </a:r>
            <a:r>
              <a:rPr lang="en-US" sz="5400" dirty="0" smtClean="0"/>
              <a:t> </a:t>
            </a:r>
            <a:r>
              <a:rPr lang="en-US" sz="5400" dirty="0" err="1" smtClean="0"/>
              <a:t>har</a:t>
            </a:r>
            <a:r>
              <a:rPr lang="en-US" sz="5400" dirty="0" smtClean="0"/>
              <a:t> </a:t>
            </a:r>
            <a:r>
              <a:rPr lang="en-US" sz="5400" dirty="0" err="1" smtClean="0"/>
              <a:t>jālmēṅ</a:t>
            </a:r>
            <a:r>
              <a:rPr lang="en-US" sz="5400" dirty="0" smtClean="0"/>
              <a:t> </a:t>
            </a:r>
            <a:r>
              <a:rPr lang="en-US" sz="5400" dirty="0" err="1" smtClean="0"/>
              <a:t>phaskar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ek</a:t>
            </a:r>
            <a:r>
              <a:rPr lang="en-US" sz="5400" dirty="0" smtClean="0"/>
              <a:t> din </a:t>
            </a:r>
            <a:r>
              <a:rPr lang="en-US" sz="5400" dirty="0" err="1" smtClean="0"/>
              <a:t>aisā</a:t>
            </a:r>
            <a:r>
              <a:rPr lang="en-US" sz="5400" dirty="0" smtClean="0"/>
              <a:t> </a:t>
            </a:r>
            <a:r>
              <a:rPr lang="en-US" sz="5400" dirty="0" err="1" smtClean="0"/>
              <a:t>āyēgā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gharvālē</a:t>
            </a:r>
            <a:r>
              <a:rPr lang="en-US" sz="5400" dirty="0" smtClean="0"/>
              <a:t> </a:t>
            </a:r>
            <a:r>
              <a:rPr lang="en-US" sz="5400" dirty="0" err="1" smtClean="0"/>
              <a:t>aur</a:t>
            </a:r>
            <a:r>
              <a:rPr lang="en-US" sz="5400" dirty="0" smtClean="0"/>
              <a:t> </a:t>
            </a:r>
            <a:r>
              <a:rPr lang="en-US" sz="5400" dirty="0" err="1" smtClean="0"/>
              <a:t>dhan</a:t>
            </a:r>
            <a:r>
              <a:rPr lang="en-US" sz="5400" dirty="0" smtClean="0"/>
              <a:t> </a:t>
            </a:r>
            <a:r>
              <a:rPr lang="en-US" sz="5400" dirty="0" err="1" smtClean="0"/>
              <a:t>dōlata</a:t>
            </a:r>
            <a:r>
              <a:rPr lang="en-US" sz="5400" dirty="0" smtClean="0"/>
              <a:t> </a:t>
            </a:r>
            <a:r>
              <a:rPr lang="en-US" sz="5400" dirty="0" err="1" smtClean="0"/>
              <a:t>sab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yahī</a:t>
            </a:r>
            <a:r>
              <a:rPr lang="en-US" sz="5400" dirty="0" smtClean="0"/>
              <a:t> </a:t>
            </a:r>
            <a:r>
              <a:rPr lang="en-US" sz="5400" dirty="0" err="1" smtClean="0"/>
              <a:t>paḍā</a:t>
            </a:r>
            <a:r>
              <a:rPr lang="en-US" sz="5400" dirty="0" smtClean="0"/>
              <a:t> rah </a:t>
            </a:r>
            <a:r>
              <a:rPr lang="en-US" sz="5400" dirty="0" err="1" smtClean="0"/>
              <a:t>jāyēgā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Trapped in the snare of </a:t>
            </a:r>
            <a:r>
              <a:rPr lang="en-US" sz="4800" dirty="0" err="1" smtClean="0">
                <a:solidFill>
                  <a:srgbClr val="FFFF00"/>
                </a:solidFill>
              </a:rPr>
              <a:t>maya</a:t>
            </a:r>
            <a:r>
              <a:rPr lang="en-US" sz="4800" dirty="0" smtClean="0">
                <a:solidFill>
                  <a:srgbClr val="FFFF00"/>
                </a:solidFill>
              </a:rPr>
              <a:t>, a day surely will come when family, wealth and riches—all will be left behind.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karle</a:t>
            </a:r>
            <a:r>
              <a:rPr lang="en-US" sz="5400" dirty="0" smtClean="0"/>
              <a:t> </a:t>
            </a:r>
            <a:r>
              <a:rPr lang="en-US" sz="5400" dirty="0" err="1" smtClean="0"/>
              <a:t>tū</a:t>
            </a:r>
            <a:r>
              <a:rPr lang="en-US" sz="5400" dirty="0" smtClean="0"/>
              <a:t> sat </a:t>
            </a:r>
            <a:r>
              <a:rPr lang="en-US" sz="5400" dirty="0" err="1" smtClean="0"/>
              <a:t>karm</a:t>
            </a:r>
            <a:r>
              <a:rPr lang="en-US" sz="5400" dirty="0" smtClean="0"/>
              <a:t> </a:t>
            </a:r>
            <a:r>
              <a:rPr lang="en-US" sz="5400" dirty="0" err="1" smtClean="0"/>
              <a:t>rē</a:t>
            </a:r>
            <a:r>
              <a:rPr lang="en-US" sz="5400" dirty="0" smtClean="0"/>
              <a:t> </a:t>
            </a:r>
            <a:r>
              <a:rPr lang="en-US" sz="5400" dirty="0" err="1" smtClean="0"/>
              <a:t>manvā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japlē</a:t>
            </a:r>
            <a:r>
              <a:rPr lang="en-US" sz="5400" dirty="0" smtClean="0"/>
              <a:t> </a:t>
            </a:r>
            <a:r>
              <a:rPr lang="en-US" sz="5400" dirty="0" err="1" smtClean="0"/>
              <a:t>abtō</a:t>
            </a:r>
            <a:r>
              <a:rPr lang="en-US" sz="5400" dirty="0" smtClean="0"/>
              <a:t> </a:t>
            </a:r>
            <a:r>
              <a:rPr lang="en-US" sz="5400" dirty="0" err="1" smtClean="0"/>
              <a:t>rām</a:t>
            </a:r>
            <a:r>
              <a:rPr lang="en-US" sz="5400" dirty="0" smtClean="0"/>
              <a:t> </a:t>
            </a:r>
            <a:r>
              <a:rPr lang="en-US" sz="5400" dirty="0" err="1" smtClean="0"/>
              <a:t>kā</a:t>
            </a:r>
            <a:r>
              <a:rPr lang="en-US" sz="5400" dirty="0" smtClean="0"/>
              <a:t> </a:t>
            </a:r>
            <a:r>
              <a:rPr lang="en-US" sz="5400" dirty="0" err="1" smtClean="0"/>
              <a:t>nām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dharm</a:t>
            </a:r>
            <a:r>
              <a:rPr lang="en-US" sz="5400" dirty="0" smtClean="0"/>
              <a:t> </a:t>
            </a:r>
            <a:r>
              <a:rPr lang="en-US" sz="5400" dirty="0" err="1" smtClean="0"/>
              <a:t>sē</a:t>
            </a:r>
            <a:r>
              <a:rPr lang="en-US" sz="5400" dirty="0" smtClean="0"/>
              <a:t> </a:t>
            </a:r>
            <a:r>
              <a:rPr lang="en-US" sz="5400" dirty="0" err="1" smtClean="0"/>
              <a:t>karlē</a:t>
            </a:r>
            <a:r>
              <a:rPr lang="en-US" sz="5400" dirty="0" smtClean="0"/>
              <a:t> </a:t>
            </a:r>
            <a:r>
              <a:rPr lang="en-US" sz="5400" dirty="0" err="1" smtClean="0"/>
              <a:t>har</a:t>
            </a:r>
            <a:r>
              <a:rPr lang="en-US" sz="5400" dirty="0" smtClean="0"/>
              <a:t> </a:t>
            </a:r>
            <a:r>
              <a:rPr lang="en-US" sz="5400" dirty="0" err="1" smtClean="0"/>
              <a:t>ek</a:t>
            </a:r>
            <a:r>
              <a:rPr lang="en-US" sz="5400" dirty="0" smtClean="0"/>
              <a:t> </a:t>
            </a:r>
            <a:r>
              <a:rPr lang="en-US" sz="5400" dirty="0" err="1" smtClean="0"/>
              <a:t>karm</a:t>
            </a:r>
            <a:r>
              <a:rPr lang="en-US" sz="5400" dirty="0" smtClean="0"/>
              <a:t> </a:t>
            </a:r>
            <a:r>
              <a:rPr lang="en-US" sz="5400" dirty="0" err="1" smtClean="0"/>
              <a:t>tū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banjāyē</a:t>
            </a:r>
            <a:r>
              <a:rPr lang="en-US" sz="5400" dirty="0" smtClean="0"/>
              <a:t> </a:t>
            </a:r>
            <a:r>
              <a:rPr lang="en-US" sz="5400" dirty="0" err="1" smtClean="0"/>
              <a:t>jīvan</a:t>
            </a:r>
            <a:r>
              <a:rPr lang="en-US" sz="5400" dirty="0" smtClean="0"/>
              <a:t> </a:t>
            </a:r>
            <a:r>
              <a:rPr lang="en-US" sz="5400" dirty="0" err="1" smtClean="0"/>
              <a:t>sārthak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Man, chant the name of Rama and engage in good deeds. Let every action be guided by dharma, and your life will become truly meaningful.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marjānē</a:t>
            </a:r>
            <a:r>
              <a:rPr lang="en-US" sz="5400" dirty="0" smtClean="0"/>
              <a:t> par </a:t>
            </a:r>
            <a:r>
              <a:rPr lang="en-US" sz="5400" dirty="0" err="1" smtClean="0"/>
              <a:t>tū</a:t>
            </a:r>
            <a:r>
              <a:rPr lang="en-US" sz="5400" dirty="0" smtClean="0"/>
              <a:t> </a:t>
            </a:r>
            <a:r>
              <a:rPr lang="en-US" sz="5400" dirty="0" err="1" smtClean="0"/>
              <a:t>tō</a:t>
            </a:r>
            <a:r>
              <a:rPr lang="en-US" sz="5400" dirty="0" smtClean="0"/>
              <a:t> </a:t>
            </a:r>
            <a:r>
              <a:rPr lang="en-US" sz="5400" dirty="0" err="1" smtClean="0"/>
              <a:t>manvā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kuch</a:t>
            </a:r>
            <a:r>
              <a:rPr lang="en-US" sz="5400" dirty="0" smtClean="0"/>
              <a:t> </a:t>
            </a:r>
            <a:r>
              <a:rPr lang="en-US" sz="5400" dirty="0" err="1" smtClean="0"/>
              <a:t>bhī</a:t>
            </a:r>
            <a:r>
              <a:rPr lang="en-US" sz="5400" dirty="0" smtClean="0"/>
              <a:t> </a:t>
            </a:r>
            <a:r>
              <a:rPr lang="en-US" sz="5400" dirty="0" err="1" smtClean="0"/>
              <a:t>nālē</a:t>
            </a:r>
            <a:r>
              <a:rPr lang="en-US" sz="5400" dirty="0" smtClean="0"/>
              <a:t> </a:t>
            </a:r>
            <a:r>
              <a:rPr lang="en-US" sz="5400" dirty="0" err="1" smtClean="0"/>
              <a:t>jāyēgā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jō</a:t>
            </a:r>
            <a:r>
              <a:rPr lang="en-US" sz="5400" dirty="0" smtClean="0"/>
              <a:t> </a:t>
            </a:r>
            <a:r>
              <a:rPr lang="en-US" sz="5400" dirty="0" err="1" smtClean="0"/>
              <a:t>ab</a:t>
            </a:r>
            <a:r>
              <a:rPr lang="en-US" sz="5400" dirty="0" smtClean="0"/>
              <a:t> </a:t>
            </a:r>
            <a:r>
              <a:rPr lang="en-US" sz="5400" dirty="0" err="1" smtClean="0"/>
              <a:t>tak</a:t>
            </a:r>
            <a:r>
              <a:rPr lang="en-US" sz="5400" dirty="0" smtClean="0"/>
              <a:t> </a:t>
            </a:r>
            <a:r>
              <a:rPr lang="en-US" sz="5400" dirty="0" err="1" smtClean="0"/>
              <a:t>tū</a:t>
            </a:r>
            <a:r>
              <a:rPr lang="en-US" sz="5400" dirty="0" smtClean="0"/>
              <a:t> </a:t>
            </a:r>
            <a:r>
              <a:rPr lang="en-US" sz="5400" dirty="0" err="1" smtClean="0"/>
              <a:t>karm</a:t>
            </a:r>
            <a:r>
              <a:rPr lang="en-US" sz="5400" dirty="0" smtClean="0"/>
              <a:t> </a:t>
            </a:r>
            <a:r>
              <a:rPr lang="en-US" sz="5400" dirty="0" err="1" smtClean="0"/>
              <a:t>kiyāhē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uskā</a:t>
            </a:r>
            <a:r>
              <a:rPr lang="en-US" sz="5400" dirty="0" smtClean="0"/>
              <a:t> </a:t>
            </a:r>
            <a:r>
              <a:rPr lang="en-US" sz="5400" dirty="0" err="1" smtClean="0"/>
              <a:t>phal</a:t>
            </a:r>
            <a:r>
              <a:rPr lang="en-US" sz="5400" dirty="0" smtClean="0"/>
              <a:t> </a:t>
            </a:r>
            <a:r>
              <a:rPr lang="en-US" sz="5400" dirty="0" err="1" smtClean="0"/>
              <a:t>sāth</a:t>
            </a:r>
            <a:r>
              <a:rPr lang="en-US" sz="5400" dirty="0" smtClean="0"/>
              <a:t> </a:t>
            </a:r>
            <a:r>
              <a:rPr lang="en-US" sz="5400" dirty="0" err="1" smtClean="0"/>
              <a:t>āyēgā</a:t>
            </a:r>
            <a:endParaRPr lang="en-US" sz="54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Man, when you die, nothing will go along with you. Only the deeds you’ve done so far will follow and bear their due.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800" dirty="0" err="1" smtClean="0"/>
              <a:t>rām</a:t>
            </a:r>
            <a:r>
              <a:rPr lang="en-US" sz="8800" dirty="0" smtClean="0"/>
              <a:t> </a:t>
            </a:r>
            <a:r>
              <a:rPr lang="en-US" sz="8800" dirty="0" err="1" smtClean="0"/>
              <a:t>rām</a:t>
            </a:r>
            <a:r>
              <a:rPr lang="en-US" sz="8800" dirty="0" smtClean="0"/>
              <a:t> </a:t>
            </a:r>
            <a:r>
              <a:rPr lang="en-US" sz="8800" dirty="0" err="1" smtClean="0"/>
              <a:t>rām</a:t>
            </a:r>
            <a:r>
              <a:rPr lang="en-US" sz="8800" dirty="0" smtClean="0"/>
              <a:t> </a:t>
            </a:r>
            <a:r>
              <a:rPr lang="en-US" sz="8800" dirty="0" err="1" smtClean="0"/>
              <a:t>siyā</a:t>
            </a:r>
            <a:r>
              <a:rPr lang="en-US" sz="8800" dirty="0" smtClean="0"/>
              <a:t> </a:t>
            </a:r>
            <a:r>
              <a:rPr lang="en-US" sz="8800" dirty="0" err="1" smtClean="0"/>
              <a:t>rām</a:t>
            </a:r>
            <a:r>
              <a:rPr lang="en-US" sz="8800" dirty="0" smtClean="0"/>
              <a:t> </a:t>
            </a:r>
            <a:r>
              <a:rPr lang="en-US" sz="8800" dirty="0" err="1" smtClean="0"/>
              <a:t>rām</a:t>
            </a:r>
            <a:r>
              <a:rPr lang="en-US" sz="8800" dirty="0" smtClean="0"/>
              <a:t> </a:t>
            </a:r>
            <a:r>
              <a:rPr lang="en-US" sz="8800" dirty="0" err="1" smtClean="0"/>
              <a:t>rām</a:t>
            </a:r>
            <a:endParaRPr lang="en-US" sz="88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800" dirty="0" smtClean="0">
                <a:solidFill>
                  <a:srgbClr val="FFFF00"/>
                </a:solidFill>
              </a:rPr>
              <a:t>Oh Ram, </a:t>
            </a:r>
            <a:r>
              <a:rPr lang="en-US" sz="8800" dirty="0" err="1" smtClean="0">
                <a:solidFill>
                  <a:srgbClr val="FFFF00"/>
                </a:solidFill>
              </a:rPr>
              <a:t>Sita</a:t>
            </a:r>
            <a:r>
              <a:rPr lang="en-US" sz="8800" dirty="0" smtClean="0">
                <a:solidFill>
                  <a:srgbClr val="FFFF00"/>
                </a:solidFill>
              </a:rPr>
              <a:t> Ram</a:t>
            </a:r>
            <a:endParaRPr lang="en-US" sz="8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2781</TotalTime>
  <Words>156</Words>
  <Application>Microsoft Office PowerPoint</Application>
  <PresentationFormat>On-screen Show (4:3)</PresentationFormat>
  <Paragraphs>19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is duniyā kō kabtak</vt:lpstr>
      <vt:lpstr>is duniyā kō kabtak manvā tū apnī kehlāyēgā īśvar kōtū bhul na jānā ant samay pachtāyēgā</vt:lpstr>
      <vt:lpstr>māyā kē har jālmēṅ phaskar ek din aisā āyēgā gharvālē aur dhan dōlata sab yahī paḍā rah jāyēgā</vt:lpstr>
      <vt:lpstr>karle tū sat karm rē manvā japlē abtō rām kā nām dharm sē karlē har ek karm tū banjāyē jīvan sārthak</vt:lpstr>
      <vt:lpstr>marjānē par tū tō manvā kuch bhī nālē jāyēgā jō ab tak tū karm kiyāhē uskā phal sāth āyēgā</vt:lpstr>
      <vt:lpstr>rām rām rām siyā rām rām rām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307</cp:revision>
  <dcterms:created xsi:type="dcterms:W3CDTF">2006-08-16T00:00:00Z</dcterms:created>
  <dcterms:modified xsi:type="dcterms:W3CDTF">2025-04-30T17:00:03Z</dcterms:modified>
</cp:coreProperties>
</file>