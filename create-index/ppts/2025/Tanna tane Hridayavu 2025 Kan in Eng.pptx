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2235E-D95E-4107-9D9A-2E57B5F25E7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67ED9-50B6-4803-96A9-614DD4A737E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tanna tāne hṛdayavu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tanna tāne hṛdayavu teredide viṭhala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tanna tāne hṛdayake bārenna viṭhala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My heart has opened on its own, O Vithala. Come into my heart yourself, O Vithala.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mānasa pūje svīkarisu viṭhala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manasāre namisuvenu viṭhala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Accept this worship of the mind, O Vithala. With all my heart I bow to you, O Vithala!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sonṭa hiḍida ninna honna karagaḷē anda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iṭṭige mēliṭṭa ninna pādagaḷe canda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Your golden hands gracefully rest upon your waist; your feet rest beautifully upon the brick.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nanagāgi kādiruveyā viṭhala?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nānidō ōḍōḍi baruvenu viṭhala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Are you waiting there for me, O Vithala?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nānidō ōḍōḍi baruvenu viṭhala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Here I come, running to you, O Vithala!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viṭhala viṭhala viṭhala viṭhala pāṇḍuraṅga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viṭhala viṭhala viṭhala viṭhala pāṇḍuraṅga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Vithala, O Panduranga!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ōḍōḍi baruvenu viṭhala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hṛdayake bārenna viṭhala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Running I come, O Vithala, come into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tanna tāne hṛdayavu teredide viṭhala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tanna tāne hṛdayake bārenna viṭhala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My heart has opened on its own, O Vithala. Come into my heart yourself, O Vithala.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tanna tāne hṛdayavu</vt:lpstr>
      <vt:lpstr>tanna tāne hṛdayavu teredide viṭhala tanna tāne hṛdayake bārenna viṭhala</vt:lpstr>
      <vt:lpstr>mānasa pūje svīkarisu viṭhala manasāre namisuvenu viṭhala</vt:lpstr>
      <vt:lpstr>sonṭa hiḍida ninna honna karagaḷē anda iṭṭige mēliṭṭa ninna pādagaḷe canda</vt:lpstr>
      <vt:lpstr>nanagāgi kādiruveyā viṭhala? nānidō ōḍōḍi baruvenu viṭhala</vt:lpstr>
      <vt:lpstr>nānidō ōḍōḍi baruvenu viṭhala</vt:lpstr>
      <vt:lpstr>viṭhala viṭhala viṭhala viṭhala pāṇḍuraṅga viṭhala viṭhala viṭhala viṭhala pāṇḍuraṅga</vt:lpstr>
      <vt:lpstr>ōḍōḍi baruvenu viṭhala hṛdayake bārenna viṭhala</vt:lpstr>
      <vt:lpstr>tanna tāne hṛdayavu teredide viṭhala tanna tāne hṛdayake bārenna viṭhala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tanna tāne hṛdayavu</dc:title>
  <dc:creator>Amrita</dc:creator>
  <cp:lastModifiedBy>Amrita</cp:lastModifiedBy>
  <cp:revision>1</cp:revision>
  <dcterms:created xsi:type="dcterms:W3CDTF">2025-08-26T09:29:37Z</dcterms:created>
  <dcterms:modified xsi:type="dcterms:W3CDTF">2025-08-26T09:30:02Z</dcterms:modified>
</cp:coreProperties>
</file>