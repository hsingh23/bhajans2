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6" r:id="rId2"/>
    <p:sldId id="287" r:id="rId3"/>
    <p:sldId id="291" r:id="rId4"/>
    <p:sldId id="288" r:id="rId5"/>
    <p:sldId id="292" r:id="rId6"/>
    <p:sldId id="289" r:id="rId7"/>
    <p:sldId id="293" r:id="rId8"/>
    <p:sldId id="295" r:id="rId9"/>
    <p:sldId id="296" r:id="rId10"/>
    <p:sldId id="290" r:id="rId11"/>
    <p:sldId id="294" r:id="rId12"/>
    <p:sldId id="297" r:id="rId13"/>
    <p:sldId id="29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naman</a:t>
            </a:r>
            <a:r>
              <a:rPr lang="en-US" sz="7200" dirty="0" smtClean="0"/>
              <a:t> </a:t>
            </a:r>
            <a:r>
              <a:rPr lang="en-US" sz="7200" dirty="0" err="1" smtClean="0"/>
              <a:t>karē</a:t>
            </a:r>
            <a:r>
              <a:rPr lang="en-US" sz="7200" dirty="0" smtClean="0"/>
              <a:t> ham </a:t>
            </a:r>
            <a:r>
              <a:rPr lang="en-US" sz="7200" dirty="0" err="1" smtClean="0"/>
              <a:t>sabhī</a:t>
            </a:r>
            <a:r>
              <a:rPr lang="en-US" sz="7200" dirty="0" smtClean="0"/>
              <a:t> </a:t>
            </a:r>
            <a:r>
              <a:rPr lang="en-US" sz="7200" dirty="0" err="1" smtClean="0"/>
              <a:t>tujhē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(2025)</a:t>
            </a:r>
          </a:p>
          <a:p>
            <a:pPr algn="ctr"/>
            <a:r>
              <a:rPr lang="en-IN" sz="6000" dirty="0" smtClean="0">
                <a:solidFill>
                  <a:srgbClr val="FFFF00"/>
                </a:solidFill>
              </a:rPr>
              <a:t>Hindi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naman</a:t>
            </a:r>
            <a:r>
              <a:rPr lang="en-US" sz="6600" dirty="0" smtClean="0"/>
              <a:t> </a:t>
            </a:r>
            <a:r>
              <a:rPr lang="en-US" sz="6600" dirty="0" err="1" smtClean="0"/>
              <a:t>karē</a:t>
            </a:r>
            <a:r>
              <a:rPr lang="en-US" sz="6600" dirty="0" smtClean="0"/>
              <a:t> ham 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sabhī</a:t>
            </a:r>
            <a:r>
              <a:rPr lang="en-US" sz="6600" dirty="0" smtClean="0"/>
              <a:t> </a:t>
            </a:r>
            <a:r>
              <a:rPr lang="en-US" sz="6600" dirty="0" err="1" smtClean="0"/>
              <a:t>tujhē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caraṇ</a:t>
            </a:r>
            <a:r>
              <a:rPr lang="en-US" sz="6600" dirty="0" smtClean="0"/>
              <a:t> </a:t>
            </a:r>
            <a:r>
              <a:rPr lang="en-US" sz="6600" dirty="0" err="1" smtClean="0"/>
              <a:t>sarōruh</a:t>
            </a:r>
            <a:r>
              <a:rPr lang="en-US" sz="6600" dirty="0" smtClean="0"/>
              <a:t> </a:t>
            </a:r>
            <a:r>
              <a:rPr lang="en-US" sz="6600" dirty="0" err="1" smtClean="0"/>
              <a:t>dikhalā</a:t>
            </a:r>
            <a:r>
              <a:rPr lang="en-US" sz="6600" dirty="0" smtClean="0"/>
              <a:t> </a:t>
            </a:r>
            <a:r>
              <a:rPr lang="en-US" sz="6600" dirty="0" err="1" smtClean="0"/>
              <a:t>dō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We all bow to you, O </a:t>
            </a:r>
            <a:r>
              <a:rPr lang="en-US" sz="6000" dirty="0" err="1" smtClean="0">
                <a:solidFill>
                  <a:srgbClr val="FFFF00"/>
                </a:solidFill>
              </a:rPr>
              <a:t>Ganesha</a:t>
            </a:r>
            <a:r>
              <a:rPr lang="en-US" sz="6000" dirty="0" smtClean="0">
                <a:solidFill>
                  <a:srgbClr val="FFFF00"/>
                </a:solidFill>
              </a:rPr>
              <a:t>, please grant us the vision of your lotus feet.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āpadā-vipadā</a:t>
            </a:r>
            <a:r>
              <a:rPr lang="en-US" sz="6600" dirty="0" smtClean="0"/>
              <a:t> </a:t>
            </a:r>
            <a:r>
              <a:rPr lang="en-US" sz="6600" dirty="0" err="1" smtClean="0"/>
              <a:t>harō</a:t>
            </a:r>
            <a:r>
              <a:rPr lang="en-US" sz="6600" dirty="0" smtClean="0"/>
              <a:t> </a:t>
            </a:r>
            <a:r>
              <a:rPr lang="en-US" sz="6600" dirty="0" err="1" smtClean="0"/>
              <a:t>tum</a:t>
            </a:r>
            <a:r>
              <a:rPr lang="en-US" sz="6600" dirty="0" smtClean="0"/>
              <a:t> </a:t>
            </a:r>
            <a:r>
              <a:rPr lang="en-US" sz="6600" dirty="0" err="1" smtClean="0"/>
              <a:t>hī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vighna-vināyaka</a:t>
            </a:r>
            <a:r>
              <a:rPr lang="en-US" sz="6600" dirty="0" smtClean="0"/>
              <a:t> </a:t>
            </a:r>
            <a:r>
              <a:rPr lang="en-US" sz="6600" dirty="0" err="1" smtClean="0"/>
              <a:t>namō</a:t>
            </a:r>
            <a:r>
              <a:rPr lang="en-US" sz="6600" dirty="0" smtClean="0"/>
              <a:t> </a:t>
            </a:r>
            <a:r>
              <a:rPr lang="en-US" sz="6600" dirty="0" err="1" smtClean="0"/>
              <a:t>namaḥ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alone remove troubles and calamities—Salutations to You, O Remover of Obstacles!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madagajarūpā</a:t>
            </a:r>
            <a:r>
              <a:rPr lang="en-US" sz="6600" dirty="0" smtClean="0"/>
              <a:t>… </a:t>
            </a:r>
            <a:r>
              <a:rPr lang="en-US" sz="6600" dirty="0" err="1" smtClean="0"/>
              <a:t>manasukhadāta</a:t>
            </a:r>
            <a:r>
              <a:rPr lang="en-US" sz="6600" dirty="0" smtClean="0"/>
              <a:t>… </a:t>
            </a:r>
            <a:br>
              <a:rPr lang="en-US" sz="6600" dirty="0" smtClean="0"/>
            </a:br>
            <a:r>
              <a:rPr lang="en-US" sz="6600" dirty="0" err="1" smtClean="0"/>
              <a:t>sabavidhi</a:t>
            </a:r>
            <a:r>
              <a:rPr lang="en-US" sz="6600" dirty="0" smtClean="0"/>
              <a:t> </a:t>
            </a:r>
            <a:r>
              <a:rPr lang="en-US" sz="6600" dirty="0" err="1" smtClean="0"/>
              <a:t>naman</a:t>
            </a:r>
            <a:r>
              <a:rPr lang="en-US" sz="6600" dirty="0" smtClean="0"/>
              <a:t> </a:t>
            </a:r>
            <a:r>
              <a:rPr lang="en-US" sz="6600" dirty="0" err="1" smtClean="0"/>
              <a:t>karū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In the form of a majestic elephant… Giver of peace to the mind… We offer our full devotion in every way.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gaṇēśa</a:t>
            </a:r>
            <a:r>
              <a:rPr lang="en-US" sz="6600" dirty="0" smtClean="0"/>
              <a:t> </a:t>
            </a:r>
            <a:r>
              <a:rPr lang="en-US" sz="6600" dirty="0" err="1" smtClean="0"/>
              <a:t>gajēndra</a:t>
            </a:r>
            <a:r>
              <a:rPr lang="en-US" sz="6600" dirty="0" smtClean="0"/>
              <a:t> </a:t>
            </a:r>
            <a:r>
              <a:rPr lang="en-US" sz="6600" dirty="0" err="1" smtClean="0"/>
              <a:t>śubhāṅga</a:t>
            </a:r>
            <a:r>
              <a:rPr lang="en-US" sz="6600" dirty="0" smtClean="0"/>
              <a:t> </a:t>
            </a:r>
            <a:r>
              <a:rPr lang="en-US" sz="6600" dirty="0" err="1" smtClean="0"/>
              <a:t>gajāsya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suvadana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hō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</a:t>
            </a:r>
            <a:r>
              <a:rPr lang="en-US" sz="4800" dirty="0" err="1" smtClean="0">
                <a:solidFill>
                  <a:srgbClr val="FFFF00"/>
                </a:solidFill>
              </a:rPr>
              <a:t>Ganesha</a:t>
            </a:r>
            <a:r>
              <a:rPr lang="en-US" sz="4800" dirty="0" smtClean="0">
                <a:solidFill>
                  <a:srgbClr val="FFFF00"/>
                </a:solidFill>
              </a:rPr>
              <a:t>, King of elephants, auspicious bodied one with an elephant face, beautiful of form—victory to You, victory to You!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acal</a:t>
            </a:r>
            <a:r>
              <a:rPr lang="en-US" sz="7200" dirty="0" smtClean="0"/>
              <a:t> </a:t>
            </a:r>
            <a:r>
              <a:rPr lang="en-US" sz="7200" dirty="0" err="1" smtClean="0"/>
              <a:t>kalēvar</a:t>
            </a:r>
            <a:r>
              <a:rPr lang="en-US" sz="7200" dirty="0" smtClean="0"/>
              <a:t> </a:t>
            </a:r>
            <a:r>
              <a:rPr lang="en-US" sz="7200" dirty="0" err="1" smtClean="0"/>
              <a:t>gajānanā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jag </a:t>
            </a:r>
            <a:r>
              <a:rPr lang="en-US" sz="7200" dirty="0" err="1" smtClean="0"/>
              <a:t>paripālak</a:t>
            </a:r>
            <a:r>
              <a:rPr lang="en-US" sz="7200" dirty="0" smtClean="0"/>
              <a:t> </a:t>
            </a:r>
            <a:r>
              <a:rPr lang="en-US" sz="7200" dirty="0" err="1" smtClean="0"/>
              <a:t>mahāprabhō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Elephant-faced One, with an immovable body, great Lord, protector of the world,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kamal</a:t>
            </a:r>
            <a:r>
              <a:rPr lang="en-US" sz="7200" dirty="0" smtClean="0"/>
              <a:t> </a:t>
            </a:r>
            <a:r>
              <a:rPr lang="en-US" sz="7200" dirty="0" err="1" smtClean="0"/>
              <a:t>vilōcan</a:t>
            </a:r>
            <a:r>
              <a:rPr lang="en-US" sz="7200" dirty="0" smtClean="0"/>
              <a:t> </a:t>
            </a:r>
            <a:r>
              <a:rPr lang="en-US" sz="7200" dirty="0" err="1" smtClean="0"/>
              <a:t>kṛpāmayā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haraṇ</a:t>
            </a:r>
            <a:r>
              <a:rPr lang="en-US" sz="7200" dirty="0" smtClean="0"/>
              <a:t> </a:t>
            </a:r>
            <a:r>
              <a:rPr lang="en-US" sz="7200" dirty="0" err="1" smtClean="0"/>
              <a:t>karō</a:t>
            </a:r>
            <a:r>
              <a:rPr lang="en-US" sz="7200" dirty="0" smtClean="0"/>
              <a:t> </a:t>
            </a:r>
            <a:r>
              <a:rPr lang="en-US" sz="7200" dirty="0" err="1" smtClean="0"/>
              <a:t>dukh</a:t>
            </a:r>
            <a:r>
              <a:rPr lang="en-US" sz="7200" dirty="0" smtClean="0"/>
              <a:t> </a:t>
            </a:r>
            <a:r>
              <a:rPr lang="en-US" sz="7200" dirty="0" err="1" smtClean="0"/>
              <a:t>namōstutē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Your lotus eyes are full of compassion. Take away our sorrow—salutations to You!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madagajarūpā</a:t>
            </a:r>
            <a:r>
              <a:rPr lang="en-US" sz="6600" dirty="0" smtClean="0"/>
              <a:t>… </a:t>
            </a:r>
            <a:r>
              <a:rPr lang="en-US" sz="6600" dirty="0" err="1" smtClean="0"/>
              <a:t>manasukhadāta</a:t>
            </a:r>
            <a:r>
              <a:rPr lang="en-US" sz="6600" dirty="0" smtClean="0"/>
              <a:t>… </a:t>
            </a:r>
            <a:br>
              <a:rPr lang="en-US" sz="6600" dirty="0" smtClean="0"/>
            </a:br>
            <a:r>
              <a:rPr lang="en-US" sz="6600" dirty="0" err="1" smtClean="0"/>
              <a:t>sabavidhi</a:t>
            </a:r>
            <a:r>
              <a:rPr lang="en-US" sz="6600" dirty="0" smtClean="0"/>
              <a:t> </a:t>
            </a:r>
            <a:r>
              <a:rPr lang="en-US" sz="6600" dirty="0" err="1" smtClean="0"/>
              <a:t>naman</a:t>
            </a:r>
            <a:r>
              <a:rPr lang="en-US" sz="6600" dirty="0" smtClean="0"/>
              <a:t> </a:t>
            </a:r>
            <a:r>
              <a:rPr lang="en-US" sz="6600" dirty="0" err="1" smtClean="0"/>
              <a:t>karū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In the form of a majestic elephant… Giver of peace to the mind… We offer our full devotion in every way.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gaṇēśa</a:t>
            </a:r>
            <a:r>
              <a:rPr lang="en-US" sz="6600" dirty="0" smtClean="0"/>
              <a:t> </a:t>
            </a:r>
            <a:r>
              <a:rPr lang="en-US" sz="6600" dirty="0" err="1" smtClean="0"/>
              <a:t>gajēndra</a:t>
            </a:r>
            <a:r>
              <a:rPr lang="en-US" sz="6600" dirty="0" smtClean="0"/>
              <a:t> </a:t>
            </a:r>
            <a:r>
              <a:rPr lang="en-US" sz="6600" dirty="0" err="1" smtClean="0"/>
              <a:t>śubhāṅga</a:t>
            </a:r>
            <a:r>
              <a:rPr lang="en-US" sz="6600" dirty="0" smtClean="0"/>
              <a:t> </a:t>
            </a:r>
            <a:r>
              <a:rPr lang="en-US" sz="6600" dirty="0" err="1" smtClean="0"/>
              <a:t>gajāsya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suvadana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hō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</a:t>
            </a:r>
            <a:r>
              <a:rPr lang="en-US" sz="4800" dirty="0" err="1" smtClean="0">
                <a:solidFill>
                  <a:srgbClr val="FFFF00"/>
                </a:solidFill>
              </a:rPr>
              <a:t>Ganesha</a:t>
            </a:r>
            <a:r>
              <a:rPr lang="en-US" sz="4800" dirty="0" smtClean="0">
                <a:solidFill>
                  <a:srgbClr val="FFFF00"/>
                </a:solidFill>
              </a:rPr>
              <a:t>, King of elephants, auspicious bodied one with an elephant face, beautiful of form—victory to You, victory to You!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makuṭ</a:t>
            </a:r>
            <a:r>
              <a:rPr lang="en-US" sz="6600" dirty="0" smtClean="0"/>
              <a:t> </a:t>
            </a:r>
            <a:r>
              <a:rPr lang="en-US" sz="6600" dirty="0" err="1" smtClean="0"/>
              <a:t>sudhākar</a:t>
            </a:r>
            <a:r>
              <a:rPr lang="en-US" sz="6600" dirty="0" smtClean="0"/>
              <a:t> </a:t>
            </a:r>
            <a:r>
              <a:rPr lang="en-US" sz="6600" dirty="0" err="1" smtClean="0"/>
              <a:t>trilōcanā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nayan</a:t>
            </a:r>
            <a:r>
              <a:rPr lang="en-US" sz="6600" dirty="0" smtClean="0"/>
              <a:t> </a:t>
            </a:r>
            <a:r>
              <a:rPr lang="en-US" sz="6600" dirty="0" err="1" smtClean="0"/>
              <a:t>dayāmay</a:t>
            </a:r>
            <a:r>
              <a:rPr lang="en-US" sz="6600" dirty="0" smtClean="0"/>
              <a:t> </a:t>
            </a:r>
            <a:r>
              <a:rPr lang="en-US" sz="6600" dirty="0" err="1" smtClean="0"/>
              <a:t>prēm</a:t>
            </a:r>
            <a:r>
              <a:rPr lang="en-US" sz="6600" dirty="0" smtClean="0"/>
              <a:t> </a:t>
            </a:r>
            <a:r>
              <a:rPr lang="en-US" sz="6600" dirty="0" err="1" smtClean="0"/>
              <a:t>bharē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Your crown is adorned with the moon, and You have three eyes. Your gaze overflows with mercy and love.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varad</a:t>
            </a:r>
            <a:r>
              <a:rPr lang="en-US" sz="6600" dirty="0" smtClean="0"/>
              <a:t> </a:t>
            </a:r>
            <a:r>
              <a:rPr lang="en-US" sz="6600" dirty="0" err="1" smtClean="0"/>
              <a:t>vibhō</a:t>
            </a:r>
            <a:r>
              <a:rPr lang="en-US" sz="6600" dirty="0" smtClean="0"/>
              <a:t>! ham </a:t>
            </a:r>
            <a:r>
              <a:rPr lang="en-US" sz="6600" dirty="0" err="1" smtClean="0"/>
              <a:t>karē</a:t>
            </a:r>
            <a:r>
              <a:rPr lang="en-US" sz="6600" dirty="0" smtClean="0"/>
              <a:t> </a:t>
            </a:r>
            <a:r>
              <a:rPr lang="en-US" sz="6600" dirty="0" err="1" smtClean="0"/>
              <a:t>praṇām</a:t>
            </a:r>
            <a:r>
              <a:rPr lang="en-US" sz="6600" dirty="0" smtClean="0"/>
              <a:t> - </a:t>
            </a:r>
            <a:r>
              <a:rPr lang="en-US" sz="6600" dirty="0" err="1" smtClean="0"/>
              <a:t>vibhav</a:t>
            </a:r>
            <a:r>
              <a:rPr lang="en-US" sz="6600" dirty="0" smtClean="0"/>
              <a:t> </a:t>
            </a:r>
            <a:r>
              <a:rPr lang="en-US" sz="6600" dirty="0" err="1" smtClean="0"/>
              <a:t>hame</a:t>
            </a:r>
            <a:r>
              <a:rPr lang="en-US" sz="6600" dirty="0" smtClean="0"/>
              <a:t> </a:t>
            </a:r>
            <a:r>
              <a:rPr lang="en-US" sz="6600" dirty="0" err="1" smtClean="0"/>
              <a:t>tū</a:t>
            </a:r>
            <a:r>
              <a:rPr lang="en-US" sz="6600" dirty="0" smtClean="0"/>
              <a:t> </a:t>
            </a:r>
            <a:r>
              <a:rPr lang="en-US" sz="6600" dirty="0" err="1" smtClean="0"/>
              <a:t>pradān</a:t>
            </a:r>
            <a:r>
              <a:rPr lang="en-US" sz="6600" dirty="0" smtClean="0"/>
              <a:t> </a:t>
            </a:r>
            <a:r>
              <a:rPr lang="en-US" sz="6600" dirty="0" err="1" smtClean="0"/>
              <a:t>karē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</a:t>
            </a:r>
            <a:r>
              <a:rPr lang="en-US" sz="6000" dirty="0" err="1" smtClean="0">
                <a:solidFill>
                  <a:srgbClr val="FFFF00"/>
                </a:solidFill>
              </a:rPr>
              <a:t>Bestower</a:t>
            </a:r>
            <a:r>
              <a:rPr lang="en-US" sz="6000" dirty="0" smtClean="0">
                <a:solidFill>
                  <a:srgbClr val="FFFF00"/>
                </a:solidFill>
              </a:rPr>
              <a:t> of boons! We offer our salutations, grant us prosperity and wealth, O Lord!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madagajarūpā</a:t>
            </a:r>
            <a:r>
              <a:rPr lang="en-US" sz="6600" dirty="0" smtClean="0"/>
              <a:t>… </a:t>
            </a:r>
            <a:r>
              <a:rPr lang="en-US" sz="6600" dirty="0" err="1" smtClean="0"/>
              <a:t>manasukhadāta</a:t>
            </a:r>
            <a:r>
              <a:rPr lang="en-US" sz="6600" dirty="0" smtClean="0"/>
              <a:t>… </a:t>
            </a:r>
            <a:br>
              <a:rPr lang="en-US" sz="6600" dirty="0" smtClean="0"/>
            </a:br>
            <a:r>
              <a:rPr lang="en-US" sz="6600" dirty="0" err="1" smtClean="0"/>
              <a:t>sabavidhi</a:t>
            </a:r>
            <a:r>
              <a:rPr lang="en-US" sz="6600" dirty="0" smtClean="0"/>
              <a:t> </a:t>
            </a:r>
            <a:r>
              <a:rPr lang="en-US" sz="6600" dirty="0" err="1" smtClean="0"/>
              <a:t>naman</a:t>
            </a:r>
            <a:r>
              <a:rPr lang="en-US" sz="6600" dirty="0" smtClean="0"/>
              <a:t> </a:t>
            </a:r>
            <a:r>
              <a:rPr lang="en-US" sz="6600" dirty="0" err="1" smtClean="0"/>
              <a:t>karū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In the form of a majestic elephant… Giver of peace to the mind… We offer our full devotion in every way.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gaṇēśa</a:t>
            </a:r>
            <a:r>
              <a:rPr lang="en-US" sz="6600" dirty="0" smtClean="0"/>
              <a:t> </a:t>
            </a:r>
            <a:r>
              <a:rPr lang="en-US" sz="6600" dirty="0" err="1" smtClean="0"/>
              <a:t>gajēndra</a:t>
            </a:r>
            <a:r>
              <a:rPr lang="en-US" sz="6600" dirty="0" smtClean="0"/>
              <a:t> </a:t>
            </a:r>
            <a:r>
              <a:rPr lang="en-US" sz="6600" dirty="0" err="1" smtClean="0"/>
              <a:t>śubhāṅga</a:t>
            </a:r>
            <a:r>
              <a:rPr lang="en-US" sz="6600" dirty="0" smtClean="0"/>
              <a:t> </a:t>
            </a:r>
            <a:r>
              <a:rPr lang="en-US" sz="6600" dirty="0" err="1" smtClean="0"/>
              <a:t>gajāsya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suvadana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hō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O </a:t>
            </a:r>
            <a:r>
              <a:rPr lang="en-US" sz="4800" dirty="0" err="1" smtClean="0">
                <a:solidFill>
                  <a:srgbClr val="FFFF00"/>
                </a:solidFill>
              </a:rPr>
              <a:t>Ganesha</a:t>
            </a:r>
            <a:r>
              <a:rPr lang="en-US" sz="4800" dirty="0" smtClean="0">
                <a:solidFill>
                  <a:srgbClr val="FFFF00"/>
                </a:solidFill>
              </a:rPr>
              <a:t>, King of elephants, auspicious bodied one with an elephant face, beautiful of form—victory to You, victory to You!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2852</TotalTime>
  <Words>322</Words>
  <Application>Microsoft Office PowerPoint</Application>
  <PresentationFormat>On-screen Show (4:3)</PresentationFormat>
  <Paragraphs>40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naman karē ham sabhī tujhē</vt:lpstr>
      <vt:lpstr>naman karē ham  sabhī tujhē caraṇ sarōruh dikhalā dō</vt:lpstr>
      <vt:lpstr>āpadā-vipadā harō tum hī vighna-vināyaka namō namaḥ</vt:lpstr>
      <vt:lpstr>madagajarūpā… manasukhadāta…  sabavidhi naman karū</vt:lpstr>
      <vt:lpstr>gaṇēśa gajēndra śubhāṅga gajāsya  suvadana jaya jaya hō</vt:lpstr>
      <vt:lpstr>acal kalēvar gajānanā jag paripālak mahāprabhō</vt:lpstr>
      <vt:lpstr>kamal vilōcan kṛpāmayā haraṇ karō dukh namōstutē</vt:lpstr>
      <vt:lpstr>madagajarūpā… manasukhadāta…  sabavidhi naman karū</vt:lpstr>
      <vt:lpstr>gaṇēśa gajēndra śubhāṅga gajāsya  suvadana jaya jaya hō</vt:lpstr>
      <vt:lpstr>makuṭ sudhākar trilōcanā nayan dayāmay prēm bharē</vt:lpstr>
      <vt:lpstr>varad vibhō! ham karē praṇām - vibhav hame tū pradān karē</vt:lpstr>
      <vt:lpstr>madagajarūpā… manasukhadāta…  sabavidhi naman karū</vt:lpstr>
      <vt:lpstr>gaṇēśa gajēndra śubhāṅga gajāsya  suvadana jaya jaya hō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317</cp:revision>
  <dcterms:created xsi:type="dcterms:W3CDTF">2006-08-16T00:00:00Z</dcterms:created>
  <dcterms:modified xsi:type="dcterms:W3CDTF">2025-09-04T13:17:19Z</dcterms:modified>
</cp:coreProperties>
</file>