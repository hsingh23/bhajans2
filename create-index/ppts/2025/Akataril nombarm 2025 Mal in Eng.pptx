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261CE-5DCB-4528-B76F-A5FAB61DD5DB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CEEF8-42A1-40D8-8BB2-DF78B42845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akatāril nombaram azhalāy eriyumbōḷ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Malayalam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(2025)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akatāril nombaram azhalāy eriyumbōḷ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anutāpa-cinta niṙaññiḍumbōḷ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Sorrow smoulders within my heart, and regret fills all my thoughts.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akaneñcu piḷarunna viṅgalum pēṙi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inn-ēkānta-pathikanāy alayunnu ñān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heart is torn apart by pain, as I wander on—a lonely traveller.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aṇayukillē ammē aṇayukillē? /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ī alayunna jīvane puṇarukillē? 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Mother! Won’t you draw near to this wandering soul and embrace him as your own?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bhuvanavum bhūtādhi-nāthanum paṇiyunna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bhaya-lēśam ēlātta bhāgya-śōbha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embodiment of pure consciousness, the refuge of all and worshipped by every being in this world,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abhayakaram nīṭṭi ānandam ēkilum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akalattil eṅgō alayunnu ñān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waits to grant me shelter and bliss—yet I stray far away from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karuṇaykk-oratirilla karaḷ aliññ-akhilarkkum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amṛtēki ozhukum ā viṇgaṅga tan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From heaven, you flowed with boundless grace as the divine Ganga, bestowing ambrosia upon all,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maḍiyil vīṇatil oru kaṇamāy aliyāte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vijanamām marubhuvil alayunnu ñān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everywhere. Yet instead of merging into you like a drop, I wander through a barren, arid desert.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aham onnu mātram pakaramāy vāṅgi tan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akhilavum nalkuvān vembum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You long to grant me an empire of bliss in exchange for my ego, yet I still resist.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alivōḍu mēvumbōḷ atinottu nīṅguvān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arutāttat-innende bhāgya-dōṣam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How unfortunate I am—unable to surrender, unable to offer my ego at your feet.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aṇayukillē ammē aṇayukillē? ī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alayunna jīvane puṇarukillē?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not take away the pain I bear—the pain of a child wandering in deep despair?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atidūram atidīnam alayum ī paitalin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aṇayātta nōvonn-akaṫṫukillē? 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Won’t you embrace this distressed son of yours and ease the anguish in his heart?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akatāril nombaram azhalāy eriyumbōḷ</vt:lpstr>
      <vt:lpstr>akatāril nombaram azhalāy eriyumbōḷ anutāpa-cinta niṙaññiḍumbōḷ</vt:lpstr>
      <vt:lpstr>akaneñcu piḷarunna viṅgalum pēṙi inn-ēkānta-pathikanāy alayunnu ñān</vt:lpstr>
      <vt:lpstr>aṇayukillē ammē aṇayukillē? / ī alayunna jīvane puṇarukillē? </vt:lpstr>
      <vt:lpstr>bhuvanavum bhūtādhi-nāthanum paṇiyunna bhaya-lēśam ēlātta bhāgya-śōbha</vt:lpstr>
      <vt:lpstr>abhayakaram nīṭṭi ānandam ēkilum akalattil eṅgō alayunnu ñān</vt:lpstr>
      <vt:lpstr>karuṇaykk-oratirilla karaḷ aliññ-akhilarkkum amṛtēki ozhukum ā viṇgaṅga tan</vt:lpstr>
      <vt:lpstr>maḍiyil vīṇatil oru kaṇamāy aliyāte vijanamām marubhuvil alayunnu ñān</vt:lpstr>
      <vt:lpstr>aham onnu mātram pakaramāy vāṅgi tan akhilavum nalkuvān vembum amma</vt:lpstr>
      <vt:lpstr>alivōḍu mēvumbōḷ atinottu nīṅguvān arutāttat-innende bhāgya-dōṣam</vt:lpstr>
      <vt:lpstr>aṇayukillē ammē aṇayukillē? ī alayunna jīvane puṇarukillē? </vt:lpstr>
      <vt:lpstr>atidūram atidīnam alayum ī paitalin aṇayātta nōvonn-akaṫṫukillē?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akatāril nombaram azhalāy eriyumbōḷ</dc:title>
  <dc:creator>Amrita</dc:creator>
  <cp:lastModifiedBy>Amrita</cp:lastModifiedBy>
  <cp:revision>1</cp:revision>
  <dcterms:created xsi:type="dcterms:W3CDTF">2025-06-25T11:23:10Z</dcterms:created>
  <dcterms:modified xsi:type="dcterms:W3CDTF">2025-06-25T11:24:03Z</dcterms:modified>
</cp:coreProperties>
</file>