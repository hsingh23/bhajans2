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36325-DCF0-41DA-957D-37376BD553E0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2F579-4C7C-4848-BFE5-DCA28689154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mati kārnnu tinnum ī vyathayumāy jīvitam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mati kārnnu tinnum ī vyathayumāy jīvitam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katha aṙiyāte kazhiññu pōyi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heart was consumed by pain, and I lived a life without meaning.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hitamāyat-entennat-aṙiyāte niravadhi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janimṛti tannil alaññu pōyi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I wandered through countless births, unaware of the truth that could save me.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itutānō jīvita-vidhi ennu cinticcu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mati taḷarnninnu mayaṅgiḍavē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Exhausted and desolate, I resigned myself to the thought that this was my only destiny.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varadāyakam tava karapallavam enne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dayavōḍe vāri puṇarnnuvallō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Mother, your hands of blessing embraced me with tender compassion.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vidhi tanne māṫṫiḍum vidhidāyini – ende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hṛdi tannil innu nī nṛttam āḍū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one who decrees our destiny—and the one who can overturn it. Dance within my heart, O Mother,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pala janmam-ārjjicca karma-bījaṅgaḷe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muḷa poṭṭiḍāte pizhuteṙiyū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uproot the seeds of latent tendencies I have carried across many lives.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arutarut-ini eniykk-ēkarutē – hṛdi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tava pāda-vismṛti jagadīśvari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Goddess who rules this universe, may I never forget your divine feet, which embody the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aruṇābhayārnnorā padatāru mātram āṇ-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abhayam ennennuḷḷil aṙiyēṇamē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Know that your radiant lotus feet are my only refuge—my sanctuary.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mati kārnnu tinnum ī vyathayumāy jīvitam</vt:lpstr>
      <vt:lpstr>mati kārnnu tinnum ī vyathayumāy jīvitam katha aṙiyāte kazhiññu pōyi</vt:lpstr>
      <vt:lpstr>hitamāyat-entennat-aṙiyāte niravadhi janimṛti tannil alaññu pōyi</vt:lpstr>
      <vt:lpstr>itutānō jīvita-vidhi ennu cinticcu mati taḷarnninnu mayaṅgiḍavē</vt:lpstr>
      <vt:lpstr>varadāyakam tava karapallavam enne dayavōḍe vāri puṇarnnuvallō</vt:lpstr>
      <vt:lpstr>vidhi tanne māṫṫiḍum vidhidāyini – ende hṛdi tannil innu nī nṛttam āḍū</vt:lpstr>
      <vt:lpstr>pala janmam-ārjjicca karma-bījaṅgaḷe muḷa poṭṭiḍāte pizhuteṙiyū</vt:lpstr>
      <vt:lpstr>arutarut-ini eniykk-ēkarutē – hṛdi tava pāda-vismṛti jagadīśvari</vt:lpstr>
      <vt:lpstr>aruṇābhayārnnorā padatāru mātram āṇ- abhayam ennennuḷḷil aṙiyēṇamē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mati kārnnu tinnum ī vyathayumāy jīvitam</dc:title>
  <dc:creator>Amrita</dc:creator>
  <cp:lastModifiedBy>Amrita</cp:lastModifiedBy>
  <cp:revision>1</cp:revision>
  <dcterms:created xsi:type="dcterms:W3CDTF">2025-07-17T11:34:57Z</dcterms:created>
  <dcterms:modified xsi:type="dcterms:W3CDTF">2025-07-17T11:36:32Z</dcterms:modified>
</cp:coreProperties>
</file>