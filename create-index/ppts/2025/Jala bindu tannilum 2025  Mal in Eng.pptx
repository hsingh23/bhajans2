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295" r:id="rId3"/>
    <p:sldId id="296" r:id="rId4"/>
    <p:sldId id="292" r:id="rId5"/>
    <p:sldId id="297" r:id="rId6"/>
    <p:sldId id="293" r:id="rId7"/>
    <p:sldId id="298" r:id="rId8"/>
    <p:sldId id="294" r:id="rId9"/>
    <p:sldId id="29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51" d="100"/>
          <a:sy n="51" d="100"/>
        </p:scale>
        <p:origin x="-90" y="-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jalabindu</a:t>
            </a:r>
            <a:r>
              <a:rPr lang="en-US" sz="7200" dirty="0" smtClean="0"/>
              <a:t> </a:t>
            </a:r>
            <a:r>
              <a:rPr lang="en-US" sz="7200" dirty="0" err="1" smtClean="0"/>
              <a:t>tannilum</a:t>
            </a:r>
            <a:r>
              <a:rPr lang="en-US" sz="7200" dirty="0" smtClean="0"/>
              <a:t> </a:t>
            </a:r>
            <a:r>
              <a:rPr lang="en-US" sz="7200" dirty="0" err="1" smtClean="0"/>
              <a:t>mazhavil</a:t>
            </a:r>
            <a:r>
              <a:rPr lang="en-US" sz="7200" dirty="0" smtClean="0"/>
              <a:t> </a:t>
            </a:r>
            <a:r>
              <a:rPr lang="en-US" sz="7200" dirty="0" err="1" smtClean="0"/>
              <a:t>tīrkkum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8000" dirty="0" smtClean="0">
                <a:solidFill>
                  <a:srgbClr val="FFFF00"/>
                </a:solidFill>
              </a:rPr>
              <a:t>(Malayalam)</a:t>
            </a:r>
            <a:endParaRPr lang="en-US" sz="8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jalabindu</a:t>
            </a:r>
            <a:r>
              <a:rPr lang="en-US" sz="6000" dirty="0" smtClean="0"/>
              <a:t> </a:t>
            </a:r>
            <a:r>
              <a:rPr lang="en-US" sz="6000" dirty="0" err="1" smtClean="0"/>
              <a:t>tannilum</a:t>
            </a:r>
            <a:r>
              <a:rPr lang="en-US" sz="6000" dirty="0" smtClean="0"/>
              <a:t> </a:t>
            </a:r>
            <a:r>
              <a:rPr lang="en-US" sz="6000" dirty="0" err="1" smtClean="0"/>
              <a:t>mazhavil</a:t>
            </a:r>
            <a:r>
              <a:rPr lang="en-US" sz="6000" dirty="0" smtClean="0"/>
              <a:t> </a:t>
            </a:r>
            <a:r>
              <a:rPr lang="en-US" sz="6000" dirty="0" err="1" smtClean="0"/>
              <a:t>tīrkkum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sakalakalā-dēvatayām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O Mother, Goddess of all arts, who paints a rainbow in a </a:t>
            </a:r>
            <a:r>
              <a:rPr lang="en-US" sz="6600" dirty="0" smtClean="0">
                <a:solidFill>
                  <a:srgbClr val="FFFF00"/>
                </a:solidFill>
              </a:rPr>
              <a:t>raindrop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smtClean="0"/>
              <a:t>en </a:t>
            </a:r>
            <a:r>
              <a:rPr lang="en-US" sz="6000" dirty="0" err="1" smtClean="0"/>
              <a:t>hṛdayāśruvil</a:t>
            </a:r>
            <a:r>
              <a:rPr lang="en-US" sz="6000" dirty="0" smtClean="0"/>
              <a:t> </a:t>
            </a:r>
            <a:r>
              <a:rPr lang="en-US" sz="6000" dirty="0" err="1" smtClean="0"/>
              <a:t>karuṇāmśu</a:t>
            </a:r>
            <a:r>
              <a:rPr lang="en-US" sz="6000" dirty="0" smtClean="0"/>
              <a:t> </a:t>
            </a:r>
            <a:r>
              <a:rPr lang="en-US" sz="6000" dirty="0" err="1" smtClean="0"/>
              <a:t>tūki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- </a:t>
            </a:r>
            <a:r>
              <a:rPr lang="en-US" sz="6000" dirty="0" err="1" smtClean="0"/>
              <a:t>prēma-varṇaṅgaḷ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teḷiccīḍumō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—</a:t>
            </a:r>
            <a:r>
              <a:rPr lang="en-US" sz="5400" dirty="0" smtClean="0">
                <a:solidFill>
                  <a:srgbClr val="FFFF00"/>
                </a:solidFill>
              </a:rPr>
              <a:t>will you let your compassion fall upon the tears welling from my heart, and reveal your radiant hues of love?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cippikaḷkk-uḷḷil</a:t>
            </a:r>
            <a:r>
              <a:rPr lang="en-US" sz="6000" dirty="0" smtClean="0"/>
              <a:t> </a:t>
            </a:r>
            <a:r>
              <a:rPr lang="en-US" sz="6000" dirty="0" err="1" smtClean="0"/>
              <a:t>muttukaḷ</a:t>
            </a:r>
            <a:r>
              <a:rPr lang="en-US" sz="6000" dirty="0" smtClean="0"/>
              <a:t> </a:t>
            </a:r>
            <a:r>
              <a:rPr lang="en-US" sz="6000" dirty="0" err="1" smtClean="0"/>
              <a:t>amba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śilpa-cāturyattāl</a:t>
            </a:r>
            <a:r>
              <a:rPr lang="en-US" sz="6000" dirty="0" smtClean="0"/>
              <a:t> </a:t>
            </a:r>
            <a:r>
              <a:rPr lang="en-US" sz="6000" dirty="0" err="1" smtClean="0"/>
              <a:t>tīrttiḍunnu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Mother, with deft hands you craft pearls from </a:t>
            </a:r>
            <a:r>
              <a:rPr lang="en-US" sz="6000" dirty="0" smtClean="0">
                <a:solidFill>
                  <a:srgbClr val="FFFF00"/>
                </a:solidFill>
              </a:rPr>
              <a:t>seashells —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cippiyām</a:t>
            </a:r>
            <a:r>
              <a:rPr lang="en-US" sz="5400" dirty="0" smtClean="0"/>
              <a:t> </a:t>
            </a:r>
            <a:r>
              <a:rPr lang="en-US" sz="5400" dirty="0" err="1" smtClean="0"/>
              <a:t>hṛttitil</a:t>
            </a:r>
            <a:r>
              <a:rPr lang="en-US" sz="5400" dirty="0" smtClean="0"/>
              <a:t> </a:t>
            </a:r>
            <a:r>
              <a:rPr lang="en-US" sz="5400" dirty="0" err="1" smtClean="0"/>
              <a:t>nin</a:t>
            </a:r>
            <a:r>
              <a:rPr lang="en-US" sz="5400" dirty="0" smtClean="0"/>
              <a:t> </a:t>
            </a:r>
            <a:r>
              <a:rPr lang="en-US" sz="5400" dirty="0" err="1" smtClean="0"/>
              <a:t>śilpa-cāturyam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bhakti</a:t>
            </a:r>
            <a:r>
              <a:rPr lang="en-US" sz="5400" dirty="0" smtClean="0"/>
              <a:t> tan </a:t>
            </a:r>
            <a:r>
              <a:rPr lang="en-US" sz="5400" dirty="0" err="1" smtClean="0"/>
              <a:t>muttukaḷ</a:t>
            </a:r>
            <a:r>
              <a:rPr lang="en-US" sz="5400" dirty="0" smtClean="0"/>
              <a:t> </a:t>
            </a:r>
            <a:r>
              <a:rPr lang="en-US" sz="5400" dirty="0" err="1" smtClean="0"/>
              <a:t>vārttīḍumō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will </a:t>
            </a:r>
            <a:r>
              <a:rPr lang="en-US" sz="5400" dirty="0" smtClean="0">
                <a:solidFill>
                  <a:srgbClr val="FFFF00"/>
                </a:solidFill>
              </a:rPr>
              <a:t>you, with the same sculptor’s grace, shape pearls of devotion within the fragile shell of my heart?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mazhamukil</a:t>
            </a:r>
            <a:r>
              <a:rPr lang="en-US" sz="6600" dirty="0" smtClean="0"/>
              <a:t> </a:t>
            </a:r>
            <a:r>
              <a:rPr lang="en-US" sz="6600" dirty="0" err="1" smtClean="0"/>
              <a:t>kāṇke</a:t>
            </a:r>
            <a:r>
              <a:rPr lang="en-US" sz="6600" dirty="0" smtClean="0"/>
              <a:t> </a:t>
            </a:r>
            <a:r>
              <a:rPr lang="en-US" sz="6600" dirty="0" err="1" smtClean="0"/>
              <a:t>naḍam</a:t>
            </a:r>
            <a:r>
              <a:rPr lang="en-US" sz="6600" dirty="0" smtClean="0"/>
              <a:t> </a:t>
            </a:r>
            <a:r>
              <a:rPr lang="en-US" sz="6600" dirty="0" err="1" smtClean="0"/>
              <a:t>āḍīḍān</a:t>
            </a:r>
            <a:r>
              <a:rPr lang="en-US" sz="6600" dirty="0" smtClean="0"/>
              <a:t> - </a:t>
            </a:r>
            <a:r>
              <a:rPr lang="en-US" sz="6600" dirty="0" err="1" smtClean="0"/>
              <a:t>mayilinu</a:t>
            </a:r>
            <a:r>
              <a:rPr lang="en-US" sz="6600" dirty="0" smtClean="0"/>
              <a:t> </a:t>
            </a:r>
            <a:r>
              <a:rPr lang="en-US" sz="6600" dirty="0" err="1" smtClean="0"/>
              <a:t>śikṣaṇam</a:t>
            </a:r>
            <a:r>
              <a:rPr lang="en-US" sz="6600" dirty="0" smtClean="0"/>
              <a:t> </a:t>
            </a:r>
            <a:r>
              <a:rPr lang="en-US" sz="6600" dirty="0" err="1" smtClean="0"/>
              <a:t>ēkiya</a:t>
            </a:r>
            <a:r>
              <a:rPr lang="en-US" sz="6600" dirty="0" smtClean="0"/>
              <a:t> </a:t>
            </a:r>
            <a:r>
              <a:rPr lang="en-US" sz="6600" dirty="0" err="1" smtClean="0"/>
              <a:t>dēvī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Devi! You taught the peacock to dance beneath rain-laden </a:t>
            </a:r>
            <a:r>
              <a:rPr lang="en-US" sz="6000" dirty="0" smtClean="0">
                <a:solidFill>
                  <a:srgbClr val="FFFF00"/>
                </a:solidFill>
              </a:rPr>
              <a:t>skies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azhalmukil</a:t>
            </a:r>
            <a:r>
              <a:rPr lang="en-US" sz="6000" dirty="0" smtClean="0"/>
              <a:t> </a:t>
            </a:r>
            <a:r>
              <a:rPr lang="en-US" sz="6000" dirty="0" err="1" smtClean="0"/>
              <a:t>ennil</a:t>
            </a:r>
            <a:r>
              <a:rPr lang="en-US" sz="6000" dirty="0" smtClean="0"/>
              <a:t> </a:t>
            </a:r>
            <a:r>
              <a:rPr lang="en-US" sz="6000" dirty="0" err="1" smtClean="0"/>
              <a:t>niṙayumbōḷ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- </a:t>
            </a:r>
            <a:r>
              <a:rPr lang="en-US" sz="6000" dirty="0" err="1" smtClean="0"/>
              <a:t>karuṇā-mayūram</a:t>
            </a:r>
            <a:r>
              <a:rPr lang="en-US" sz="6000" dirty="0" smtClean="0"/>
              <a:t> </a:t>
            </a:r>
            <a:r>
              <a:rPr lang="en-US" sz="6000" dirty="0" err="1" smtClean="0"/>
              <a:t>naḍanam</a:t>
            </a:r>
            <a:r>
              <a:rPr lang="en-US" sz="6000" dirty="0" smtClean="0"/>
              <a:t> </a:t>
            </a:r>
            <a:r>
              <a:rPr lang="en-US" sz="6000" dirty="0" err="1" smtClean="0"/>
              <a:t>āḍīḍumō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—</a:t>
            </a:r>
            <a:r>
              <a:rPr lang="en-US" sz="5400" dirty="0" smtClean="0">
                <a:solidFill>
                  <a:srgbClr val="FFFF00"/>
                </a:solidFill>
              </a:rPr>
              <a:t>when the clouds of sorrow gather in my heart, will the peacock of your compassion dance within me?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mayilin</a:t>
            </a:r>
            <a:r>
              <a:rPr lang="en-US" sz="6600" dirty="0" smtClean="0"/>
              <a:t> </a:t>
            </a:r>
            <a:r>
              <a:rPr lang="en-US" sz="6600" dirty="0" err="1" smtClean="0"/>
              <a:t>pīliyil</a:t>
            </a:r>
            <a:r>
              <a:rPr lang="en-US" sz="6600" dirty="0" smtClean="0"/>
              <a:t> </a:t>
            </a:r>
            <a:r>
              <a:rPr lang="en-US" sz="6600" dirty="0" err="1" smtClean="0"/>
              <a:t>varṇṇaṅgaḷ</a:t>
            </a:r>
            <a:r>
              <a:rPr lang="en-US" sz="6600" dirty="0" smtClean="0"/>
              <a:t> </a:t>
            </a:r>
            <a:r>
              <a:rPr lang="en-US" sz="6600" dirty="0" err="1" smtClean="0"/>
              <a:t>cēloḍu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cāliccu</a:t>
            </a:r>
            <a:r>
              <a:rPr lang="en-US" sz="6600" dirty="0" smtClean="0"/>
              <a:t> </a:t>
            </a:r>
            <a:r>
              <a:rPr lang="en-US" sz="6600" dirty="0" err="1" smtClean="0"/>
              <a:t>cērttiḍum</a:t>
            </a:r>
            <a:r>
              <a:rPr lang="en-US" sz="6600" dirty="0" smtClean="0"/>
              <a:t> </a:t>
            </a:r>
            <a:r>
              <a:rPr lang="en-US" sz="6600" dirty="0" err="1" smtClean="0"/>
              <a:t>citrakārī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Divine Artist, who brushed the peacock’s plumes with colors so </a:t>
            </a:r>
            <a:r>
              <a:rPr lang="en-US" sz="6000" dirty="0" smtClean="0">
                <a:solidFill>
                  <a:srgbClr val="FFFF00"/>
                </a:solidFill>
              </a:rPr>
              <a:t>rare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vairūpyam</a:t>
            </a:r>
            <a:r>
              <a:rPr lang="en-US" sz="5400" dirty="0" smtClean="0"/>
              <a:t> </a:t>
            </a:r>
            <a:r>
              <a:rPr lang="en-US" sz="5400" dirty="0" err="1" smtClean="0"/>
              <a:t>ārnnor</a:t>
            </a:r>
            <a:r>
              <a:rPr lang="en-US" sz="5400" dirty="0" smtClean="0"/>
              <a:t>-en </a:t>
            </a:r>
            <a:r>
              <a:rPr lang="en-US" sz="5400" dirty="0" err="1" smtClean="0"/>
              <a:t>uḷkkaḷattiṅkalum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sārūpyam</a:t>
            </a:r>
            <a:r>
              <a:rPr lang="en-US" sz="5400" dirty="0" smtClean="0"/>
              <a:t> </a:t>
            </a:r>
            <a:r>
              <a:rPr lang="en-US" sz="5400" dirty="0" err="1" smtClean="0"/>
              <a:t>ārnna</a:t>
            </a:r>
            <a:r>
              <a:rPr lang="en-US" sz="5400" dirty="0" smtClean="0"/>
              <a:t> </a:t>
            </a:r>
            <a:r>
              <a:rPr lang="en-US" sz="5400" dirty="0" err="1" smtClean="0"/>
              <a:t>nin</a:t>
            </a:r>
            <a:r>
              <a:rPr lang="en-US" sz="5400" dirty="0" smtClean="0"/>
              <a:t> </a:t>
            </a:r>
            <a:r>
              <a:rPr lang="en-US" sz="5400" dirty="0" err="1" smtClean="0"/>
              <a:t>rūpam</a:t>
            </a:r>
            <a:r>
              <a:rPr lang="en-US" sz="5400" dirty="0" smtClean="0"/>
              <a:t> </a:t>
            </a:r>
            <a:r>
              <a:rPr lang="en-US" sz="5400" dirty="0" err="1" smtClean="0"/>
              <a:t>racikkumō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—</a:t>
            </a:r>
            <a:r>
              <a:rPr lang="en-US" sz="6000" dirty="0" smtClean="0">
                <a:solidFill>
                  <a:srgbClr val="FFFF00"/>
                </a:solidFill>
              </a:rPr>
              <a:t>my heart is disfigured; will you paint your eternal, true form within me?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2869</TotalTime>
  <Words>189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jalabindu tannilum mazhavil tīrkkum</vt:lpstr>
      <vt:lpstr>jalabindu tannilum mazhavil tīrkkum sakalakalā-dēvatayām ammē</vt:lpstr>
      <vt:lpstr>en hṛdayāśruvil karuṇāmśu tūki nin - prēma-varṇaṅgaḷ teḷiccīḍumō</vt:lpstr>
      <vt:lpstr>cippikaḷkk-uḷḷil muttukaḷ amba nī śilpa-cāturyattāl tīrttiḍunnu</vt:lpstr>
      <vt:lpstr>cippiyām hṛttitil nin śilpa-cāturyam bhakti tan muttukaḷ vārttīḍumō</vt:lpstr>
      <vt:lpstr>mazhamukil kāṇke naḍam āḍīḍān - mayilinu śikṣaṇam ēkiya dēvī</vt:lpstr>
      <vt:lpstr>azhalmukil ennil niṙayumbōḷ nin - karuṇā-mayūram naḍanam āḍīḍumō</vt:lpstr>
      <vt:lpstr>mayilin pīliyil varṇṇaṅgaḷ cēloḍu cāliccu cērttiḍum citrakārī</vt:lpstr>
      <vt:lpstr>vairūpyam ārnnor-en uḷkkaḷattiṅkalum sārūpyam ārnna nin rūpam racikkumō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328</cp:revision>
  <dcterms:created xsi:type="dcterms:W3CDTF">2006-08-16T00:00:00Z</dcterms:created>
  <dcterms:modified xsi:type="dcterms:W3CDTF">2025-05-26T09:23:11Z</dcterms:modified>
</cp:coreProperties>
</file>