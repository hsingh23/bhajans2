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2" r:id="rId10"/>
    <p:sldId id="263" r:id="rId11"/>
    <p:sldId id="264" r:id="rId12"/>
    <p:sldId id="268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-96" y="-6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8D65B-BD3C-4F76-A29C-3B9993515E6B}" type="datetimeFigureOut">
              <a:rPr lang="en-US" smtClean="0"/>
              <a:pPr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DCBFE-1BDD-4C6A-9233-D3309DCCD1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mahānaukē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mahānaukē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amṛtatvakē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O mighty ship to immortality! 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bhavasāgaravā dāṭisalendē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bandu kādiruvē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have arrived and anchored at the horizon, waiting for our sake.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digantadalli laṅkaru hākki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kaibīsi karediruvē – nammannu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kaibīsi karediruvē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You beckon us to join you, ready to help us cross the sea of worldliness.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8000" dirty="0" err="1" smtClean="0">
                <a:solidFill>
                  <a:srgbClr val="FFFFFF"/>
                </a:solidFill>
                <a:latin typeface="Calibri"/>
              </a:rPr>
              <a:t>mahānaukē</a:t>
            </a:r>
            <a:r>
              <a:rPr lang="en-US" sz="80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8000" dirty="0" err="1" smtClean="0">
                <a:solidFill>
                  <a:srgbClr val="FFFFFF"/>
                </a:solidFill>
                <a:latin typeface="Calibri"/>
              </a:rPr>
              <a:t>amṛtatvakē</a:t>
            </a:r>
            <a:r>
              <a:rPr lang="en-US" sz="80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8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O mighty ship to immortality! 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kaḷisida sādhane dōṇiya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nānigō ēṙi kuḷittiruvē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have boarded the boat of sadhana that you so kindly sent for me.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tīrada alegaḷa tīrava dāṭi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ninnatta sāgiruvē – igō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ninnatta sāgiruvē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See—having crossed the shore of endless waves, I am now moving toward you.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mahānaukē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7200" dirty="0" err="1" smtClean="0">
                <a:solidFill>
                  <a:srgbClr val="FFFFFF"/>
                </a:solidFill>
                <a:latin typeface="Calibri"/>
              </a:rPr>
              <a:t>amṛtatvakē</a:t>
            </a:r>
            <a:r>
              <a:rPr lang="en-US" sz="72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72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O mighty ship to immortality! 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viṣāda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tīrilla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vinōda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mugidilla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900" dirty="0" smtClean="0">
                <a:solidFill>
                  <a:srgbClr val="FFFFFF"/>
                </a:solidFill>
                <a:latin typeface="Calibri"/>
              </a:rPr>
            </a:b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manavinnu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hindakē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horaḷutidē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–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ayyō</a:t>
            </a:r>
            <a:endParaRPr lang="en-US" sz="5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still have regrets; I have not yet exhausted fun and frolic.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manavinnu hindakē horaḷutidē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still have regrets; I have not yet exhausted fun and frolic.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toreda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tīrada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hambala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biḍisu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parabrahma-sāgara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sērisu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–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parabrahma-sāgara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sērisu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Rid me of the longing for the shore I have abandoned. Unite me with the ocean of the Supreme Brahma!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mahānaukē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amṛtatvakē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dirty="0" smtClean="0">
                <a:solidFill>
                  <a:srgbClr val="FFFF00"/>
                </a:solidFill>
                <a:latin typeface="Calibri"/>
              </a:rPr>
              <a:t>O mighty ship to immortality! </a:t>
            </a:r>
            <a:endParaRPr lang="en-US" sz="5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parabrahma-sāgara sērisu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Unite me with the ocean of the Supreme Brahma!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186</Words>
  <Application>Microsoft Office PowerPoint</Application>
  <PresentationFormat>On-screen Show (4:3)</PresentationFormat>
  <Paragraphs>27</Paragraphs>
  <Slides>13</Slides>
  <Notes>0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mahānaukē </vt:lpstr>
      <vt:lpstr>mahānaukē… amṛtatvakē…</vt:lpstr>
      <vt:lpstr>bhavasāgaravā dāṭisalendē nī bandu kādiruvē</vt:lpstr>
      <vt:lpstr>digantadalli laṅkaru hākki kaibīsi karediruvē – nammannu kaibīsi karediruvē</vt:lpstr>
      <vt:lpstr>mahānaukē… amṛtatvakē…</vt:lpstr>
      <vt:lpstr>nī kaḷisida sādhane dōṇiya nānigō ēṙi kuḷittiruvē</vt:lpstr>
      <vt:lpstr>tīrada alegaḷa tīrava dāṭi ninnatta sāgiruvē – igō ninnatta sāgiruvē</vt:lpstr>
      <vt:lpstr>mahānaukē… amṛtatvakē…</vt:lpstr>
      <vt:lpstr>viṣāda tīrilla vinōda mugidilla manavinnu hindakē horaḷutidē – ayyō</vt:lpstr>
      <vt:lpstr>manavinnu hindakē horaḷutidē</vt:lpstr>
      <vt:lpstr>toreda tīrada hambala biḍisu parabrahma-sāgara sērisu – enna parabrahma-sāgara sērisu</vt:lpstr>
      <vt:lpstr>mahānaukē… amṛtatvakē…</vt:lpstr>
      <vt:lpstr>parabrahma-sāgara sērisu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mahānaukē</dc:title>
  <dc:creator>Amrita</dc:creator>
  <cp:lastModifiedBy>Amrita</cp:lastModifiedBy>
  <cp:revision>3</cp:revision>
  <dcterms:created xsi:type="dcterms:W3CDTF">2025-06-04T12:34:17Z</dcterms:created>
  <dcterms:modified xsi:type="dcterms:W3CDTF">2025-06-04T18:25:50Z</dcterms:modified>
</cp:coreProperties>
</file>