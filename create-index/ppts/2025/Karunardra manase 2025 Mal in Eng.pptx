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6" r:id="rId9"/>
    <p:sldId id="262" r:id="rId10"/>
    <p:sldId id="263" r:id="rId11"/>
    <p:sldId id="264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483-7FA7-4C8D-A7A6-5A8400636CC5}" type="datetimeFigureOut">
              <a:rPr lang="en-US" smtClean="0"/>
              <a:pPr/>
              <a:t>23-Sep-2025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EA2D6-518C-4FED-B9D3-0DFCF5A4E3C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karuṇārdra-mānasē hṛdayēśvarī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karuṇārdra-mānasē hṛdayēśvarī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kanivinn-agādha-hṛttē bhavatāriṇī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Mother, Goddess of my heart, whose heart overflows with compassion—Bhavatarini, who carries us across the ocean of samsara—your heart is a boundless lake of mercy.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gurutatva nitya-sattē amṛtēśvarī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You are Amriteswari, the eternal essence of the Guru who leads us to liberation.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karuṇārdra-mānasē hṛdayēśvarī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kanivinn-agādha-hṛttē bhavatāriṇī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Mother, Goddess of my heart, whose heart overflows with compassion—Bhavatarini, who carries us across the ocean of samsara—your heart is a boundless lake of mercy.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manassinde vīṇa mīṭṭum saṅgītamē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manatāril ūṙi vanna madhugītamē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music that plays the veena of my mind, Mother, and also the song born of that divine melody.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śruti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āṇu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layam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āṇu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the Goddess of music, the rhythm and melody of the universe,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suralōka-pūrṇṇimē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svara-rūpiṇī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delighting the Gods with a beauty as radiant as the full moon.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karuṇārdra-mānasē hṛdayēśvarī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kanivinn-agādha-hṛttē bhavatāriṇī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Mother, Goddess of my heart, whose heart overflows with compassion—Bhavatarini, who carries us across the ocean of samsara—your heart is a boundless lake of mercy.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hima-śōbha tūki nilkkum manamōhinī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mahi tande bhāgyamāya māhēśvarī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Clad in white, your glory surpasses even that of the Himalayas. O Great Goddess, you are the very fortune bestowed upon this world.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varam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ēkumō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?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niṙav-ēkumō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You, the gracious giver of boons—will you not bless me too?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caritārthan ākkumō varadāyinī?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Grant me a life of purpose, perfection, and fulfilment.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karuṇārdra-mānasē hṛdayēśvarī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kanivinn-agādha-hṛttē bhavatāriṇī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Mother, Goddess of my heart, whose heart overflows with compassion—Bhavatarini, who carries us across the ocean of samsara—your heart is a boundless lake of mercy.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270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karuṇārdra-mānasē hṛdayēśvarī</vt:lpstr>
      <vt:lpstr>karuṇārdra-mānasē hṛdayēśvarī kanivinn-agādha-hṛttē bhavatāriṇī</vt:lpstr>
      <vt:lpstr>gurutatva nitya-sattē amṛtēśvarī</vt:lpstr>
      <vt:lpstr>karuṇārdra-mānasē hṛdayēśvarī kanivinn-agādha-hṛttē bhavatāriṇī</vt:lpstr>
      <vt:lpstr>manassinde vīṇa mīṭṭum saṅgītamē manatāril ūṙi vanna madhugītamē</vt:lpstr>
      <vt:lpstr>śruti āṇu nī…  layam āṇu nī</vt:lpstr>
      <vt:lpstr>suralōka-pūrṇṇimē  svara-rūpiṇī</vt:lpstr>
      <vt:lpstr>karuṇārdra-mānasē hṛdayēśvarī kanivinn-agādha-hṛttē bhavatāriṇī</vt:lpstr>
      <vt:lpstr>hima-śōbha tūki nilkkum manamōhinī mahi tande bhāgyamāya māhēśvarī</vt:lpstr>
      <vt:lpstr>varam ēkumō?  niṙav-ēkumō? </vt:lpstr>
      <vt:lpstr>caritārthan ākkumō varadāyinī? </vt:lpstr>
      <vt:lpstr>karuṇārdra-mānasē hṛdayēśvarī kanivinn-agādha-hṛttē bhavatāriṇī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karuṇārdra-mānasē hṛdayēśvarī</dc:title>
  <dc:creator>Amrita</dc:creator>
  <cp:lastModifiedBy>AMMA</cp:lastModifiedBy>
  <cp:revision>2</cp:revision>
  <dcterms:created xsi:type="dcterms:W3CDTF">2025-06-26T13:52:36Z</dcterms:created>
  <dcterms:modified xsi:type="dcterms:W3CDTF">2025-09-23T14:31:01Z</dcterms:modified>
</cp:coreProperties>
</file>