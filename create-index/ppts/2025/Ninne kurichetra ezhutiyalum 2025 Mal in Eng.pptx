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91" r:id="rId2"/>
    <p:sldId id="294" r:id="rId3"/>
    <p:sldId id="296" r:id="rId4"/>
    <p:sldId id="292" r:id="rId5"/>
    <p:sldId id="297" r:id="rId6"/>
    <p:sldId id="293" r:id="rId7"/>
    <p:sldId id="298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4587" autoAdjust="0"/>
    <p:restoredTop sz="86441" autoAdjust="0"/>
  </p:normalViewPr>
  <p:slideViewPr>
    <p:cSldViewPr>
      <p:cViewPr varScale="1">
        <p:scale>
          <a:sx n="99" d="100"/>
          <a:sy n="99" d="100"/>
        </p:scale>
        <p:origin x="-197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5/23/2025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ninne</a:t>
            </a:r>
            <a:r>
              <a:rPr lang="en-US" sz="6000" dirty="0" smtClean="0"/>
              <a:t> </a:t>
            </a:r>
            <a:r>
              <a:rPr lang="en-US" sz="6000" dirty="0" err="1" smtClean="0"/>
              <a:t>kuṙiccetra</a:t>
            </a:r>
            <a:r>
              <a:rPr lang="en-US" sz="6000" dirty="0" smtClean="0"/>
              <a:t> </a:t>
            </a:r>
            <a:r>
              <a:rPr lang="en-US" sz="6000" dirty="0" err="1" smtClean="0"/>
              <a:t>ezhutiyālum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000" dirty="0" smtClean="0">
                <a:solidFill>
                  <a:srgbClr val="FFFF00"/>
                </a:solidFill>
              </a:rPr>
              <a:t>(Malayalam)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ninne</a:t>
            </a:r>
            <a:r>
              <a:rPr lang="en-US" sz="6000" dirty="0" smtClean="0"/>
              <a:t> </a:t>
            </a:r>
            <a:r>
              <a:rPr lang="en-US" sz="6000" dirty="0" err="1" smtClean="0"/>
              <a:t>kuṙiccetra</a:t>
            </a:r>
            <a:r>
              <a:rPr lang="en-US" sz="6000" dirty="0" smtClean="0"/>
              <a:t> </a:t>
            </a:r>
            <a:r>
              <a:rPr lang="en-US" sz="6000" dirty="0" err="1" smtClean="0"/>
              <a:t>ezhutiyālum</a:t>
            </a:r>
            <a:r>
              <a:rPr lang="en-US" sz="6000" dirty="0" smtClean="0"/>
              <a:t> </a:t>
            </a:r>
            <a:r>
              <a:rPr lang="en-US" sz="6000" dirty="0" err="1" smtClean="0"/>
              <a:t>ammēmati</a:t>
            </a:r>
            <a:r>
              <a:rPr lang="en-US" sz="6000" dirty="0" smtClean="0"/>
              <a:t> </a:t>
            </a:r>
            <a:r>
              <a:rPr lang="en-US" sz="6000" dirty="0" err="1" smtClean="0"/>
              <a:t>varumō</a:t>
            </a:r>
            <a:r>
              <a:rPr lang="en-US" sz="6000" dirty="0" smtClean="0"/>
              <a:t>? 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koti</a:t>
            </a:r>
            <a:r>
              <a:rPr lang="en-US" sz="6000" dirty="0" smtClean="0"/>
              <a:t> </a:t>
            </a:r>
            <a:r>
              <a:rPr lang="en-US" sz="6000" dirty="0" err="1" smtClean="0"/>
              <a:t>tīrumō</a:t>
            </a:r>
            <a:r>
              <a:rPr lang="en-US" sz="6000" dirty="0" smtClean="0"/>
              <a:t>?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Mother, I write so many poems about you, yet it's never enough. My longing to write more never fades,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etra</a:t>
            </a:r>
            <a:r>
              <a:rPr lang="en-US" sz="6000" dirty="0" smtClean="0"/>
              <a:t> </a:t>
            </a:r>
            <a:r>
              <a:rPr lang="en-US" sz="6000" dirty="0" err="1" smtClean="0"/>
              <a:t>janmaṅgaḷ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nalkīḍilum</a:t>
            </a:r>
            <a:r>
              <a:rPr lang="en-US" sz="6000" dirty="0" smtClean="0"/>
              <a:t> </a:t>
            </a:r>
            <a:r>
              <a:rPr lang="en-US" sz="6000" dirty="0" err="1" smtClean="0"/>
              <a:t>ammēāyiram</a:t>
            </a:r>
            <a:r>
              <a:rPr lang="en-US" sz="6000" dirty="0" smtClean="0"/>
              <a:t> </a:t>
            </a:r>
            <a:r>
              <a:rPr lang="en-US" sz="6000" dirty="0" err="1" smtClean="0"/>
              <a:t>kavitakaḷ</a:t>
            </a:r>
            <a:r>
              <a:rPr lang="en-US" sz="6000" dirty="0" smtClean="0"/>
              <a:t> </a:t>
            </a:r>
            <a:r>
              <a:rPr lang="en-US" sz="6000" dirty="0" err="1" smtClean="0"/>
              <a:t>raciccīḍum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and </a:t>
            </a:r>
            <a:r>
              <a:rPr lang="en-US" sz="5400" dirty="0" smtClean="0">
                <a:solidFill>
                  <a:srgbClr val="FFFF00"/>
                </a:solidFill>
              </a:rPr>
              <a:t>even if you gave me countless births, I would still write a thousand more poems for you.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ninakkāy</a:t>
            </a:r>
            <a:r>
              <a:rPr lang="en-US" sz="6000" dirty="0" smtClean="0"/>
              <a:t> </a:t>
            </a:r>
            <a:r>
              <a:rPr lang="en-US" sz="6000" dirty="0" err="1" smtClean="0"/>
              <a:t>mātram</a:t>
            </a:r>
            <a:r>
              <a:rPr lang="en-US" sz="6000" dirty="0" smtClean="0"/>
              <a:t> </a:t>
            </a:r>
            <a:r>
              <a:rPr lang="en-US" sz="6000" dirty="0" err="1" smtClean="0"/>
              <a:t>ezhuti</a:t>
            </a:r>
            <a:r>
              <a:rPr lang="en-US" sz="6000" dirty="0" smtClean="0"/>
              <a:t> </a:t>
            </a:r>
            <a:r>
              <a:rPr lang="en-US" sz="6000" dirty="0" err="1" smtClean="0"/>
              <a:t>ezhuti</a:t>
            </a:r>
            <a:r>
              <a:rPr lang="en-US" sz="6000" dirty="0" smtClean="0"/>
              <a:t> </a:t>
            </a:r>
            <a:r>
              <a:rPr lang="en-US" sz="6000" dirty="0" err="1" smtClean="0"/>
              <a:t>ñānennile</a:t>
            </a:r>
            <a:r>
              <a:rPr lang="en-US" sz="6000" dirty="0" smtClean="0"/>
              <a:t> </a:t>
            </a:r>
            <a:r>
              <a:rPr lang="en-US" sz="6000" dirty="0" err="1" smtClean="0"/>
              <a:t>ninne</a:t>
            </a:r>
            <a:r>
              <a:rPr lang="en-US" sz="6000" dirty="0" smtClean="0"/>
              <a:t> </a:t>
            </a:r>
            <a:r>
              <a:rPr lang="en-US" sz="6000" dirty="0" err="1" smtClean="0"/>
              <a:t>tiricc-aṙiyum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Writing more and more, just for you, I will come to find you within myself.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oḍuvil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r>
              <a:rPr lang="en-US" sz="6000" dirty="0" smtClean="0"/>
              <a:t> </a:t>
            </a:r>
            <a:r>
              <a:rPr lang="en-US" sz="6000" dirty="0" err="1" smtClean="0"/>
              <a:t>illāte</a:t>
            </a:r>
            <a:r>
              <a:rPr lang="en-US" sz="6000" dirty="0" smtClean="0"/>
              <a:t> </a:t>
            </a:r>
            <a:r>
              <a:rPr lang="en-US" sz="6000" dirty="0" err="1" smtClean="0"/>
              <a:t>nī</a:t>
            </a:r>
            <a:r>
              <a:rPr lang="en-US" sz="6000" dirty="0" smtClean="0"/>
              <a:t> </a:t>
            </a:r>
            <a:r>
              <a:rPr lang="en-US" sz="6000" dirty="0" err="1" smtClean="0"/>
              <a:t>mātram</a:t>
            </a:r>
            <a:r>
              <a:rPr lang="en-US" sz="6000" dirty="0" smtClean="0"/>
              <a:t> </a:t>
            </a:r>
            <a:r>
              <a:rPr lang="en-US" sz="6000" dirty="0" err="1" smtClean="0"/>
              <a:t>ākunnaparamārtha</a:t>
            </a:r>
            <a:r>
              <a:rPr lang="en-US" sz="6000" dirty="0" smtClean="0"/>
              <a:t> </a:t>
            </a:r>
            <a:r>
              <a:rPr lang="en-US" sz="6000" dirty="0" err="1" smtClean="0"/>
              <a:t>tatvattil</a:t>
            </a:r>
            <a:r>
              <a:rPr lang="en-US" sz="6000" dirty="0" smtClean="0"/>
              <a:t> </a:t>
            </a:r>
            <a:r>
              <a:rPr lang="en-US" sz="6000" dirty="0" err="1" smtClean="0"/>
              <a:t>vilayiccīḍum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In </a:t>
            </a:r>
            <a:r>
              <a:rPr lang="en-US" sz="5400" dirty="0" smtClean="0">
                <a:solidFill>
                  <a:srgbClr val="FFFF00"/>
                </a:solidFill>
              </a:rPr>
              <a:t>the end, I will dissolve into that supreme state where I no longer exist—only you remain.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ānandam</a:t>
            </a:r>
            <a:r>
              <a:rPr lang="en-US" sz="6600" dirty="0" smtClean="0"/>
              <a:t> </a:t>
            </a:r>
            <a:r>
              <a:rPr lang="en-US" sz="6600" dirty="0" err="1" smtClean="0"/>
              <a:t>ānandam</a:t>
            </a:r>
            <a:r>
              <a:rPr lang="en-US" sz="6600" dirty="0" smtClean="0"/>
              <a:t> </a:t>
            </a:r>
            <a:r>
              <a:rPr lang="en-US" sz="6600" dirty="0" err="1" smtClean="0"/>
              <a:t>ānanda-sāyūjyam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nitya-nitāntam</a:t>
            </a:r>
            <a:r>
              <a:rPr lang="en-US" sz="6600" dirty="0" smtClean="0"/>
              <a:t> ā </a:t>
            </a:r>
            <a:r>
              <a:rPr lang="en-US" sz="6600" dirty="0" err="1" smtClean="0"/>
              <a:t>nirvṛtiyil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This soul dreams of that </a:t>
            </a:r>
            <a:r>
              <a:rPr lang="en-US" sz="6600" dirty="0" smtClean="0">
                <a:solidFill>
                  <a:srgbClr val="FFFF00"/>
                </a:solidFill>
              </a:rPr>
              <a:t>moment - 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600" dirty="0" err="1" smtClean="0"/>
              <a:t>onnu</a:t>
            </a:r>
            <a:r>
              <a:rPr lang="en-US" sz="6600" dirty="0" smtClean="0"/>
              <a:t> </a:t>
            </a:r>
            <a:r>
              <a:rPr lang="en-US" sz="6600" dirty="0" err="1" smtClean="0"/>
              <a:t>cērnnīḍum</a:t>
            </a:r>
            <a:r>
              <a:rPr lang="en-US" sz="6600" dirty="0" smtClean="0"/>
              <a:t> ā </a:t>
            </a:r>
            <a:r>
              <a:rPr lang="en-US" sz="6600" dirty="0" err="1" smtClean="0"/>
              <a:t>nimiṣa</a:t>
            </a:r>
            <a:r>
              <a:rPr lang="en-US" sz="6600" dirty="0" smtClean="0"/>
              <a:t> </a:t>
            </a:r>
            <a:r>
              <a:rPr lang="en-US" sz="6600" dirty="0" err="1" smtClean="0"/>
              <a:t>kanavitil</a:t>
            </a:r>
            <a:r>
              <a:rPr lang="en-US" sz="6600" dirty="0" smtClean="0"/>
              <a:t/>
            </a:r>
            <a:br>
              <a:rPr lang="en-US" sz="6600" dirty="0" smtClean="0"/>
            </a:br>
            <a:r>
              <a:rPr lang="en-US" sz="6600" dirty="0" err="1" smtClean="0"/>
              <a:t>kāttirippū</a:t>
            </a:r>
            <a:r>
              <a:rPr lang="en-US" sz="6600" dirty="0" smtClean="0"/>
              <a:t> ī </a:t>
            </a:r>
            <a:r>
              <a:rPr lang="en-US" sz="6600" dirty="0" err="1" smtClean="0"/>
              <a:t>jīvan</a:t>
            </a:r>
            <a:r>
              <a:rPr lang="en-US" sz="6600" dirty="0" smtClean="0"/>
              <a:t> </a:t>
            </a:r>
            <a:r>
              <a:rPr lang="en-US" sz="6600" dirty="0" err="1" smtClean="0"/>
              <a:t>ammē</a:t>
            </a:r>
            <a:endParaRPr lang="en-US" sz="66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—</a:t>
            </a:r>
            <a:r>
              <a:rPr lang="en-US" sz="6000" dirty="0" smtClean="0">
                <a:solidFill>
                  <a:srgbClr val="FFFF00"/>
                </a:solidFill>
              </a:rPr>
              <a:t>when it merges with you and enters a state of infinite, eternal bliss.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2871</TotalTime>
  <Words>151</Words>
  <Application>Microsoft Office PowerPoint</Application>
  <PresentationFormat>On-screen Show (4:3)</PresentationFormat>
  <Paragraphs>22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ninne kuṙiccetra ezhutiyālum</vt:lpstr>
      <vt:lpstr>ninne kuṙiccetra ezhutiyālum ammēmati varumō?  koti tīrumō?</vt:lpstr>
      <vt:lpstr>etra janmaṅgaḷ nī nalkīḍilum ammēāyiram kavitakaḷ raciccīḍum ñān</vt:lpstr>
      <vt:lpstr>ninakkāy mātram ezhuti ezhuti ñānennile ninne tiricc-aṙiyum</vt:lpstr>
      <vt:lpstr>oḍuvil ñān illāte nī mātram ākunnaparamārtha tatvattil vilayiccīḍum</vt:lpstr>
      <vt:lpstr>ānandam ānandam ānanda-sāyūjyam nitya-nitāntam ā nirvṛtiyil</vt:lpstr>
      <vt:lpstr>onnu cērnnīḍum ā nimiṣa kanavitil kāttirippū ī jīvan ammē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Amrita</cp:lastModifiedBy>
  <cp:revision>325</cp:revision>
  <dcterms:created xsi:type="dcterms:W3CDTF">2006-08-16T00:00:00Z</dcterms:created>
  <dcterms:modified xsi:type="dcterms:W3CDTF">2025-05-23T16:15:59Z</dcterms:modified>
</cp:coreProperties>
</file>