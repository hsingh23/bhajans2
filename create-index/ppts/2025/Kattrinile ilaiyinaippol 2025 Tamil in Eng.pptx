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6" r:id="rId2"/>
    <p:sldId id="292" r:id="rId3"/>
    <p:sldId id="287" r:id="rId4"/>
    <p:sldId id="288" r:id="rId5"/>
    <p:sldId id="289" r:id="rId6"/>
    <p:sldId id="290" r:id="rId7"/>
    <p:sldId id="29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62" d="100"/>
          <a:sy n="62" d="100"/>
        </p:scale>
        <p:origin x="-84" y="-7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kāṫṫrinile</a:t>
            </a:r>
            <a:r>
              <a:rPr lang="en-US" sz="5400" dirty="0" smtClean="0"/>
              <a:t> </a:t>
            </a:r>
            <a:r>
              <a:rPr lang="en-US" sz="5400" dirty="0" err="1" smtClean="0"/>
              <a:t>ilaiyinaippōl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smtClean="0">
                <a:solidFill>
                  <a:srgbClr val="FFFF00"/>
                </a:solidFill>
              </a:rPr>
              <a:t>2025 (Tamil)</a:t>
            </a:r>
            <a:endParaRPr lang="en-US" sz="54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kāṫṫrinile</a:t>
            </a:r>
            <a:r>
              <a:rPr lang="en-US" sz="5400" dirty="0" smtClean="0"/>
              <a:t> </a:t>
            </a:r>
            <a:r>
              <a:rPr lang="en-US" sz="5400" dirty="0" err="1" smtClean="0"/>
              <a:t>ilaiyinaippōl</a:t>
            </a:r>
            <a:r>
              <a:rPr lang="en-US" sz="5400" dirty="0" smtClean="0"/>
              <a:t> </a:t>
            </a:r>
            <a:r>
              <a:rPr lang="en-US" sz="5400" dirty="0" err="1" smtClean="0"/>
              <a:t>kaiyyinile</a:t>
            </a:r>
            <a:r>
              <a:rPr lang="en-US" sz="5400" dirty="0" smtClean="0"/>
              <a:t> </a:t>
            </a:r>
            <a:r>
              <a:rPr lang="en-US" sz="5400" dirty="0" err="1" smtClean="0"/>
              <a:t>ēnti</a:t>
            </a:r>
            <a:r>
              <a:rPr lang="en-US" sz="5400" dirty="0" smtClean="0"/>
              <a:t> </a:t>
            </a:r>
            <a:r>
              <a:rPr lang="en-US" sz="5400" dirty="0" err="1" smtClean="0"/>
              <a:t>nammai</a:t>
            </a:r>
            <a:r>
              <a:rPr lang="en-US" sz="5400" dirty="0" smtClean="0"/>
              <a:t> - </a:t>
            </a:r>
            <a:r>
              <a:rPr lang="en-US" sz="5400" dirty="0" err="1" smtClean="0"/>
              <a:t>kālam</a:t>
            </a:r>
            <a:r>
              <a:rPr lang="en-US" sz="5400" dirty="0" smtClean="0"/>
              <a:t> </a:t>
            </a:r>
            <a:r>
              <a:rPr lang="en-US" sz="5400" dirty="0" err="1" smtClean="0"/>
              <a:t>eṅkē</a:t>
            </a:r>
            <a:r>
              <a:rPr lang="en-US" sz="5400" dirty="0" smtClean="0"/>
              <a:t> </a:t>
            </a:r>
            <a:r>
              <a:rPr lang="en-US" sz="5400" dirty="0" err="1" smtClean="0"/>
              <a:t>koṇḍu</a:t>
            </a:r>
            <a:r>
              <a:rPr lang="en-US" sz="5400" dirty="0" smtClean="0"/>
              <a:t> </a:t>
            </a:r>
            <a:r>
              <a:rPr lang="en-US" sz="5400" dirty="0" err="1" smtClean="0"/>
              <a:t>sellum</a:t>
            </a:r>
            <a:r>
              <a:rPr lang="en-US" sz="5400" dirty="0" smtClean="0"/>
              <a:t> </a:t>
            </a:r>
            <a:r>
              <a:rPr lang="en-US" sz="5400" dirty="0" err="1" smtClean="0"/>
              <a:t>yārukku</a:t>
            </a:r>
            <a:r>
              <a:rPr lang="en-US" sz="5400" dirty="0" smtClean="0"/>
              <a:t> </a:t>
            </a:r>
            <a:r>
              <a:rPr lang="en-US" sz="5400" dirty="0" err="1" smtClean="0"/>
              <a:t>teriyum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atu</a:t>
            </a:r>
            <a:r>
              <a:rPr lang="en-US" sz="5400" dirty="0" smtClean="0"/>
              <a:t> </a:t>
            </a:r>
            <a:r>
              <a:rPr lang="en-US" sz="5400" dirty="0" err="1" smtClean="0"/>
              <a:t>yārukku</a:t>
            </a:r>
            <a:r>
              <a:rPr lang="en-US" sz="5400" dirty="0" smtClean="0"/>
              <a:t> </a:t>
            </a:r>
            <a:r>
              <a:rPr lang="en-US" sz="5400" dirty="0" err="1" smtClean="0"/>
              <a:t>teriyum</a:t>
            </a:r>
            <a:r>
              <a:rPr lang="en-US" sz="5400" dirty="0" smtClean="0"/>
              <a:t>?  /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Like a leaf in the wind, time carries us in its arms to unknown destinations.... Who knows where?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gōpurattin</a:t>
            </a:r>
            <a:r>
              <a:rPr lang="en-US" sz="5400" dirty="0" smtClean="0"/>
              <a:t> </a:t>
            </a:r>
            <a:r>
              <a:rPr lang="en-US" sz="5400" dirty="0" err="1" smtClean="0"/>
              <a:t>ucciyilō</a:t>
            </a:r>
            <a:r>
              <a:rPr lang="en-US" sz="5400" dirty="0" smtClean="0"/>
              <a:t> </a:t>
            </a:r>
            <a:r>
              <a:rPr lang="en-US" sz="5400" dirty="0" err="1" smtClean="0"/>
              <a:t>kuzhinilō</a:t>
            </a:r>
            <a:r>
              <a:rPr lang="en-US" sz="5400" dirty="0" smtClean="0"/>
              <a:t> </a:t>
            </a:r>
            <a:r>
              <a:rPr lang="en-US" sz="5400" dirty="0" err="1" smtClean="0"/>
              <a:t>kazhivinilō</a:t>
            </a:r>
            <a:r>
              <a:rPr lang="en-US" sz="5400" dirty="0" smtClean="0"/>
              <a:t> - </a:t>
            </a:r>
            <a:r>
              <a:rPr lang="en-US" sz="5400" dirty="0" err="1" smtClean="0"/>
              <a:t>nāḷai</a:t>
            </a:r>
            <a:r>
              <a:rPr lang="en-US" sz="5400" dirty="0" smtClean="0"/>
              <a:t> </a:t>
            </a:r>
            <a:r>
              <a:rPr lang="en-US" sz="5400" dirty="0" err="1" smtClean="0"/>
              <a:t>eṅkē</a:t>
            </a:r>
            <a:r>
              <a:rPr lang="en-US" sz="5400" dirty="0" smtClean="0"/>
              <a:t> </a:t>
            </a:r>
            <a:r>
              <a:rPr lang="en-US" sz="5400" dirty="0" err="1" smtClean="0"/>
              <a:t>nāmiruppōm</a:t>
            </a:r>
            <a:r>
              <a:rPr lang="en-US" sz="5400" dirty="0" smtClean="0"/>
              <a:t> </a:t>
            </a:r>
            <a:r>
              <a:rPr lang="en-US" sz="5400" dirty="0" err="1" smtClean="0"/>
              <a:t>yārukku</a:t>
            </a:r>
            <a:r>
              <a:rPr lang="en-US" sz="5400" dirty="0" smtClean="0"/>
              <a:t> </a:t>
            </a:r>
            <a:r>
              <a:rPr lang="en-US" sz="5400" dirty="0" err="1" smtClean="0"/>
              <a:t>puriyum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smtClean="0"/>
              <a:t>vi</a:t>
            </a:r>
            <a:r>
              <a:rPr lang="en-IN" sz="5400" dirty="0" smtClean="0"/>
              <a:t>d</a:t>
            </a:r>
            <a:r>
              <a:rPr lang="en-US" sz="5400" dirty="0" err="1" smtClean="0"/>
              <a:t>i</a:t>
            </a:r>
            <a:r>
              <a:rPr lang="en-US" sz="5400" dirty="0" smtClean="0"/>
              <a:t> </a:t>
            </a:r>
            <a:r>
              <a:rPr lang="en-US" sz="5400" dirty="0" err="1" smtClean="0"/>
              <a:t>yārukku</a:t>
            </a:r>
            <a:r>
              <a:rPr lang="en-US" sz="5400" dirty="0" smtClean="0"/>
              <a:t> </a:t>
            </a:r>
            <a:r>
              <a:rPr lang="en-US" sz="5400" dirty="0" err="1" smtClean="0"/>
              <a:t>puriyum</a:t>
            </a:r>
            <a:r>
              <a:rPr lang="en-US" sz="5400" dirty="0" smtClean="0"/>
              <a:t>?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To the top of the highest tower, the depths of the lowest ditch, or a heap of discarded waste - who can say where we will be tomorrow? Who knows what fate has in store for us?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matiyinile</a:t>
            </a:r>
            <a:r>
              <a:rPr lang="en-US" sz="5400" dirty="0" smtClean="0"/>
              <a:t> </a:t>
            </a:r>
            <a:r>
              <a:rPr lang="en-US" sz="5400" dirty="0" err="1" smtClean="0"/>
              <a:t>mayakkam</a:t>
            </a:r>
            <a:r>
              <a:rPr lang="en-US" sz="5400" dirty="0" smtClean="0"/>
              <a:t> </a:t>
            </a:r>
            <a:r>
              <a:rPr lang="en-US" sz="5400" dirty="0" err="1" smtClean="0"/>
              <a:t>vantāl</a:t>
            </a:r>
            <a:r>
              <a:rPr lang="en-US" sz="5400" dirty="0" smtClean="0"/>
              <a:t>, </a:t>
            </a:r>
            <a:r>
              <a:rPr lang="en-US" sz="5400" dirty="0" err="1" smtClean="0"/>
              <a:t>manatinile</a:t>
            </a:r>
            <a:r>
              <a:rPr lang="en-US" sz="5400" dirty="0" smtClean="0"/>
              <a:t> </a:t>
            </a:r>
            <a:r>
              <a:rPr lang="en-US" sz="5400" dirty="0" err="1" smtClean="0"/>
              <a:t>āsai</a:t>
            </a:r>
            <a:r>
              <a:rPr lang="en-US" sz="5400" dirty="0" smtClean="0"/>
              <a:t> </a:t>
            </a:r>
            <a:r>
              <a:rPr lang="en-US" sz="5400" dirty="0" err="1" smtClean="0"/>
              <a:t>vantāl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māṙukindra</a:t>
            </a:r>
            <a:r>
              <a:rPr lang="en-US" sz="5400" dirty="0" smtClean="0"/>
              <a:t> </a:t>
            </a:r>
            <a:r>
              <a:rPr lang="en-US" sz="5400" dirty="0" err="1" smtClean="0"/>
              <a:t>anubavaṅkaḷ</a:t>
            </a:r>
            <a:r>
              <a:rPr lang="en-US" sz="5400" dirty="0" smtClean="0"/>
              <a:t> </a:t>
            </a:r>
            <a:r>
              <a:rPr lang="en-US" sz="5400" dirty="0" err="1" smtClean="0"/>
              <a:t>sokattai</a:t>
            </a:r>
            <a:r>
              <a:rPr lang="en-US" sz="5400" dirty="0" smtClean="0"/>
              <a:t> </a:t>
            </a:r>
            <a:r>
              <a:rPr lang="en-US" sz="5400" dirty="0" err="1" smtClean="0"/>
              <a:t>koḍukkum</a:t>
            </a:r>
            <a:r>
              <a:rPr lang="en-US" sz="5400" dirty="0" smtClean="0"/>
              <a:t> /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If our intellect is clouded by delusion and our mind consumed by desires, the ever-changing experiences of life will bring sorrow.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/>
              <a:t>matiyinile</a:t>
            </a:r>
            <a:r>
              <a:rPr lang="en-US" sz="4800" dirty="0" smtClean="0"/>
              <a:t> </a:t>
            </a:r>
            <a:r>
              <a:rPr lang="en-US" sz="4800" dirty="0" err="1" smtClean="0"/>
              <a:t>teḷivu</a:t>
            </a:r>
            <a:r>
              <a:rPr lang="en-US" sz="4800" dirty="0" smtClean="0"/>
              <a:t> </a:t>
            </a:r>
            <a:r>
              <a:rPr lang="en-US" sz="4800" dirty="0" err="1" smtClean="0"/>
              <a:t>vantāl</a:t>
            </a:r>
            <a:r>
              <a:rPr lang="en-US" sz="4800" dirty="0" smtClean="0"/>
              <a:t> </a:t>
            </a:r>
            <a:r>
              <a:rPr lang="en-US" sz="4800" dirty="0" err="1" smtClean="0"/>
              <a:t>manatinile</a:t>
            </a:r>
            <a:r>
              <a:rPr lang="en-US" sz="4800" dirty="0" smtClean="0"/>
              <a:t> </a:t>
            </a:r>
            <a:r>
              <a:rPr lang="en-US" sz="4800" dirty="0" err="1" smtClean="0"/>
              <a:t>daivam</a:t>
            </a:r>
            <a:r>
              <a:rPr lang="en-US" sz="4800" dirty="0" smtClean="0"/>
              <a:t> </a:t>
            </a:r>
            <a:r>
              <a:rPr lang="en-US" sz="4800" dirty="0" err="1" smtClean="0"/>
              <a:t>vantāl</a:t>
            </a:r>
            <a:r>
              <a:rPr lang="en-US" sz="4800" dirty="0" smtClean="0"/>
              <a:t> - </a:t>
            </a:r>
            <a:r>
              <a:rPr lang="en-US" sz="4800" dirty="0" err="1" smtClean="0"/>
              <a:t>māṫṫrattilum</a:t>
            </a:r>
            <a:r>
              <a:rPr lang="en-US" sz="4800" dirty="0" smtClean="0"/>
              <a:t> </a:t>
            </a:r>
            <a:r>
              <a:rPr lang="en-US" sz="4800" dirty="0" err="1" smtClean="0"/>
              <a:t>manitarukku</a:t>
            </a:r>
            <a:r>
              <a:rPr lang="en-US" sz="4800" dirty="0" smtClean="0"/>
              <a:t> </a:t>
            </a:r>
            <a:r>
              <a:rPr lang="en-US" sz="4800" dirty="0" err="1" smtClean="0"/>
              <a:t>śāntiyum</a:t>
            </a:r>
            <a:r>
              <a:rPr lang="en-US" sz="4800" dirty="0" smtClean="0"/>
              <a:t> </a:t>
            </a:r>
            <a:r>
              <a:rPr lang="en-US" sz="4800" dirty="0" err="1" smtClean="0"/>
              <a:t>nilaikkum</a:t>
            </a:r>
            <a:r>
              <a:rPr lang="en-US" sz="4800" dirty="0" smtClean="0"/>
              <a:t> </a:t>
            </a:r>
            <a:br>
              <a:rPr lang="en-US" sz="4800" dirty="0" smtClean="0"/>
            </a:br>
            <a:r>
              <a:rPr lang="en-US" sz="4800" dirty="0" err="1" smtClean="0"/>
              <a:t>manaśāntiyum</a:t>
            </a:r>
            <a:r>
              <a:rPr lang="en-US" sz="4800" dirty="0" smtClean="0"/>
              <a:t> </a:t>
            </a:r>
            <a:r>
              <a:rPr lang="en-US" sz="4800" dirty="0" err="1" smtClean="0"/>
              <a:t>nilaikkum</a:t>
            </a:r>
            <a:endParaRPr lang="en-US" sz="4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But if the intellect is clear and unclouded, and the mind is filled with divinity, peace will prevail even amidst change.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nalamuḍanē</a:t>
            </a:r>
            <a:r>
              <a:rPr lang="en-US" sz="6000" dirty="0" smtClean="0"/>
              <a:t> </a:t>
            </a:r>
            <a:r>
              <a:rPr lang="en-US" sz="6000" dirty="0" err="1" smtClean="0"/>
              <a:t>vāzhumbōtu</a:t>
            </a:r>
            <a:r>
              <a:rPr lang="en-US" sz="6000" dirty="0" smtClean="0"/>
              <a:t> </a:t>
            </a:r>
            <a:r>
              <a:rPr lang="en-US" sz="6000" dirty="0" err="1" smtClean="0"/>
              <a:t>naṅku</a:t>
            </a:r>
            <a:r>
              <a:rPr lang="en-US" sz="6000" dirty="0" smtClean="0"/>
              <a:t> </a:t>
            </a:r>
            <a:r>
              <a:rPr lang="en-US" sz="6000" dirty="0" err="1" smtClean="0"/>
              <a:t>poruḷ</a:t>
            </a:r>
            <a:r>
              <a:rPr lang="en-US" sz="6000" dirty="0" smtClean="0"/>
              <a:t> </a:t>
            </a:r>
            <a:r>
              <a:rPr lang="en-US" sz="6000" dirty="0" err="1" smtClean="0"/>
              <a:t>īṭṭumbotu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nālu</a:t>
            </a:r>
            <a:r>
              <a:rPr lang="en-US" sz="6000" dirty="0" smtClean="0"/>
              <a:t> </a:t>
            </a:r>
            <a:r>
              <a:rPr lang="en-US" sz="6000" dirty="0" err="1" smtClean="0"/>
              <a:t>pērkku</a:t>
            </a:r>
            <a:r>
              <a:rPr lang="en-US" sz="6000" dirty="0" smtClean="0"/>
              <a:t> </a:t>
            </a:r>
            <a:r>
              <a:rPr lang="en-US" sz="6000" dirty="0" err="1" smtClean="0"/>
              <a:t>nanmai</a:t>
            </a:r>
            <a:r>
              <a:rPr lang="en-US" sz="6000" dirty="0" smtClean="0"/>
              <a:t> </a:t>
            </a:r>
            <a:r>
              <a:rPr lang="en-US" sz="6000" dirty="0" err="1" smtClean="0"/>
              <a:t>seyya</a:t>
            </a:r>
            <a:r>
              <a:rPr lang="en-US" sz="6000" dirty="0" smtClean="0"/>
              <a:t> </a:t>
            </a:r>
            <a:r>
              <a:rPr lang="en-US" sz="6000" dirty="0" err="1" smtClean="0"/>
              <a:t>nāmum</a:t>
            </a:r>
            <a:r>
              <a:rPr lang="en-US" sz="6000" dirty="0" smtClean="0"/>
              <a:t> </a:t>
            </a:r>
            <a:r>
              <a:rPr lang="en-US" sz="6000" dirty="0" err="1" smtClean="0"/>
              <a:t>maṙantāl</a:t>
            </a:r>
            <a:r>
              <a:rPr lang="en-US" sz="6000" dirty="0" smtClean="0"/>
              <a:t> /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If we neglect to help others in need during our good times—when we are thriving and accumulating wealth—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/>
              <a:t>nōyinilē</a:t>
            </a:r>
            <a:r>
              <a:rPr lang="en-US" sz="4800" dirty="0" smtClean="0"/>
              <a:t> </a:t>
            </a:r>
            <a:r>
              <a:rPr lang="en-US" sz="4800" dirty="0" err="1" smtClean="0"/>
              <a:t>vīzhumbōtu</a:t>
            </a:r>
            <a:r>
              <a:rPr lang="en-US" sz="4800" dirty="0" smtClean="0"/>
              <a:t> </a:t>
            </a:r>
            <a:r>
              <a:rPr lang="en-US" sz="4800" dirty="0" err="1" smtClean="0"/>
              <a:t>nontu</a:t>
            </a:r>
            <a:r>
              <a:rPr lang="en-US" sz="4800" dirty="0" smtClean="0"/>
              <a:t> </a:t>
            </a:r>
            <a:r>
              <a:rPr lang="en-US" sz="4800" dirty="0" err="1" smtClean="0"/>
              <a:t>manam</a:t>
            </a:r>
            <a:r>
              <a:rPr lang="en-US" sz="4800" dirty="0" smtClean="0"/>
              <a:t> </a:t>
            </a:r>
            <a:r>
              <a:rPr lang="en-US" sz="4800" dirty="0" err="1" smtClean="0"/>
              <a:t>vāḍumbōtu</a:t>
            </a:r>
            <a:r>
              <a:rPr lang="en-US" sz="4800" dirty="0" smtClean="0"/>
              <a:t> - </a:t>
            </a:r>
            <a:r>
              <a:rPr lang="en-US" sz="4800" dirty="0" err="1" smtClean="0"/>
              <a:t>nāḍi</a:t>
            </a:r>
            <a:r>
              <a:rPr lang="en-US" sz="4800" dirty="0" smtClean="0"/>
              <a:t> </a:t>
            </a:r>
            <a:r>
              <a:rPr lang="en-US" sz="4800" dirty="0" err="1" smtClean="0"/>
              <a:t>sendru</a:t>
            </a:r>
            <a:r>
              <a:rPr lang="en-US" sz="4800" dirty="0" smtClean="0"/>
              <a:t> </a:t>
            </a:r>
            <a:r>
              <a:rPr lang="en-US" sz="4800" dirty="0" err="1" smtClean="0"/>
              <a:t>utavippeṙa</a:t>
            </a:r>
            <a:r>
              <a:rPr lang="en-US" sz="4800" dirty="0" smtClean="0"/>
              <a:t> </a:t>
            </a:r>
            <a:r>
              <a:rPr lang="en-US" sz="4800" dirty="0" err="1" smtClean="0"/>
              <a:t>namakkenna</a:t>
            </a:r>
            <a:r>
              <a:rPr lang="en-US" sz="4800" dirty="0" smtClean="0"/>
              <a:t> </a:t>
            </a:r>
            <a:r>
              <a:rPr lang="en-US" sz="4800" dirty="0" err="1" smtClean="0"/>
              <a:t>urimai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err="1" smtClean="0"/>
              <a:t>peṙa</a:t>
            </a:r>
            <a:r>
              <a:rPr lang="en-US" sz="4800" dirty="0" smtClean="0"/>
              <a:t> </a:t>
            </a:r>
            <a:r>
              <a:rPr lang="en-US" sz="4800" dirty="0" err="1" smtClean="0"/>
              <a:t>namakkenna</a:t>
            </a:r>
            <a:r>
              <a:rPr lang="en-US" sz="4800" dirty="0" smtClean="0"/>
              <a:t> </a:t>
            </a:r>
            <a:r>
              <a:rPr lang="en-US" sz="4800" dirty="0" err="1" smtClean="0"/>
              <a:t>urimai</a:t>
            </a:r>
            <a:r>
              <a:rPr lang="en-US" sz="4800" dirty="0" smtClean="0"/>
              <a:t>?</a:t>
            </a:r>
            <a:endParaRPr lang="en-US" sz="4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Then, when misfortune strikes, when illness and sorrow fill our hearts, what right do we have to seek help from others?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2821</TotalTime>
  <Words>222</Words>
  <Application>Microsoft Office PowerPoint</Application>
  <PresentationFormat>On-screen Show (4:3)</PresentationFormat>
  <Paragraphs>21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kāṫṫrinile ilaiyinaippōl</vt:lpstr>
      <vt:lpstr>kāṫṫrinile ilaiyinaippōl kaiyyinile ēnti nammai - kālam eṅkē koṇḍu sellum yārukku teriyum atu yārukku teriyum?  /</vt:lpstr>
      <vt:lpstr>gōpurattin ucciyilō kuzhinilō kazhivinilō - nāḷai eṅkē nāmiruppōm yārukku puriyum vidi yārukku puriyum?</vt:lpstr>
      <vt:lpstr>matiyinile mayakkam vantāl, manatinile āsai vantāl māṙukindra anubavaṅkaḷ sokattai koḍukkum /</vt:lpstr>
      <vt:lpstr>matiyinile teḷivu vantāl manatinile daivam vantāl - māṫṫrattilum manitarukku śāntiyum nilaikkum  manaśāntiyum nilaikkum</vt:lpstr>
      <vt:lpstr>nalamuḍanē vāzhumbōtu naṅku poruḷ īṭṭumbotu nālu pērkku nanmai seyya nāmum maṙantāl /</vt:lpstr>
      <vt:lpstr>nōyinilē vīzhumbōtu nontu manam vāḍumbōtu - nāḍi sendru utavippeṙa namakkenna urimai peṙa namakkenna urimai?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309</cp:revision>
  <dcterms:created xsi:type="dcterms:W3CDTF">2006-08-16T00:00:00Z</dcterms:created>
  <dcterms:modified xsi:type="dcterms:W3CDTF">2025-05-25T16:02:51Z</dcterms:modified>
</cp:coreProperties>
</file>