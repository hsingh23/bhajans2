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9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key to our mind’s freedom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key to our mind’s freedom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life passes by in yearning 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likes and dislikes churning 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in desire’s fire we’re burning 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key to our mind’s freedom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key to our mind’s freedom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in this world of duality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true yoga is equanimity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discover this and you are free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endParaRPr lang="en-US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key to our mind’s freedom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key to our mind’s freedom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endParaRPr lang="en-US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go beyond…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our mind’s bonds…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we lose and we gain…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but it’s all the same…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our essence is one…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, </a:t>
            </a:r>
            <a:r>
              <a:rPr lang="en-US" sz="7200" dirty="0" err="1" smtClean="0">
                <a:cs typeface="Rachana" pitchFamily="2" charset="0"/>
              </a:rPr>
              <a:t>samatvam</a:t>
            </a:r>
            <a:r>
              <a:rPr lang="en-US" sz="7200" dirty="0" smtClean="0">
                <a:cs typeface="Rachana" pitchFamily="2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may this truth in you dawn… </a:t>
            </a:r>
            <a:r>
              <a:rPr lang="en-US" sz="7200" dirty="0" err="1" smtClean="0">
                <a:cs typeface="Rachana" pitchFamily="2" charset="0"/>
              </a:rPr>
              <a:t>samatwam</a:t>
            </a:r>
            <a:r>
              <a:rPr lang="en-US" sz="7200" dirty="0" smtClean="0">
                <a:cs typeface="Rachana" pitchFamily="2" charset="0"/>
              </a:rPr>
              <a:t>, </a:t>
            </a:r>
            <a:r>
              <a:rPr lang="en-US" sz="7200" dirty="0" err="1" smtClean="0">
                <a:cs typeface="Rachana" pitchFamily="2" charset="0"/>
              </a:rPr>
              <a:t>samatwam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2763</TotalTime>
  <Words>128</Words>
  <Application>Microsoft Office PowerPoint</Application>
  <PresentationFormat>On-screen Show (4:3)</PresentationFormat>
  <Paragraphs>23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samatvam, samatvam samatvam, samatvam</vt:lpstr>
      <vt:lpstr>the key to our mind’s freedom samatvam, samatvam</vt:lpstr>
      <vt:lpstr>the key to our mind’s freedom samatvam, samatvam</vt:lpstr>
      <vt:lpstr>life passes by in yearning </vt:lpstr>
      <vt:lpstr>likes and dislikes churning </vt:lpstr>
      <vt:lpstr>in desire’s fire we’re burning </vt:lpstr>
      <vt:lpstr>samatvam, samatvam</vt:lpstr>
      <vt:lpstr>samatvam, samatvam samatvam, samatvam </vt:lpstr>
      <vt:lpstr>the key to our mind’s freedom samatvam, samatvam </vt:lpstr>
      <vt:lpstr>the key to our mind’s freedom samatvam, samatvam</vt:lpstr>
      <vt:lpstr>in this world of duality </vt:lpstr>
      <vt:lpstr>true yoga is equanimity </vt:lpstr>
      <vt:lpstr>discover this and you are free </vt:lpstr>
      <vt:lpstr>samatvam, samatvam</vt:lpstr>
      <vt:lpstr>samatvam, samatvam samatvam, samatvam </vt:lpstr>
      <vt:lpstr>the key to our mind’s freedom samatvam, samatvam </vt:lpstr>
      <vt:lpstr>the key to our mind’s freedom samatvam, samatvam</vt:lpstr>
      <vt:lpstr>go beyond… samatvam, samatvam </vt:lpstr>
      <vt:lpstr>our mind’s bonds… samatvam, samatvam </vt:lpstr>
      <vt:lpstr>we lose and we gain… samatvam, samatvam </vt:lpstr>
      <vt:lpstr>but it’s all the same… samatvam, samatvam </vt:lpstr>
      <vt:lpstr>our essence is one… samatvam, samatvam </vt:lpstr>
      <vt:lpstr>may this truth in you dawn… samatwam, samatwam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326</cp:revision>
  <dcterms:created xsi:type="dcterms:W3CDTF">2006-08-16T00:00:00Z</dcterms:created>
  <dcterms:modified xsi:type="dcterms:W3CDTF">2025-07-22T14:01:46Z</dcterms:modified>
</cp:coreProperties>
</file>