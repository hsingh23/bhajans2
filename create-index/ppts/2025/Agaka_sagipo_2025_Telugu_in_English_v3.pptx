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6" r:id="rId2"/>
    <p:sldId id="287" r:id="rId3"/>
    <p:sldId id="288" r:id="rId4"/>
    <p:sldId id="291" r:id="rId5"/>
    <p:sldId id="294" r:id="rId6"/>
    <p:sldId id="289" r:id="rId7"/>
    <p:sldId id="292" r:id="rId8"/>
    <p:sldId id="295" r:id="rId9"/>
    <p:sldId id="290" r:id="rId10"/>
    <p:sldId id="29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673" autoAdjust="0"/>
    <p:restoredTop sz="86408" autoAdjust="0"/>
  </p:normalViewPr>
  <p:slideViewPr>
    <p:cSldViewPr>
      <p:cViewPr varScale="1">
        <p:scale>
          <a:sx n="75" d="100"/>
          <a:sy n="75" d="100"/>
        </p:scale>
        <p:origin x="-152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/>
              <a:t>āgaka</a:t>
            </a:r>
            <a:r>
              <a:rPr lang="en-US" sz="7200" dirty="0"/>
              <a:t>… </a:t>
            </a:r>
            <a:r>
              <a:rPr lang="en-US" sz="7200" dirty="0" err="1"/>
              <a:t>sāgipō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>
                <a:solidFill>
                  <a:srgbClr val="FFFF00"/>
                </a:solidFill>
              </a:rPr>
              <a:t>(2025)</a:t>
            </a:r>
          </a:p>
          <a:p>
            <a:pPr algn="ctr"/>
            <a:r>
              <a:rPr lang="en-IN" sz="6000" dirty="0">
                <a:solidFill>
                  <a:srgbClr val="FFFF00"/>
                </a:solidFill>
              </a:rPr>
              <a:t>Telugu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/>
              <a:t>āgaka</a:t>
            </a:r>
            <a:r>
              <a:rPr lang="en-US" sz="7200" dirty="0"/>
              <a:t>… </a:t>
            </a:r>
            <a:r>
              <a:rPr lang="en-US" sz="7200" dirty="0" err="1"/>
              <a:t>sāgipō</a:t>
            </a:r>
            <a:r>
              <a:rPr lang="en-US" sz="7200" dirty="0"/>
              <a:t> </a:t>
            </a:r>
            <a:r>
              <a:rPr lang="en-US" sz="7200" dirty="0" err="1"/>
              <a:t>munduku</a:t>
            </a:r>
            <a:r>
              <a:rPr lang="en-US" sz="7200" dirty="0"/>
              <a:t> </a:t>
            </a:r>
            <a:r>
              <a:rPr lang="en-US" sz="7200" dirty="0" err="1"/>
              <a:t>sāgipō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>
                <a:solidFill>
                  <a:srgbClr val="FFFF00"/>
                </a:solidFill>
              </a:rPr>
              <a:t>Don’t stop… keep moving forward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/>
              <a:t>tānokaṭi</a:t>
            </a:r>
            <a:r>
              <a:rPr lang="en-US" sz="5400" dirty="0"/>
              <a:t> </a:t>
            </a:r>
            <a:r>
              <a:rPr lang="en-US" sz="5400" dirty="0" err="1"/>
              <a:t>talichēnu</a:t>
            </a:r>
            <a:r>
              <a:rPr lang="en-US" sz="5400" dirty="0"/>
              <a:t> </a:t>
            </a:r>
            <a:r>
              <a:rPr lang="en-US" sz="5400" dirty="0" err="1"/>
              <a:t>daivamokaṭi</a:t>
            </a:r>
            <a:r>
              <a:rPr lang="en-US" sz="5400" dirty="0"/>
              <a:t> </a:t>
            </a:r>
            <a:r>
              <a:rPr lang="en-US" sz="5400" dirty="0" err="1"/>
              <a:t>chēsēnu</a:t>
            </a:r>
            <a:r>
              <a:rPr lang="en-US" sz="5400" dirty="0"/>
              <a:t> - </a:t>
            </a:r>
            <a:r>
              <a:rPr lang="en-US" sz="5400" dirty="0" err="1"/>
              <a:t>dēvamu</a:t>
            </a:r>
            <a:r>
              <a:rPr lang="en-US" sz="5400" dirty="0"/>
              <a:t> </a:t>
            </a:r>
            <a:r>
              <a:rPr lang="en-US" sz="5400" dirty="0" err="1"/>
              <a:t>talichēnu</a:t>
            </a:r>
            <a:r>
              <a:rPr lang="en-US" sz="5400" dirty="0"/>
              <a:t> </a:t>
            </a:r>
            <a:r>
              <a:rPr lang="en-US" sz="5400" dirty="0" err="1"/>
              <a:t>nīvokkaṭī</a:t>
            </a:r>
            <a:r>
              <a:rPr lang="en-US" sz="5400" dirty="0"/>
              <a:t> </a:t>
            </a:r>
            <a:r>
              <a:rPr lang="en-US" sz="5400" smtClean="0"/>
              <a:t>chēsēnu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726558"/>
            <a:ext cx="9144000" cy="28338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I intended one thing, but God did another; God willed one thing, but I chose another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tappu</a:t>
            </a:r>
            <a:r>
              <a:rPr lang="en-US" sz="6000" dirty="0" smtClean="0"/>
              <a:t> </a:t>
            </a:r>
            <a:r>
              <a:rPr lang="en-US" sz="6000" dirty="0" err="1"/>
              <a:t>evaridi</a:t>
            </a:r>
            <a:r>
              <a:rPr lang="en-US" sz="6000" dirty="0"/>
              <a:t> </a:t>
            </a:r>
            <a:r>
              <a:rPr lang="en-US" sz="6000" dirty="0" err="1" smtClean="0"/>
              <a:t>oppu</a:t>
            </a:r>
            <a:r>
              <a:rPr lang="en-US" sz="6000" dirty="0" smtClean="0"/>
              <a:t> </a:t>
            </a:r>
            <a:r>
              <a:rPr lang="en-US" sz="6000" dirty="0" err="1"/>
              <a:t>evaridi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/>
              <a:t>ō </a:t>
            </a:r>
            <a:r>
              <a:rPr lang="en-US" sz="6000" dirty="0" err="1"/>
              <a:t>manujā</a:t>
            </a:r>
            <a:r>
              <a:rPr lang="en-US" sz="6000" dirty="0"/>
              <a:t>… </a:t>
            </a:r>
            <a:r>
              <a:rPr lang="en-US" sz="6000" dirty="0" err="1"/>
              <a:t>jīvita</a:t>
            </a:r>
            <a:r>
              <a:rPr lang="en-US" sz="6000" dirty="0"/>
              <a:t> </a:t>
            </a:r>
            <a:r>
              <a:rPr lang="en-US" sz="6000" dirty="0" err="1"/>
              <a:t>payanamidi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>
                <a:solidFill>
                  <a:srgbClr val="FFFF00"/>
                </a:solidFill>
              </a:rPr>
              <a:t>Who can say with certainty what’s right or wrong? </a:t>
            </a:r>
          </a:p>
          <a:p>
            <a:pPr algn="ctr"/>
            <a:r>
              <a:rPr lang="en-US" sz="6000" dirty="0">
                <a:solidFill>
                  <a:srgbClr val="FFFF00"/>
                </a:solidFill>
              </a:rPr>
              <a:t>O human… </a:t>
            </a:r>
          </a:p>
          <a:p>
            <a:pPr algn="ctr"/>
            <a:r>
              <a:rPr lang="en-US" sz="6000" dirty="0">
                <a:solidFill>
                  <a:srgbClr val="FFFF00"/>
                </a:solidFill>
              </a:rPr>
              <a:t>this life is a journey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/>
              <a:t>āgaka</a:t>
            </a:r>
            <a:r>
              <a:rPr lang="en-US" sz="7200" dirty="0"/>
              <a:t>… </a:t>
            </a:r>
            <a:r>
              <a:rPr lang="en-US" sz="7200" dirty="0" err="1"/>
              <a:t>sāgipō</a:t>
            </a:r>
            <a:r>
              <a:rPr lang="en-US" sz="7200" dirty="0"/>
              <a:t> </a:t>
            </a:r>
            <a:r>
              <a:rPr lang="en-US" sz="7200" dirty="0" err="1"/>
              <a:t>munduku</a:t>
            </a:r>
            <a:r>
              <a:rPr lang="en-US" sz="7200" dirty="0"/>
              <a:t> </a:t>
            </a:r>
            <a:r>
              <a:rPr lang="en-US" sz="7200" dirty="0" err="1"/>
              <a:t>sāgipō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>
                <a:solidFill>
                  <a:srgbClr val="FFFF00"/>
                </a:solidFill>
              </a:rPr>
              <a:t>Don’t stop… keep moving forward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talapul</a:t>
            </a:r>
            <a:r>
              <a:rPr lang="en-IN" sz="6000" dirty="0"/>
              <a:t>u</a:t>
            </a:r>
            <a:r>
              <a:rPr lang="en-US" sz="6000" dirty="0"/>
              <a:t> </a:t>
            </a:r>
            <a:r>
              <a:rPr lang="en-US" sz="6000" dirty="0" err="1"/>
              <a:t>phaliñcaka</a:t>
            </a:r>
            <a:r>
              <a:rPr lang="en-US" sz="6000" dirty="0"/>
              <a:t> </a:t>
            </a:r>
            <a:r>
              <a:rPr lang="en-US" sz="6000" dirty="0" err="1"/>
              <a:t>daivamunu</a:t>
            </a:r>
            <a:r>
              <a:rPr lang="en-US" sz="6000" dirty="0"/>
              <a:t> </a:t>
            </a:r>
            <a:r>
              <a:rPr lang="en-US" sz="6000" dirty="0" err="1"/>
              <a:t>dūṣiñchēru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talachēdī</a:t>
            </a:r>
            <a:r>
              <a:rPr lang="en-US" sz="6000" dirty="0"/>
              <a:t> </a:t>
            </a:r>
            <a:r>
              <a:rPr lang="en-US" sz="6000" dirty="0" err="1"/>
              <a:t>jaragaka</a:t>
            </a:r>
            <a:r>
              <a:rPr lang="en-US" sz="6000" dirty="0"/>
              <a:t> </a:t>
            </a:r>
            <a:r>
              <a:rPr lang="en-US" sz="6000" dirty="0" err="1"/>
              <a:t>maniṣinī</a:t>
            </a:r>
            <a:r>
              <a:rPr lang="en-US" sz="6000" dirty="0"/>
              <a:t> </a:t>
            </a:r>
            <a:r>
              <a:rPr lang="en-US" sz="6000" dirty="0" err="1"/>
              <a:t>tappupaṭṭērū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Some blame God when desires go unfulfilled. Some blame human error when wishes don’t come true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tappulu</a:t>
            </a:r>
            <a:r>
              <a:rPr lang="en-US" sz="6000" dirty="0"/>
              <a:t> </a:t>
            </a:r>
            <a:r>
              <a:rPr lang="en-US" sz="6000" dirty="0" err="1"/>
              <a:t>ennaku</a:t>
            </a:r>
            <a:r>
              <a:rPr lang="en-US" sz="6000" dirty="0"/>
              <a:t>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oppulu</a:t>
            </a:r>
            <a:r>
              <a:rPr lang="en-US" sz="6000" dirty="0" smtClean="0"/>
              <a:t> </a:t>
            </a:r>
            <a:r>
              <a:rPr lang="en-US" sz="6000" dirty="0" err="1"/>
              <a:t>ennaku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/>
              <a:t>ō </a:t>
            </a:r>
            <a:r>
              <a:rPr lang="en-US" sz="6000" dirty="0" err="1"/>
              <a:t>manujā</a:t>
            </a:r>
            <a:r>
              <a:rPr lang="en-US" sz="6000" dirty="0"/>
              <a:t>… </a:t>
            </a:r>
            <a:r>
              <a:rPr lang="en-US" sz="6000" dirty="0" err="1"/>
              <a:t>anitya</a:t>
            </a:r>
            <a:r>
              <a:rPr lang="en-US" sz="6000" dirty="0"/>
              <a:t> </a:t>
            </a:r>
            <a:r>
              <a:rPr lang="en-US" sz="6000" dirty="0" err="1"/>
              <a:t>jīvitamidi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>
                <a:solidFill>
                  <a:srgbClr val="FFFF00"/>
                </a:solidFill>
              </a:rPr>
              <a:t>Count not the rights, nor the wrongs. O human… life is impermanent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/>
              <a:t>āgaka</a:t>
            </a:r>
            <a:r>
              <a:rPr lang="en-US" sz="7200" dirty="0"/>
              <a:t>… </a:t>
            </a:r>
            <a:r>
              <a:rPr lang="en-US" sz="7200" dirty="0" err="1"/>
              <a:t>sāgipō</a:t>
            </a:r>
            <a:r>
              <a:rPr lang="en-US" sz="7200" dirty="0"/>
              <a:t> </a:t>
            </a:r>
            <a:r>
              <a:rPr lang="en-US" sz="7200" dirty="0" err="1"/>
              <a:t>munduku</a:t>
            </a:r>
            <a:r>
              <a:rPr lang="en-US" sz="7200" dirty="0"/>
              <a:t> </a:t>
            </a:r>
            <a:r>
              <a:rPr lang="en-US" sz="7200" dirty="0" err="1"/>
              <a:t>sāgipō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>
                <a:solidFill>
                  <a:srgbClr val="FFFF00"/>
                </a:solidFill>
              </a:rPr>
              <a:t>Don’t stop… keep moving forward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ēdī</a:t>
            </a:r>
            <a:r>
              <a:rPr lang="en-US" sz="6000" dirty="0"/>
              <a:t> </a:t>
            </a:r>
            <a:r>
              <a:rPr lang="en-US" sz="6000" dirty="0" err="1"/>
              <a:t>kākunnā</a:t>
            </a:r>
            <a:r>
              <a:rPr lang="en-US" sz="6000" dirty="0"/>
              <a:t>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smtClean="0"/>
              <a:t> </a:t>
            </a:r>
            <a:r>
              <a:rPr lang="en-US" sz="6000" dirty="0" err="1" smtClean="0"/>
              <a:t>āgaka</a:t>
            </a:r>
            <a:r>
              <a:rPr lang="en-US" sz="6000" dirty="0" smtClean="0"/>
              <a:t> </a:t>
            </a:r>
            <a:r>
              <a:rPr lang="en-US" sz="6000" dirty="0" err="1"/>
              <a:t>sāgipō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endaṙaḍḍukunnā</a:t>
            </a:r>
            <a:r>
              <a:rPr lang="en-US" sz="6000" dirty="0"/>
              <a:t>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munduku</a:t>
            </a:r>
            <a:r>
              <a:rPr lang="en-US" sz="6000" dirty="0" smtClean="0"/>
              <a:t> </a:t>
            </a:r>
            <a:r>
              <a:rPr lang="en-US" sz="6000" dirty="0" err="1"/>
              <a:t>sāgipō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Even when nothing works out, keep moving on. Even when others stand in your way, press forward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annī</a:t>
            </a:r>
            <a:r>
              <a:rPr lang="en-US" sz="6000" dirty="0"/>
              <a:t> </a:t>
            </a:r>
            <a:r>
              <a:rPr lang="en-US" sz="6000" dirty="0" err="1"/>
              <a:t>mana</a:t>
            </a:r>
            <a:r>
              <a:rPr lang="en-US" sz="6000" dirty="0"/>
              <a:t> </a:t>
            </a:r>
            <a:r>
              <a:rPr lang="en-US" sz="6000" dirty="0" err="1" smtClean="0"/>
              <a:t>mañchikē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smtClean="0"/>
              <a:t> </a:t>
            </a:r>
            <a:r>
              <a:rPr lang="en-US" sz="6000" dirty="0" err="1"/>
              <a:t>āgaka</a:t>
            </a:r>
            <a:r>
              <a:rPr lang="en-US" sz="6000" dirty="0"/>
              <a:t> </a:t>
            </a:r>
            <a:r>
              <a:rPr lang="en-US" sz="6000" dirty="0" err="1"/>
              <a:t>sāgipō</a:t>
            </a:r>
            <a:r>
              <a:rPr lang="en-US" sz="6000" dirty="0"/>
              <a:t> 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ammē</a:t>
            </a:r>
            <a:r>
              <a:rPr lang="en-US" sz="6000" dirty="0" smtClean="0"/>
              <a:t> </a:t>
            </a:r>
            <a:r>
              <a:rPr lang="en-US" sz="6000" dirty="0" err="1"/>
              <a:t>nī</a:t>
            </a:r>
            <a:r>
              <a:rPr lang="en-US" sz="6000" dirty="0"/>
              <a:t> </a:t>
            </a:r>
            <a:r>
              <a:rPr lang="en-US" sz="6000" dirty="0" err="1"/>
              <a:t>balam</a:t>
            </a:r>
            <a:r>
              <a:rPr lang="en-US" sz="6000" dirty="0"/>
              <a:t>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mundukū</a:t>
            </a:r>
            <a:r>
              <a:rPr lang="en-US" sz="6000" dirty="0" smtClean="0"/>
              <a:t> </a:t>
            </a:r>
            <a:r>
              <a:rPr lang="en-US" sz="6000" dirty="0" err="1"/>
              <a:t>sāgipō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All things unfold for your good… don’t pause, just go. The Divine Mother is your strength—walk ahead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2912</TotalTime>
  <Words>184</Words>
  <Application>Microsoft Office PowerPoint</Application>
  <PresentationFormat>On-screen Show (4:3)</PresentationFormat>
  <Paragraphs>33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āgaka… sāgipō</vt:lpstr>
      <vt:lpstr>āgaka… sāgipō munduku sāgipō</vt:lpstr>
      <vt:lpstr>tānokaṭi talichēnu daivamokaṭi chēsēnu - dēvamu talichēnu nīvokkaṭī chēsēnu</vt:lpstr>
      <vt:lpstr>tappu evaridi oppu evaridi ō manujā… jīvita payanamidi</vt:lpstr>
      <vt:lpstr>āgaka… sāgipō munduku sāgipō</vt:lpstr>
      <vt:lpstr>talapulu phaliñcaka daivamunu dūṣiñchēru talachēdī jaragaka maniṣinī tappupaṭṭērū</vt:lpstr>
      <vt:lpstr>tappulu ennaku  oppulu ennaku ō manujā… anitya jīvitamidi</vt:lpstr>
      <vt:lpstr>āgaka… sāgipō munduku sāgipō</vt:lpstr>
      <vt:lpstr>ēdī kākunnā   āgaka sāgipō endaṙaḍḍukunnā  munduku sāgipō</vt:lpstr>
      <vt:lpstr>annī mana mañchikē  āgaka sāgipō   ammē nī balam  mundukū sāgipō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AMMA</cp:lastModifiedBy>
  <cp:revision>326</cp:revision>
  <dcterms:created xsi:type="dcterms:W3CDTF">2006-08-16T00:00:00Z</dcterms:created>
  <dcterms:modified xsi:type="dcterms:W3CDTF">2025-09-07T15:10:06Z</dcterms:modified>
</cp:coreProperties>
</file>