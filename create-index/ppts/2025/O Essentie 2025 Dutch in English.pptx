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22A9-1DCC-4D83-9C9E-543E9B224BE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E1B5C-9143-4A76-AA72-BF31207D51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 Essentie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(Dutch)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nl-NL" sz="5600" smtClean="0">
                <a:solidFill>
                  <a:srgbClr val="FFFFFF"/>
                </a:solidFill>
                <a:latin typeface="Calibri"/>
              </a:rPr>
              <a:t>O Essentie van het leven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In het hart van elk wezen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Aanwezig in elk atoom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Als de heilige klank Oom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Essence of life, present in the heart of every being, residing in each atom as the sacred sound Om.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it-IT" sz="6600" smtClean="0">
                <a:solidFill>
                  <a:srgbClr val="FFFFFF"/>
                </a:solidFill>
                <a:latin typeface="Calibri"/>
              </a:rPr>
              <a:t>O Amma, Devi Ma</a:t>
            </a:r>
            <a:br>
              <a:rPr lang="it-IT" sz="6600" smtClean="0">
                <a:solidFill>
                  <a:srgbClr val="FFFFFF"/>
                </a:solidFill>
                <a:latin typeface="Calibri"/>
              </a:rPr>
            </a:br>
            <a:r>
              <a:rPr lang="it-IT" sz="6600" smtClean="0">
                <a:solidFill>
                  <a:srgbClr val="FFFFFF"/>
                </a:solidFill>
                <a:latin typeface="Calibri"/>
              </a:rPr>
              <a:t>O Amma, jai 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Mother, Devi  !!!</a:t>
            </a:r>
          </a:p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Victory to you…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nl-NL" sz="5600" smtClean="0">
                <a:solidFill>
                  <a:srgbClr val="FFFFFF"/>
                </a:solidFill>
                <a:latin typeface="Calibri"/>
              </a:rPr>
              <a:t>In illusie ben ik verloren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En m'n ware Zelf vergeten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O Moeder  vol van genade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Zegen Uw kind met overgave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Lost in illusion, I have forgotten my true Self. O Mother, full of compassion, bless your child with surrender.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nl-NL" sz="5600" smtClean="0">
                <a:solidFill>
                  <a:srgbClr val="FFFFFF"/>
                </a:solidFill>
                <a:latin typeface="Calibri"/>
              </a:rPr>
              <a:t>De ene waarheid bent u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Gelukzaligheid in het nu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Verwijder m'n zorgen en pijn</a:t>
            </a:r>
            <a:br>
              <a:rPr lang="nl-NL" sz="5600" smtClean="0">
                <a:solidFill>
                  <a:srgbClr val="FFFFFF"/>
                </a:solidFill>
                <a:latin typeface="Calibri"/>
              </a:rPr>
            </a:br>
            <a:r>
              <a:rPr lang="nl-NL" sz="5600" smtClean="0">
                <a:solidFill>
                  <a:srgbClr val="FFFFFF"/>
                </a:solidFill>
                <a:latin typeface="Calibri"/>
              </a:rPr>
              <a:t>Laat me altijd bij U zijn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You are the one truth, bliss itself in the eternal now. Remove my worries and pain, and let me ever remain with you.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O Essentie</vt:lpstr>
      <vt:lpstr>O Essentie van het leven In het hart van elk wezen Aanwezig in elk atoom Als de heilige klank Oom</vt:lpstr>
      <vt:lpstr>O Amma, Devi Ma O Amma, jai Ma</vt:lpstr>
      <vt:lpstr>In illusie ben ik verloren En m'n ware Zelf vergeten O Moeder  vol van genade Zegen Uw kind met overgave</vt:lpstr>
      <vt:lpstr>De ene waarheid bent u Gelukzaligheid in het nu Verwijder m'n zorgen en pijn Laat me altijd bij U zijn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Essentie</dc:title>
  <dc:creator>Amrita</dc:creator>
  <cp:lastModifiedBy>Amrita</cp:lastModifiedBy>
  <cp:revision>1</cp:revision>
  <dcterms:created xsi:type="dcterms:W3CDTF">2025-10-10T12:29:00Z</dcterms:created>
  <dcterms:modified xsi:type="dcterms:W3CDTF">2025-10-10T12:30:11Z</dcterms:modified>
</cp:coreProperties>
</file>