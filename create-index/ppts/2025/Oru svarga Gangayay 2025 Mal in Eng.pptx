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86" r:id="rId2"/>
    <p:sldId id="289" r:id="rId3"/>
    <p:sldId id="290" r:id="rId4"/>
    <p:sldId id="287" r:id="rId5"/>
    <p:sldId id="291" r:id="rId6"/>
    <p:sldId id="288" r:id="rId7"/>
    <p:sldId id="29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8000" dirty="0" err="1" smtClean="0"/>
              <a:t>oru</a:t>
            </a:r>
            <a:r>
              <a:rPr lang="en-US" sz="8000" dirty="0" smtClean="0"/>
              <a:t> </a:t>
            </a:r>
            <a:r>
              <a:rPr lang="en-US" sz="8000" dirty="0" err="1" smtClean="0"/>
              <a:t>svarga</a:t>
            </a:r>
            <a:r>
              <a:rPr lang="en-US" sz="8000" dirty="0" smtClean="0"/>
              <a:t> </a:t>
            </a:r>
            <a:r>
              <a:rPr lang="en-US" sz="8000" dirty="0" err="1" smtClean="0"/>
              <a:t>gaṅgayāy</a:t>
            </a:r>
            <a:r>
              <a:rPr lang="en-US" sz="8000" dirty="0" smtClean="0"/>
              <a:t> </a:t>
            </a:r>
            <a:r>
              <a:rPr lang="en-US" sz="8000" dirty="0" err="1" smtClean="0"/>
              <a:t>amma</a:t>
            </a:r>
            <a:r>
              <a:rPr lang="en-US" sz="8000" dirty="0" smtClean="0"/>
              <a:t> </a:t>
            </a:r>
            <a:r>
              <a:rPr lang="en-US" sz="8000" dirty="0" err="1" smtClean="0"/>
              <a:t>vannu</a:t>
            </a:r>
            <a:endParaRPr lang="en-US" sz="8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(Malayalam)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oru</a:t>
            </a:r>
            <a:r>
              <a:rPr lang="en-US" sz="6600" dirty="0" smtClean="0"/>
              <a:t> </a:t>
            </a:r>
            <a:r>
              <a:rPr lang="en-US" sz="6600" dirty="0" err="1" smtClean="0"/>
              <a:t>svarga</a:t>
            </a:r>
            <a:r>
              <a:rPr lang="en-US" sz="6600" dirty="0" smtClean="0"/>
              <a:t> </a:t>
            </a:r>
            <a:r>
              <a:rPr lang="en-US" sz="6600" dirty="0" err="1" smtClean="0"/>
              <a:t>gaṅgayāy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r>
              <a:rPr lang="en-US" sz="6600" dirty="0" smtClean="0"/>
              <a:t> </a:t>
            </a:r>
            <a:r>
              <a:rPr lang="en-US" sz="6600" dirty="0" err="1" smtClean="0"/>
              <a:t>vannu</a:t>
            </a:r>
            <a:r>
              <a:rPr lang="en-US" sz="6600" dirty="0" smtClean="0"/>
              <a:t> - </a:t>
            </a:r>
            <a:r>
              <a:rPr lang="en-US" sz="6600" dirty="0" err="1" smtClean="0"/>
              <a:t>viṇṇile</a:t>
            </a:r>
            <a:r>
              <a:rPr lang="en-US" sz="6600" dirty="0" smtClean="0"/>
              <a:t> </a:t>
            </a:r>
            <a:r>
              <a:rPr lang="en-US" sz="6600" dirty="0" err="1" smtClean="0"/>
              <a:t>veṇṇilā</a:t>
            </a:r>
            <a:r>
              <a:rPr lang="en-US" sz="6600" dirty="0" smtClean="0"/>
              <a:t> </a:t>
            </a:r>
            <a:r>
              <a:rPr lang="en-US" sz="6600" dirty="0" err="1" smtClean="0"/>
              <a:t>candrikayāy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 came like a heavenly </a:t>
            </a:r>
            <a:r>
              <a:rPr lang="en-US" sz="6000" dirty="0" err="1" smtClean="0">
                <a:solidFill>
                  <a:srgbClr val="FFFF00"/>
                </a:solidFill>
              </a:rPr>
              <a:t>Ganga</a:t>
            </a:r>
            <a:r>
              <a:rPr lang="en-US" sz="6000" dirty="0" smtClean="0">
                <a:solidFill>
                  <a:srgbClr val="FFFF00"/>
                </a:solidFill>
              </a:rPr>
              <a:t>, like silver moonlight lighting up the night sky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 smtClean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dīnānukambayāy</a:t>
            </a:r>
            <a:r>
              <a:rPr lang="en-US" sz="6600" dirty="0" smtClean="0"/>
              <a:t> </a:t>
            </a:r>
            <a:r>
              <a:rPr lang="en-US" sz="6600" dirty="0" err="1" smtClean="0"/>
              <a:t>dāsānu</a:t>
            </a:r>
            <a:r>
              <a:rPr lang="en-US" sz="6600" dirty="0" smtClean="0"/>
              <a:t> </a:t>
            </a:r>
            <a:r>
              <a:rPr lang="en-US" sz="6600" dirty="0" err="1" smtClean="0"/>
              <a:t>dāsiyāy</a:t>
            </a:r>
            <a:r>
              <a:rPr lang="en-US" sz="6600" dirty="0" smtClean="0"/>
              <a:t> - </a:t>
            </a:r>
            <a:r>
              <a:rPr lang="en-US" sz="6600" dirty="0" err="1" smtClean="0"/>
              <a:t>prēma</a:t>
            </a:r>
            <a:r>
              <a:rPr lang="en-US" sz="6600" dirty="0" smtClean="0"/>
              <a:t> </a:t>
            </a:r>
            <a:r>
              <a:rPr lang="en-US" sz="6600" dirty="0" err="1" smtClean="0"/>
              <a:t>pravāhamāy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r>
              <a:rPr lang="en-US" sz="6600" dirty="0" smtClean="0"/>
              <a:t> </a:t>
            </a:r>
            <a:r>
              <a:rPr lang="en-US" sz="6600" dirty="0" err="1" smtClean="0"/>
              <a:t>vannu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 </a:t>
            </a:r>
            <a:r>
              <a:rPr lang="en-US" sz="5400" dirty="0" smtClean="0">
                <a:solidFill>
                  <a:srgbClr val="FFFF00"/>
                </a:solidFill>
              </a:rPr>
              <a:t>came as compassion for the downtrodden, as the servant of servants. Mother came as a torrent of divine love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manassil</a:t>
            </a:r>
            <a:r>
              <a:rPr lang="en-US" sz="6000" dirty="0" smtClean="0"/>
              <a:t> </a:t>
            </a:r>
            <a:r>
              <a:rPr lang="en-US" sz="6000" dirty="0" err="1" smtClean="0"/>
              <a:t>orāyiram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ōrmakaḷ</a:t>
            </a:r>
            <a:r>
              <a:rPr lang="en-US" sz="6000" dirty="0" smtClean="0"/>
              <a:t> </a:t>
            </a:r>
            <a:r>
              <a:rPr lang="en-US" sz="6000" dirty="0" err="1" smtClean="0"/>
              <a:t>viḍartti</a:t>
            </a:r>
            <a:r>
              <a:rPr lang="en-US" sz="6000" dirty="0" smtClean="0"/>
              <a:t> - </a:t>
            </a:r>
            <a:r>
              <a:rPr lang="en-US" sz="6000" dirty="0" err="1" smtClean="0"/>
              <a:t>hṛdaya</a:t>
            </a:r>
            <a:r>
              <a:rPr lang="en-US" sz="6000" dirty="0" smtClean="0"/>
              <a:t> </a:t>
            </a:r>
            <a:r>
              <a:rPr lang="en-US" sz="6000" dirty="0" err="1" smtClean="0"/>
              <a:t>puṣpamāy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err="1" smtClean="0"/>
              <a:t>vannu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 came as the flower of the heart, and a thousand sweet memories blossomed in the mind.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ōrmayil</a:t>
            </a:r>
            <a:r>
              <a:rPr lang="en-US" sz="6600" dirty="0" smtClean="0"/>
              <a:t> </a:t>
            </a:r>
            <a:r>
              <a:rPr lang="en-US" sz="6600" dirty="0" err="1" smtClean="0"/>
              <a:t>āyiram</a:t>
            </a:r>
            <a:r>
              <a:rPr lang="en-US" sz="6600" dirty="0" smtClean="0"/>
              <a:t> </a:t>
            </a:r>
            <a:r>
              <a:rPr lang="en-US" sz="6600" dirty="0" err="1" smtClean="0"/>
              <a:t>pīli</a:t>
            </a:r>
            <a:r>
              <a:rPr lang="en-US" sz="6600" dirty="0" smtClean="0"/>
              <a:t> </a:t>
            </a:r>
            <a:r>
              <a:rPr lang="en-US" sz="6600" dirty="0" err="1" smtClean="0"/>
              <a:t>nivartti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jīvita</a:t>
            </a:r>
            <a:r>
              <a:rPr lang="en-US" sz="6600" dirty="0" smtClean="0"/>
              <a:t> </a:t>
            </a:r>
            <a:r>
              <a:rPr lang="en-US" sz="6600" dirty="0" err="1" smtClean="0"/>
              <a:t>vīthiyil</a:t>
            </a:r>
            <a:r>
              <a:rPr lang="en-US" sz="6600" dirty="0" smtClean="0"/>
              <a:t> </a:t>
            </a:r>
            <a:r>
              <a:rPr lang="en-US" sz="6600" dirty="0" err="1" smtClean="0"/>
              <a:t>amma</a:t>
            </a:r>
            <a:r>
              <a:rPr lang="en-US" sz="6600" dirty="0" smtClean="0"/>
              <a:t> </a:t>
            </a:r>
            <a:r>
              <a:rPr lang="en-US" sz="6600" dirty="0" err="1" smtClean="0"/>
              <a:t>vannu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Like </a:t>
            </a:r>
            <a:r>
              <a:rPr lang="en-US" sz="6000" dirty="0" smtClean="0">
                <a:solidFill>
                  <a:srgbClr val="FFFF00"/>
                </a:solidFill>
              </a:rPr>
              <a:t>a peacock spreading a thousand feathers of memories, Mother came into the path of my life.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ātmāvilēkkoru</a:t>
            </a:r>
            <a:r>
              <a:rPr lang="en-US" sz="6000" dirty="0" smtClean="0"/>
              <a:t> </a:t>
            </a:r>
            <a:r>
              <a:rPr lang="en-US" sz="6000" dirty="0" err="1" smtClean="0"/>
              <a:t>amṛtavarṣamāy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hṛdayattin</a:t>
            </a:r>
            <a:r>
              <a:rPr lang="en-US" sz="6000" dirty="0" smtClean="0"/>
              <a:t> </a:t>
            </a:r>
            <a:r>
              <a:rPr lang="en-US" sz="6000" dirty="0" err="1" smtClean="0"/>
              <a:t>bhāṣayāy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err="1" smtClean="0"/>
              <a:t>vannu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 came as a downpour of nectar on the soul, as the language of the heart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pūvinde</a:t>
            </a:r>
            <a:r>
              <a:rPr lang="en-US" sz="6000" dirty="0" smtClean="0"/>
              <a:t> </a:t>
            </a:r>
            <a:r>
              <a:rPr lang="en-US" sz="6000" dirty="0" err="1" smtClean="0"/>
              <a:t>mṛdula-bhāvamāy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tēn</a:t>
            </a:r>
            <a:r>
              <a:rPr lang="en-US" sz="6000" dirty="0" smtClean="0"/>
              <a:t> </a:t>
            </a:r>
            <a:r>
              <a:rPr lang="en-US" sz="6000" dirty="0" err="1" smtClean="0"/>
              <a:t>ūṙum</a:t>
            </a:r>
            <a:r>
              <a:rPr lang="en-US" sz="6000" dirty="0" smtClean="0"/>
              <a:t> </a:t>
            </a:r>
            <a:r>
              <a:rPr lang="en-US" sz="6000" dirty="0" err="1" smtClean="0"/>
              <a:t>mozhiyumāy</a:t>
            </a:r>
            <a:r>
              <a:rPr lang="en-US" sz="6000" dirty="0" smtClean="0"/>
              <a:t> </a:t>
            </a:r>
            <a:r>
              <a:rPr lang="en-US" sz="6000" dirty="0" err="1" smtClean="0"/>
              <a:t>amma</a:t>
            </a:r>
            <a:r>
              <a:rPr lang="en-US" sz="6000" dirty="0" smtClean="0"/>
              <a:t> </a:t>
            </a:r>
            <a:r>
              <a:rPr lang="en-US" sz="6000" dirty="0" err="1" smtClean="0"/>
              <a:t>vannu</a:t>
            </a:r>
            <a:r>
              <a:rPr lang="en-US" sz="6000" dirty="0" smtClean="0"/>
              <a:t> 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Mother </a:t>
            </a:r>
            <a:r>
              <a:rPr lang="en-US" sz="6000" dirty="0" smtClean="0">
                <a:solidFill>
                  <a:srgbClr val="FFFF00"/>
                </a:solidFill>
              </a:rPr>
              <a:t>came as the softness of a flower, with words flowing with honey</a:t>
            </a:r>
            <a:r>
              <a:rPr lang="en-US" sz="6000" dirty="0" smtClean="0">
                <a:solidFill>
                  <a:srgbClr val="FFFF00"/>
                </a:solidFill>
              </a:rPr>
              <a:t>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2846</TotalTime>
  <Words>157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oru svarga gaṅgayāy amma vannu</vt:lpstr>
      <vt:lpstr>oru svarga gaṅgayāy amma vannu - viṇṇile veṇṇilā candrikayāy</vt:lpstr>
      <vt:lpstr>dīnānukambayāy dāsānu dāsiyāy - prēma pravāhamāy amma vannu</vt:lpstr>
      <vt:lpstr>manassil orāyiram ōrmakaḷ viḍartti - hṛdaya puṣpamāy amma vannu</vt:lpstr>
      <vt:lpstr>ōrmayil āyiram pīli nivartti jīvita vīthiyil amma vannu</vt:lpstr>
      <vt:lpstr>ātmāvilēkkoru amṛtavarṣamāy hṛdayattin bhāṣayāy amma vannu</vt:lpstr>
      <vt:lpstr>oru pūvinde mṛdula-bhāvamāy tēn ūṙum mozhiyumāy amma vannu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317</cp:revision>
  <dcterms:created xsi:type="dcterms:W3CDTF">2006-08-16T00:00:00Z</dcterms:created>
  <dcterms:modified xsi:type="dcterms:W3CDTF">2025-05-04T12:05:21Z</dcterms:modified>
</cp:coreProperties>
</file>