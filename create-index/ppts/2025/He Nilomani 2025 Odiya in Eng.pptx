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812EB-871D-4F53-8078-B486FF5DB32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6A2EC-612F-425C-AE96-5EB30E1396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nīḷōmaṇi hē jogonnātho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(Odiya)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hē nīḷōmaṇi hē jogonnātho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ākhi poḍilē tōrō chūṭṭē samsārō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Blue Jewel, O Jagannatha, with just one glance from you, the bondage of this world is broken.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nīḷāccōḷo moṇi hē prabhu cokkā ākhi tōrō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tōrē dēkhīlē mottē śrīhori chūṭṭī jībō janmōcakr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O Jewel of Nilachala, O Lord, with your wide round eyes, if you look upon me just once, O Srihari, I shall be freed from the cycle of birth.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subhra saṅkhu dhōri madhur tānnorē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tumē bhaktō rakhyākārī hē madhōbō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Holding a pure white conch, with melody resounding, O Madhava! You are the protector of your devotees.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nīḷōmēghō sorīro kṛpādhārā odhōrē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Your body has the hue of a dark raincloud, and kindness flows from your lips.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jībō jōgattō tumō antardṛṣṭirē – sabo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jībō jōgattō tumō antardṛṣṭirē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All living beings and this entire world world dwell within your inner vision.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nirākārō rūpē tumē dhōricō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prēmō ānandō madhur līlā tumē raccūchō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formless, yet you assume a form. You create sweet and blissful divine plays, filled with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hāttō gōḍōnō thāyī prabhū seyī rūpē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though without hands or feet, in that very form,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jōgattorō sab līlā tumē kōruccō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enact all the divine play of this world.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dāsī hōyī tumō guṇō gāvūchi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tumō pādōdhyāno sadākōri cāhūchī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Becoming your humble servant, I sing your glories. I wish always to meditate upon your sacred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cāhūni svargō na mōkhyōrō sthānō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desire neither a place in heaven or liberation.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cāhūnci tumōkku prabhū ēhi nibēdonō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cāhūnci tumōkku prabhū ēhi nibēdonō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I long only for you — this is my heartfelt prayer.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nīlō mādhōbhō bhakta vatsalo jagannāthō joy joy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dark-blue Madhava, the compassionate Lord of devotees — Jagannatha.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jōgattarō pālana hārō biśvanāthō joy joy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the protector and sustainer of the universe — the Lord of all worlds.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303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hē nīḷōmaṇi hē jogonnātho</vt:lpstr>
      <vt:lpstr>hē nīḷōmaṇi hē jogonnātho ākhi poḍilē tōrō chūṭṭē samsārō</vt:lpstr>
      <vt:lpstr>nīḷāccōḷo moṇi hē prabhu cokkā ākhi tōrō tōrē dēkhīlē mottē śrīhori chūṭṭī jībō janmōcakr</vt:lpstr>
      <vt:lpstr>subhra saṅkhu dhōri madhur tānnorē tumē bhaktō rakhyākārī hē madhōbō</vt:lpstr>
      <vt:lpstr>nīḷōmēghō sorīro kṛpādhārā odhōrē</vt:lpstr>
      <vt:lpstr>jībō jōgattō tumō antardṛṣṭirē – sabo jībō jōgattō tumō antardṛṣṭirē</vt:lpstr>
      <vt:lpstr>nirākārō rūpē tumē dhōricō prēmō ānandō madhur līlā tumē raccūchō</vt:lpstr>
      <vt:lpstr>hāttō gōḍōnō thāyī prabhū seyī rūpē</vt:lpstr>
      <vt:lpstr>jōgattorō sab līlā tumē kōruccō</vt:lpstr>
      <vt:lpstr>dāsī hōyī tumō guṇō gāvūchi tumō pādōdhyāno sadākōri cāhūchī</vt:lpstr>
      <vt:lpstr>cāhūni svargō na mōkhyōrō sthānō</vt:lpstr>
      <vt:lpstr>cāhūnci tumōkku prabhū ēhi nibēdonō cāhūnci tumōkku prabhū ēhi nibēdonō</vt:lpstr>
      <vt:lpstr>nīlō mādhōbhō bhakta vatsalo jagannāthō joy joy</vt:lpstr>
      <vt:lpstr>jōgattarō pālana hārō biśvanāthō joy joy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hē nīḷōmaṇi hē jogonnātho</dc:title>
  <dc:creator>Amrita</dc:creator>
  <cp:lastModifiedBy>Amrita</cp:lastModifiedBy>
  <cp:revision>1</cp:revision>
  <dcterms:created xsi:type="dcterms:W3CDTF">2025-06-21T14:23:20Z</dcterms:created>
  <dcterms:modified xsi:type="dcterms:W3CDTF">2025-06-21T14:24:51Z</dcterms:modified>
</cp:coreProperties>
</file>