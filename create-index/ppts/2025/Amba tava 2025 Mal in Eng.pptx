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2CED7-F99B-4FCD-B91E-654F20976CE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5FA38-BA28-4F69-B165-E57B6C0EAD2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amba tava cāru-śyāma-varṇṇattil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 tava cāru-śyāma-varṇṇattil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samyutamākā varṇṇaṅgaḷ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is there a colour that does not merge into your beautiful dark hue?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ambarē śvētavarṇṇē tāvakē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pratiphalicciḍā varṇṇam onnuṇḍō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Is there any shade in all creation that is not reflected in the pure white of your saree? You embrace and include all beings in this world.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amba tava madhura-vāṇi sāntvanam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aruḷiḍā dīna-hṛdayam atuṇḍō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Do your sweet words not bring solace, even to those burdened by deep sorrow?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avabōdham ēki tava vācavīci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vīthi teḷiykkā hṛdayam onnuṇḍō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Do your words of guidance not touch even the hardest of hearts, opening the way for the light of awareness to arise?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 tava cāru-śyāma-varṇṇattil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samyutamākā varṇṇaṅgaḷ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is there a colour that does not merge into your beautiful dark hue?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amba-padamalar-sēvayil viḍarā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natajana-mānasa-malarukaḷ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Do not the heart-lotuses of the humble blossom when they serve your lotus feet?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mandahāsābha tiṅgum vadanattāl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āndhyam akalātta mānasam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Does not the radiance of your smile not dispel the darkness in every human heart?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amba tava cāru-śyāma-varṇṇattil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samyutamākā varṇṇaṅgaḷ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is there a colour that does not merge into your beautiful dark hue?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amba karuṇā-kaḍākṣa-vīcikaḷ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aruḷiḍā bhāgya-śṛṅgam-atuṇḍō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does not your compassionate glance bestow the highest fortune?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antar-prasādam tāvakamaruḷā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santōṣattin prāsādam uṇḍō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 the joy we receive by pleasing your divine heart not beyond all measure?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amba tava cāru-śyāma-varṇṇattil</vt:lpstr>
      <vt:lpstr>amba tava cāru-śyāma-varṇṇattil samyutamākā varṇṇaṅgaḷ uṇḍō</vt:lpstr>
      <vt:lpstr>ambarē śvētavarṇṇē tāvakē pratiphalicciḍā varṇṇam onnuṇḍō</vt:lpstr>
      <vt:lpstr>amba tava madhura-vāṇi sāntvanam aruḷiḍā dīna-hṛdayam atuṇḍō</vt:lpstr>
      <vt:lpstr>avabōdham ēki tava vācavīci vīthi teḷiykkā hṛdayam onnuṇḍō</vt:lpstr>
      <vt:lpstr>amba tava cāru-śyāma-varṇṇattil samyutamākā varṇṇaṅgaḷ uṇḍō</vt:lpstr>
      <vt:lpstr>amba-padamalar-sēvayil viḍarā natajana-mānasa-malarukaḷ uṇḍō</vt:lpstr>
      <vt:lpstr>mandahāsābha tiṅgum vadanattāl āndhyam akalātta mānasam uṇḍō</vt:lpstr>
      <vt:lpstr>amba tava cāru-śyāma-varṇṇattil samyutamākā varṇṇaṅgaḷ uṇḍō</vt:lpstr>
      <vt:lpstr>amba karuṇā-kaḍākṣa-vīcikaḷ aruḷiḍā bhāgya-śṛṅgam-atuṇḍō</vt:lpstr>
      <vt:lpstr>_x000c_ antar-prasādam tāvakamaruḷā santōṣattin prāsādam uṇḍō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amba tava cāru-śyāma-varṇṇattil</dc:title>
  <dc:creator>Amrita</dc:creator>
  <cp:lastModifiedBy>Amrita</cp:lastModifiedBy>
  <cp:revision>1</cp:revision>
  <dcterms:created xsi:type="dcterms:W3CDTF">2025-08-06T12:27:43Z</dcterms:created>
  <dcterms:modified xsi:type="dcterms:W3CDTF">2025-08-06T12:28:08Z</dcterms:modified>
</cp:coreProperties>
</file>