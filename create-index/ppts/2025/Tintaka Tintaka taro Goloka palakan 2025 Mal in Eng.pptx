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8" r:id="rId12"/>
    <p:sldId id="265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55A2B-6925-4EA2-A561-B2D3ED81433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145FD-9741-41A7-A768-70FD48B847D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dirty="0" smtClean="0">
                <a:solidFill>
                  <a:srgbClr val="FFFFFF"/>
                </a:solidFill>
                <a:latin typeface="Calibri"/>
              </a:rPr>
              <a:t>tintaka tintaka tārō taka tintaka tārō</a:t>
            </a:r>
            <a:br>
              <a:rPr lang="fi-FI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>
                <a:solidFill>
                  <a:srgbClr val="FFFFFF"/>
                </a:solidFill>
              </a:rPr>
              <a:t> </a:t>
            </a:r>
            <a:r>
              <a:rPr lang="en-US" sz="6600" dirty="0" smtClean="0">
                <a:solidFill>
                  <a:srgbClr val="FFFFFF"/>
                </a:solidFill>
              </a:rPr>
              <a:t>(</a:t>
            </a:r>
            <a:r>
              <a:rPr lang="en-US" sz="6600" dirty="0" err="1" smtClean="0">
                <a:solidFill>
                  <a:srgbClr val="FFFFFF"/>
                </a:solidFill>
              </a:rPr>
              <a:t>gōlōka-pālakan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r>
              <a:rPr lang="en-US" sz="6600" dirty="0" err="1">
                <a:solidFill>
                  <a:srgbClr val="FFFFFF"/>
                </a:solidFill>
              </a:rPr>
              <a:t>kaṇṇan</a:t>
            </a:r>
            <a:r>
              <a:rPr lang="en-US" sz="6600" dirty="0">
                <a:solidFill>
                  <a:srgbClr val="FFFFFF"/>
                </a:solidFill>
              </a:rPr>
              <a:t> </a:t>
            </a:r>
            <a:r>
              <a:rPr lang="en-US" sz="6600" dirty="0" smtClean="0">
                <a:solidFill>
                  <a:srgbClr val="FFFFFF"/>
                </a:solidFill>
              </a:rPr>
              <a:t>)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 taka tintaka tārō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tintaka tintaka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Chorus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gōlōka-pālakan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gōkkaḷe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mēykkān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iṙaṅgi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ārum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koticcu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pōyiḍum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tasya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bālaka-sundara-rūpam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Krishna, the youthful guardian of Gokul, sets out to graze the cows in the forest. His radiant form, so enchanting, draws every heart to him.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cēlotta vārmuḍi keṭṭil 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cēṇuṫṫa pīli tiruki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tuṅgi kiḍakkunnu tellu atil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cūḍiya mullappū-māla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 peacock feather crowns his hair-knot, while a jasmine garland cascades over his chest.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 taka tintaka tārō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tintaka tintaka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Chorus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pītāmbara-paṭṭu cuṫṫi atil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mīte aramaṇi cārtti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gōkulam pāḍi uṇarttum nalla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kōlakkuzhalum tiruki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200" smtClean="0">
                <a:solidFill>
                  <a:srgbClr val="FFFF00"/>
                </a:solidFill>
                <a:latin typeface="Calibri"/>
              </a:rPr>
              <a:t>A yellow cloth adorns his waist, over which a delicate belt of tiny bells softly tinkles. Tucked within it lies his cherished flute, whose melodies awaken and gladden every heart in Gokula.</a:t>
            </a:r>
            <a:endParaRPr lang="en-US" sz="4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śrīvatsa vakṣasil ninnum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veṙiṭṭu pōkāt-iriykkān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pāḍupeṭṭ-oṭṭiyiriykkum tava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nalla pulinakha-māla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Around his neck clings a tiger-claw necklace, struggling to remain upon the chest that bears the Śrīvatsa mark—the symbol of his divine glory.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 taka tintaka tārō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tintaka tintaka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Chorus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āḍi-kaḷiykkunnu māṙil mōḍi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kūṭṭum ēṙe vanamāla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kayyil oru kālikkōlum – maṙu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kayyil kaḷiykkuvān pantum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Garlands of wildflowers sway upon his chest, enhancing the beauty of his form. In one hand he holds a herding staff, in the other, a ball for play.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uccaykk-amṛtēttināyi – ceṙu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pātrattil nalla pāl cōṙum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kūṭṭukārkk-ēkuvānāyi – maṫṫu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pātraṅgaḷil naṙuveṇṇa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lunch, he carries a small pot of milk rice in other pots, fresh butter for friends he adores.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 taka tintaka tārō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tintaka tintaka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Chorus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centāmara-pūkkaḷ vellum ninde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centaḷir-pādaṅgaḷ pāril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cintunnu śōbhayāl uḷḷam 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ennum antastham āyiriykkēṇam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Krishna, even red lotuses must bow before the beauty of your sacred feet. May my heart dive deep into the light that radiates from them.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kāruṇya-vāridhē kṛṣṇā – tava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kālkal arppiykkunni janmam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tāvaka kāruṇya-varṣam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ennil ēkaṇam prēma-piyūṣam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Krishna, O ocean of compassion, I lay my life at your lotus feet. By your grace alone, may I be blessed with the nectar of your love.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 taka tintaka tārō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tintaka tintaka</a:t>
            </a:r>
            <a:br>
              <a:rPr lang="fi-FI" sz="5600" smtClean="0">
                <a:solidFill>
                  <a:srgbClr val="FFFFFF"/>
                </a:solidFill>
                <a:latin typeface="Calibri"/>
              </a:rPr>
            </a:br>
            <a:r>
              <a:rPr lang="fi-FI" sz="5600" smtClean="0">
                <a:solidFill>
                  <a:srgbClr val="FFFFFF"/>
                </a:solidFill>
                <a:latin typeface="Calibri"/>
              </a:rPr>
              <a:t>tintaka tintaka tārō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Chorus of exultation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300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tintaka tintaka tārō taka tintaka tārō  (gōlōka-pālakan kaṇṇan )</vt:lpstr>
      <vt:lpstr>tintaka tintaka tārō taka tintaka tārō tintaka tintaka tintaka tintaka tintaka tintaka tārō</vt:lpstr>
      <vt:lpstr>gōlōka-pālakan kaṇṇan annu gōkkaḷe mēykkān iṙaṅgi ārum koticcu pōyiḍum tasya bālaka-sundara-rūpam</vt:lpstr>
      <vt:lpstr>cēlotta vārmuḍi keṭṭil oru cēṇuṫṫa pīli tiruki tuṅgi kiḍakkunnu tellu atil cūḍiya mullappū-māla</vt:lpstr>
      <vt:lpstr>tintaka tintaka tārō taka tintaka tārō tintaka tintaka tintaka tintaka tintaka tintaka tārō</vt:lpstr>
      <vt:lpstr>pītāmbara-paṭṭu cuṫṫi atil  mīte aramaṇi cārtti gōkulam pāḍi uṇarttum nalla kōlakkuzhalum tiruki</vt:lpstr>
      <vt:lpstr>śrīvatsa vakṣasil ninnum veṙiṭṭu pōkāt-iriykkān pāḍupeṭṭ-oṭṭiyiriykkum tava nalla pulinakha-māla</vt:lpstr>
      <vt:lpstr>tintaka tintaka tārō taka tintaka tārō tintaka tintaka tintaka tintaka tintaka tintaka tārō</vt:lpstr>
      <vt:lpstr>āḍi-kaḷiykkunnu māṙil mōḍi kūṭṭum ēṙe vanamāla kayyil oru kālikkōlum – maṙu kayyil kaḷiykkuvān pantum</vt:lpstr>
      <vt:lpstr>uccaykk-amṛtēttināyi – ceṙu pātrattil nalla pāl cōṙum kūṭṭukārkk-ēkuvānāyi – maṫṫu pātraṅgaḷil naṙuveṇṇa</vt:lpstr>
      <vt:lpstr>tintaka tintaka tārō taka tintaka tārō tintaka tintaka tintaka tintaka tintaka tintaka tārō</vt:lpstr>
      <vt:lpstr>centāmara-pūkkaḷ vellum ninde centaḷir-pādaṅgaḷ pāril cintunnu śōbhayāl uḷḷam  ennum antastham āyiriykkēṇam</vt:lpstr>
      <vt:lpstr>kāruṇya-vāridhē kṛṣṇā – tava kālkal arppiykkunni janmam tāvaka kāruṇya-varṣam ennil ēkaṇam prēma-piyūṣam</vt:lpstr>
      <vt:lpstr>tintaka tintaka tārō taka tintaka tārō tintaka tintaka tintaka tintaka tintaka tintaka tārō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tintaka tintaka tārō taka tintaka tārō  (gōlōka-pālakan kaṇṇan )</dc:title>
  <dc:creator>Amrita</dc:creator>
  <cp:lastModifiedBy>Amrita</cp:lastModifiedBy>
  <cp:revision>1</cp:revision>
  <dcterms:created xsi:type="dcterms:W3CDTF">2025-06-27T10:27:23Z</dcterms:created>
  <dcterms:modified xsi:type="dcterms:W3CDTF">2025-06-27T10:34:30Z</dcterms:modified>
</cp:coreProperties>
</file>