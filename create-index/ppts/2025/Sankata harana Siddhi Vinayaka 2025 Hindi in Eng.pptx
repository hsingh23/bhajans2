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8B9B-9D4F-446E-BE4C-23C62BE80B9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597AF-E7BE-4D0A-97E8-48E0740ED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8B9B-9D4F-446E-BE4C-23C62BE80B9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597AF-E7BE-4D0A-97E8-48E0740ED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8B9B-9D4F-446E-BE4C-23C62BE80B9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597AF-E7BE-4D0A-97E8-48E0740ED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8B9B-9D4F-446E-BE4C-23C62BE80B9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597AF-E7BE-4D0A-97E8-48E0740ED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8B9B-9D4F-446E-BE4C-23C62BE80B9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597AF-E7BE-4D0A-97E8-48E0740ED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8B9B-9D4F-446E-BE4C-23C62BE80B9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597AF-E7BE-4D0A-97E8-48E0740ED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8B9B-9D4F-446E-BE4C-23C62BE80B9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597AF-E7BE-4D0A-97E8-48E0740ED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8B9B-9D4F-446E-BE4C-23C62BE80B9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597AF-E7BE-4D0A-97E8-48E0740ED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8B9B-9D4F-446E-BE4C-23C62BE80B9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597AF-E7BE-4D0A-97E8-48E0740ED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8B9B-9D4F-446E-BE4C-23C62BE80B9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597AF-E7BE-4D0A-97E8-48E0740ED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8B9B-9D4F-446E-BE4C-23C62BE80B9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597AF-E7BE-4D0A-97E8-48E0740ED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38B9B-9D4F-446E-BE4C-23C62BE80B9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597AF-E7BE-4D0A-97E8-48E0740EDF4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saṅkaṭa-haraṇa siddhi-vināyaka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saṅkaṭa-haraṇa siddhi-vināyaka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gaṇapati vinati sunō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O remover of troubles, giver of success, Ganapati, please hear our prayer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śaṅkara-nandana vighna-vināśaka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kaṣṭ kō dūr karō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 Son of Shankara, destroyer of obstacles, take away our suffering.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jay jay gaṇēś jay jay gaṇēś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jay jay gaṇēś bōlō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Victory to Ganesha, victory to Ganesha—say it aloud.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jay jay gaṇēś jay jay gaṇēś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jay jay gaṇēś gāvō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Victory to Ganesha, victory to Ganesha—sing it with joy.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ēkadanta tum jñāna-pradāyaka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sadbuddhi ham kō dījō prabhō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You have a single tusk, and bestow knowledge. Grant us right understanding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mūṣika-vāhana mōdaka-hasta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dṛḍha-viśvās samarpaṇ dē dō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 O Lord. You who ride the mouse and hold sweet modakas—give us firm faith and surrender.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pāśāṅkuśa-dhara praṇava-svarūpa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prēma-bhakti ham kō dījō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hold the noose and goad, and are the embodiment of Om—grant us love and devotion.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pārvati-priyasuta ṣaṇmukha-sōdara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paramajñāna ham kō dījiyē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Beloved son of Parvati, brother of Shanmukha—grant us supreme wisdom.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niścal man dēkar gaṇanāyaka 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hṛdaya mandir meiṅ vās karō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O Lord of the Ganas, grant us a steady mind and dwell in the temple of our hearts.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tērē śaraṇ meiṅ āyē haiṅ prabhu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śubha-maṅgal ham kō dē dō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We have come to your refuge, Lord—give us blessings and auspiciousness.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saṅkaṭa-haraṇa siddhi-vināyaka</vt:lpstr>
      <vt:lpstr>saṅkaṭa-haraṇa siddhi-vināyaka gaṇapati vinati sunō</vt:lpstr>
      <vt:lpstr>śaṅkara-nandana vighna-vināśaka kaṣṭ kō dūr karō</vt:lpstr>
      <vt:lpstr>jay jay gaṇēś jay jay gaṇēś jay jay gaṇēś bōlō</vt:lpstr>
      <vt:lpstr>jay jay gaṇēś jay jay gaṇēś jay jay gaṇēś gāvō</vt:lpstr>
      <vt:lpstr>ēkadanta tum jñāna-pradāyaka sadbuddhi ham kō dījō prabhō</vt:lpstr>
      <vt:lpstr>mūṣika-vāhana mōdaka-hasta dṛḍha-viśvās samarpaṇ dē dō</vt:lpstr>
      <vt:lpstr>pāśāṅkuśa-dhara praṇava-svarūpa prēma-bhakti ham kō dījō</vt:lpstr>
      <vt:lpstr>pārvati-priyasuta ṣaṇmukha-sōdara paramajñāna ham kō dījiyē</vt:lpstr>
      <vt:lpstr>niścal man dēkar gaṇanāyaka  hṛdaya mandir meiṅ vās karō</vt:lpstr>
      <vt:lpstr>tērē śaraṇ meiṅ āyē haiṅ prabhu śubha-maṅgal ham kō dē dō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saṅkaṭa-haraṇa siddhi-vināyaka</dc:title>
  <dc:creator>Amrita</dc:creator>
  <cp:lastModifiedBy>Amrita</cp:lastModifiedBy>
  <cp:revision>1</cp:revision>
  <dcterms:created xsi:type="dcterms:W3CDTF">2025-07-20T05:46:21Z</dcterms:created>
  <dcterms:modified xsi:type="dcterms:W3CDTF">2025-07-20T05:47:15Z</dcterms:modified>
</cp:coreProperties>
</file>