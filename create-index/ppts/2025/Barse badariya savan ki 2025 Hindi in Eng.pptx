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DEFF0-BB84-4ADF-AC4D-93FE46595BDA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62968-1A0C-4EF1-9337-8B2A89A82C2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DEFF0-BB84-4ADF-AC4D-93FE46595BDA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62968-1A0C-4EF1-9337-8B2A89A82C2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DEFF0-BB84-4ADF-AC4D-93FE46595BDA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62968-1A0C-4EF1-9337-8B2A89A82C2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DEFF0-BB84-4ADF-AC4D-93FE46595BDA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62968-1A0C-4EF1-9337-8B2A89A82C2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DEFF0-BB84-4ADF-AC4D-93FE46595BDA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62968-1A0C-4EF1-9337-8B2A89A82C2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DEFF0-BB84-4ADF-AC4D-93FE46595BDA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62968-1A0C-4EF1-9337-8B2A89A82C2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DEFF0-BB84-4ADF-AC4D-93FE46595BDA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62968-1A0C-4EF1-9337-8B2A89A82C2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DEFF0-BB84-4ADF-AC4D-93FE46595BDA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62968-1A0C-4EF1-9337-8B2A89A82C2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DEFF0-BB84-4ADF-AC4D-93FE46595BDA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62968-1A0C-4EF1-9337-8B2A89A82C2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DEFF0-BB84-4ADF-AC4D-93FE46595BDA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62968-1A0C-4EF1-9337-8B2A89A82C2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DEFF0-BB84-4ADF-AC4D-93FE46595BDA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62968-1A0C-4EF1-9337-8B2A89A82C2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5DEFF0-BB84-4ADF-AC4D-93FE46595BDA}" type="datetimeFigureOut">
              <a:rPr lang="en-US" smtClean="0"/>
              <a:t>8/8/2025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962968-1A0C-4EF1-9337-8B2A89A82C23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barsē badariyā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(Hindi)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barsē badariyā sāvan kī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sāvan kī man bhāvan kī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The clouds of the monsoon are pouring, the rains of Sawan bring delight to the heart.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sāvan meiṅ umaṅgyō mērō manvā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jhanak sunī hari āvan kī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In the month of Sawan my heart overflows with joy, for I hear the tinkling sound that tells of Hari’s coming.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200" smtClean="0">
                <a:solidFill>
                  <a:srgbClr val="FFFFFF"/>
                </a:solidFill>
                <a:latin typeface="Calibri"/>
              </a:rPr>
              <a:t>umaḍ ghumaḍ cāhuṅ dēs sē āyō</a:t>
            </a:r>
            <a:br>
              <a:rPr lang="en-US" sz="6200" smtClean="0">
                <a:solidFill>
                  <a:srgbClr val="FFFFFF"/>
                </a:solidFill>
                <a:latin typeface="Calibri"/>
              </a:rPr>
            </a:br>
            <a:r>
              <a:rPr lang="en-US" sz="6200" smtClean="0">
                <a:solidFill>
                  <a:srgbClr val="FFFFFF"/>
                </a:solidFill>
                <a:latin typeface="Calibri"/>
              </a:rPr>
              <a:t>dāminī dhamkē jhar lāvan kī</a:t>
            </a:r>
            <a:endParaRPr lang="en-US" sz="62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From all directions the clouds have gathered and rolled in, lightning flashing as showers descend.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nanhē nanhē būndan mēghā barsē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śītal pavan suhāvan kī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000" smtClean="0">
                <a:solidFill>
                  <a:srgbClr val="FFFF00"/>
                </a:solidFill>
                <a:latin typeface="Calibri"/>
              </a:rPr>
              <a:t>Tiny drops fall as the clouds rain down, and a cool, gentle breeze soothes the air.</a:t>
            </a:r>
            <a:endParaRPr lang="en-US" sz="60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mīrā kē prabhu giridhar nāgar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ānand maṅgal gāvan kī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For Meera’s Lord, Giridhar Nagar, songs of joy and auspicious celebration are sung.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121</Words>
  <Application>Microsoft Office PowerPoint</Application>
  <PresentationFormat>On-screen Show (4:3)</PresentationFormat>
  <Paragraphs>13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barsē badariyā </vt:lpstr>
      <vt:lpstr>barsē badariyā sāvan kī sāvan kī man bhāvan kī</vt:lpstr>
      <vt:lpstr>sāvan meiṅ umaṅgyō mērō manvā jhanak sunī hari āvan kī</vt:lpstr>
      <vt:lpstr>umaḍ ghumaḍ cāhuṅ dēs sē āyō dāminī dhamkē jhar lāvan kī</vt:lpstr>
      <vt:lpstr>nanhē nanhē būndan mēghā barsē śītal pavan suhāvan kī</vt:lpstr>
      <vt:lpstr>mīrā kē prabhu giridhar nāgar ānand maṅgal gāvan kī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barsē badariyā</dc:title>
  <dc:creator>Amrita</dc:creator>
  <cp:lastModifiedBy>Amrita</cp:lastModifiedBy>
  <cp:revision>1</cp:revision>
  <dcterms:created xsi:type="dcterms:W3CDTF">2025-08-08T11:10:46Z</dcterms:created>
  <dcterms:modified xsi:type="dcterms:W3CDTF">2025-08-08T11:13:53Z</dcterms:modified>
</cp:coreProperties>
</file>