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5F0B-A8BD-4419-A133-C65916539F3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05E63-0E2B-493D-8D03-488EBB1567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uḍukkin nādam kēkkaṇaṇḍaḷḷō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uḍukkin nādam kēkkaṇaṇḍaḷḷō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endeccō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hear the sound of Shiva’s damaru — O Shiva, my dear father!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takil tāḷam koṭṭaṇaṇḍallō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endeccō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I hear the beat of the small, sacred drum — O Shiva, my beloved and gracious father!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aḍiyande uḷḷilum tāṇḍavam āḍu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itaka itaka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Come and dance your ecstatic Tandava in my heart, O dear father, dance to the rhythm of the drumbeats!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aḍiyande nēreyum kāruṇyam kāṭṭu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itaka itaka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Show your kindness to your humble devotee, O Shiva, my dear and gracious father.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hara hara hara ponnaccō ōhō ōhō 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Hara Hara! O my dear father!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śiva śiva hara ponnaccō ōhō ōhō ō…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Shiva, Shiva, O my gracious father!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hara hara hara śiva śiva śiva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tani taka 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beloved father, dance to the rhythm of the drumbeats.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tripuram mūnnum ericcaḍakki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endeccō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burned to ash the three impious cities of Tripura, O Shiva, my dear and gracious father.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kāmaneyaṅgu bhasmam ākki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endeccō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turned Kamadeva, the god of desire, to dust;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vairāgiyāy aṅgu vāṇaruḷi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itaka itaka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reign in supreme and sovereign dispassion.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aḍiyande nēreyum kāruṇyam kāṭṭu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itaka itaka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O dear father, dance to the rhythm of the drumbeats! Show kindness to your humble devotee, O Shiva, my dear and gracious father!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gaṅgēḍe garvam piḍīcc-aḍakki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endeccō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halted the thundering descent of the prideful Ganga from the heavens, O Shiva, my dear and gracious father.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tirujaḍayil sthānam koḍuttu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endeccō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gave her a home in your matted locks, O Shiva.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aḍiyande garvam nīkkaṇē nāthā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itaka itaka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remove the pride from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aḍiyande nēreyum kāruṇyam kāṭṭu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itaka itaka ponnaccō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Show kindness to your humble devotee, O Shiva, my dear and gracious father!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300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uḍukkin nādam kēkkaṇaṇḍaḷḷō</vt:lpstr>
      <vt:lpstr>uḍukkin nādam kēkkaṇaṇḍaḷḷō endeccō ponnaccō</vt:lpstr>
      <vt:lpstr>takil tāḷam koṭṭaṇaṇḍallō endeccō ponnaccō</vt:lpstr>
      <vt:lpstr>aḍiyande uḷḷilum tāṇḍavam āḍu itaka itaka ponnaccō</vt:lpstr>
      <vt:lpstr>aḍiyande nēreyum kāruṇyam kāṭṭu itaka itaka ponnaccō</vt:lpstr>
      <vt:lpstr>hara hara hara ponnaccō ōhō ōhō ō…</vt:lpstr>
      <vt:lpstr>śiva śiva hara ponnaccō ōhō ōhō ō…</vt:lpstr>
      <vt:lpstr>hara hara hara śiva śiva śiva tani taka taka ponnaccō</vt:lpstr>
      <vt:lpstr>tripuram mūnnum ericcaḍakki endeccō ponnaccō</vt:lpstr>
      <vt:lpstr>kāmaneyaṅgu bhasmam ākki endeccō ponnaccō</vt:lpstr>
      <vt:lpstr>vairāgiyāy aṅgu vāṇaruḷi itaka itaka ponnaccō</vt:lpstr>
      <vt:lpstr>aḍiyande nēreyum kāruṇyam kāṭṭu itaka itaka ponnaccō</vt:lpstr>
      <vt:lpstr>gaṅgēḍe garvam piḍīcc-aḍakki endeccō ponnaccō</vt:lpstr>
      <vt:lpstr>tirujaḍayil sthānam koḍuttu endeccō ponnaccō</vt:lpstr>
      <vt:lpstr>aḍiyande garvam nīkkaṇē nāthā itaka itaka ponnaccō</vt:lpstr>
      <vt:lpstr>aḍiyande nēreyum kāruṇyam kāṭṭu itaka itaka ponnaccō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uḍukkin nādam kēkkaṇaṇḍaḷḷō</dc:title>
  <dc:creator>Amrita</dc:creator>
  <cp:lastModifiedBy>Amrita</cp:lastModifiedBy>
  <cp:revision>1</cp:revision>
  <dcterms:created xsi:type="dcterms:W3CDTF">2025-06-18T15:05:02Z</dcterms:created>
  <dcterms:modified xsi:type="dcterms:W3CDTF">2025-06-18T15:07:46Z</dcterms:modified>
</cp:coreProperties>
</file>