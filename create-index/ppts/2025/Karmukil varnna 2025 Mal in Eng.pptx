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6" r:id="rId2"/>
    <p:sldId id="291" r:id="rId3"/>
    <p:sldId id="292" r:id="rId4"/>
    <p:sldId id="293" r:id="rId5"/>
    <p:sldId id="287" r:id="rId6"/>
    <p:sldId id="294" r:id="rId7"/>
    <p:sldId id="295" r:id="rId8"/>
    <p:sldId id="302" r:id="rId9"/>
    <p:sldId id="288" r:id="rId10"/>
    <p:sldId id="296" r:id="rId11"/>
    <p:sldId id="297" r:id="rId12"/>
    <p:sldId id="303" r:id="rId13"/>
    <p:sldId id="289" r:id="rId14"/>
    <p:sldId id="298" r:id="rId15"/>
    <p:sldId id="299" r:id="rId16"/>
    <p:sldId id="304" r:id="rId17"/>
    <p:sldId id="290" r:id="rId18"/>
    <p:sldId id="300" r:id="rId19"/>
    <p:sldId id="301" r:id="rId20"/>
    <p:sldId id="305" r:id="rId21"/>
    <p:sldId id="306" r:id="rId22"/>
    <p:sldId id="30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kārmukil</a:t>
            </a:r>
            <a:r>
              <a:rPr lang="en-US" sz="7200" dirty="0" smtClean="0"/>
              <a:t> </a:t>
            </a:r>
            <a:r>
              <a:rPr lang="en-US" sz="7200" dirty="0" err="1" smtClean="0"/>
              <a:t>varṇṇā</a:t>
            </a:r>
            <a:r>
              <a:rPr lang="en-US" sz="7200" dirty="0" smtClean="0"/>
              <a:t> </a:t>
            </a:r>
            <a:r>
              <a:rPr lang="en-US" sz="7200" dirty="0" err="1" smtClean="0"/>
              <a:t>ennuṇṇi</a:t>
            </a:r>
            <a:r>
              <a:rPr lang="en-US" sz="7200" dirty="0" smtClean="0"/>
              <a:t> </a:t>
            </a:r>
            <a:r>
              <a:rPr lang="en-US" sz="7200" dirty="0" err="1" smtClean="0"/>
              <a:t>kaṇṇā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(Malayalam)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kārmukil</a:t>
            </a:r>
            <a:r>
              <a:rPr lang="en-US" sz="6000" dirty="0" smtClean="0"/>
              <a:t> </a:t>
            </a:r>
            <a:r>
              <a:rPr lang="en-US" sz="6000" dirty="0" err="1" smtClean="0"/>
              <a:t>varṇṇā</a:t>
            </a:r>
            <a:r>
              <a:rPr lang="en-US" sz="6000" smtClean="0"/>
              <a:t> </a:t>
            </a:r>
            <a:br>
              <a:rPr lang="en-US" sz="6000" smtClean="0"/>
            </a:br>
            <a:r>
              <a:rPr lang="en-US" sz="6000" smtClean="0"/>
              <a:t>ennuṇṇi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cellakkaṇṇā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Kanna</a:t>
            </a:r>
            <a:r>
              <a:rPr lang="en-US" sz="5400" dirty="0" smtClean="0">
                <a:solidFill>
                  <a:srgbClr val="FFFF00"/>
                </a:solidFill>
              </a:rPr>
              <a:t>, little one with the color of a raincloud, my darling, won’t you come here?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err="1" smtClean="0"/>
              <a:t>viḷippatu</a:t>
            </a:r>
            <a:r>
              <a:rPr lang="en-US" sz="6000" dirty="0" smtClean="0"/>
              <a:t> </a:t>
            </a:r>
            <a:r>
              <a:rPr lang="en-US" sz="6000" dirty="0" err="1" smtClean="0"/>
              <a:t>kēḷppatillē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tiṇṇamiṅg-ōḍi</a:t>
            </a:r>
            <a:r>
              <a:rPr lang="en-US" sz="6000" dirty="0" smtClean="0"/>
              <a:t> </a:t>
            </a:r>
            <a:r>
              <a:rPr lang="en-US" sz="6000" dirty="0" err="1" smtClean="0"/>
              <a:t>aḍuttu</a:t>
            </a:r>
            <a:r>
              <a:rPr lang="en-US" sz="6000" dirty="0" smtClean="0"/>
              <a:t> </a:t>
            </a:r>
            <a:r>
              <a:rPr lang="en-US" sz="6000" dirty="0" err="1" smtClean="0"/>
              <a:t>vāyō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Won’t you hear your mother calling? Come running to the verandah, come close to me.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uṇṇikkaviḷil</a:t>
            </a:r>
            <a:r>
              <a:rPr lang="en-US" sz="6600" dirty="0" smtClean="0"/>
              <a:t> </a:t>
            </a:r>
            <a:r>
              <a:rPr lang="en-US" sz="6600" dirty="0" err="1" smtClean="0"/>
              <a:t>orumma</a:t>
            </a:r>
            <a:r>
              <a:rPr lang="en-US" sz="6600" dirty="0" smtClean="0"/>
              <a:t> </a:t>
            </a:r>
            <a:r>
              <a:rPr lang="en-US" sz="6600" dirty="0" err="1" smtClean="0"/>
              <a:t>tarām</a:t>
            </a:r>
            <a:r>
              <a:rPr lang="en-US" sz="6600" dirty="0" smtClean="0"/>
              <a:t> - </a:t>
            </a:r>
            <a:r>
              <a:rPr lang="en-US" sz="6600" dirty="0" err="1" smtClean="0"/>
              <a:t>amma</a:t>
            </a:r>
            <a:r>
              <a:rPr lang="en-US" sz="6600" dirty="0" smtClean="0"/>
              <a:t> tan </a:t>
            </a:r>
            <a:r>
              <a:rPr lang="en-US" sz="6600" dirty="0" err="1" smtClean="0"/>
              <a:t>ponnuṇṇi</a:t>
            </a:r>
            <a:r>
              <a:rPr lang="en-US" sz="6600" dirty="0" smtClean="0"/>
              <a:t> </a:t>
            </a:r>
            <a:r>
              <a:rPr lang="en-US" sz="6600" dirty="0" err="1" smtClean="0"/>
              <a:t>ōḍi</a:t>
            </a:r>
            <a:r>
              <a:rPr lang="en-US" sz="6600" dirty="0" smtClean="0"/>
              <a:t> </a:t>
            </a:r>
            <a:r>
              <a:rPr lang="en-US" sz="6600" dirty="0" err="1" smtClean="0"/>
              <a:t>vāyō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Mother place a kiss on your little cheek. Come, mother’s precious one, come running!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illā</a:t>
            </a:r>
            <a:r>
              <a:rPr lang="en-US" sz="6000" dirty="0" smtClean="0"/>
              <a:t> </a:t>
            </a:r>
            <a:r>
              <a:rPr lang="en-US" sz="6000" dirty="0" err="1" smtClean="0"/>
              <a:t>varilla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> </a:t>
            </a:r>
            <a:r>
              <a:rPr lang="en-US" sz="6000" dirty="0" err="1" smtClean="0"/>
              <a:t>viḷikkēṇḍa</a:t>
            </a:r>
            <a:r>
              <a:rPr lang="en-US" sz="6000" dirty="0" smtClean="0"/>
              <a:t> - </a:t>
            </a:r>
            <a:r>
              <a:rPr lang="en-US" sz="6000" dirty="0" err="1" smtClean="0"/>
              <a:t>ennē</a:t>
            </a:r>
            <a:r>
              <a:rPr lang="en-US" sz="6000" dirty="0" smtClean="0"/>
              <a:t> ‘</a:t>
            </a:r>
            <a:r>
              <a:rPr lang="en-US" sz="6000" dirty="0" err="1" smtClean="0"/>
              <a:t>kaḷḷan</a:t>
            </a:r>
            <a:r>
              <a:rPr lang="en-US" sz="6000" dirty="0" smtClean="0"/>
              <a:t>’ </a:t>
            </a:r>
            <a:r>
              <a:rPr lang="en-US" sz="6000" dirty="0" err="1" smtClean="0"/>
              <a:t>ennallī</a:t>
            </a:r>
            <a:r>
              <a:rPr lang="en-US" sz="6000" dirty="0" smtClean="0"/>
              <a:t> </a:t>
            </a:r>
            <a:r>
              <a:rPr lang="en-US" sz="6000" dirty="0" err="1" smtClean="0"/>
              <a:t>viḷippu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No, Mother, I’m not coming—don’t call me. You call me a thief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uḷḷil</a:t>
            </a:r>
            <a:r>
              <a:rPr lang="en-US" sz="6600" dirty="0" smtClean="0"/>
              <a:t> </a:t>
            </a:r>
            <a:r>
              <a:rPr lang="en-US" sz="6600" dirty="0" err="1" smtClean="0"/>
              <a:t>kaḷattil</a:t>
            </a:r>
            <a:r>
              <a:rPr lang="en-US" sz="6600" dirty="0" smtClean="0"/>
              <a:t> </a:t>
            </a:r>
            <a:r>
              <a:rPr lang="en-US" sz="6600" dirty="0" err="1" smtClean="0"/>
              <a:t>uṙiyil</a:t>
            </a:r>
            <a:r>
              <a:rPr lang="en-US" sz="6600" dirty="0" smtClean="0"/>
              <a:t> </a:t>
            </a:r>
            <a:r>
              <a:rPr lang="en-US" sz="6600" dirty="0" err="1" smtClean="0"/>
              <a:t>oḷippicca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veṇṇa</a:t>
            </a:r>
            <a:r>
              <a:rPr lang="en-US" sz="6600" dirty="0" smtClean="0"/>
              <a:t> </a:t>
            </a:r>
            <a:r>
              <a:rPr lang="en-US" sz="6600" dirty="0" err="1" smtClean="0"/>
              <a:t>kaṭṭuṇṇuvān</a:t>
            </a:r>
            <a:r>
              <a:rPr lang="en-US" sz="6600" dirty="0" smtClean="0"/>
              <a:t> </a:t>
            </a:r>
            <a:r>
              <a:rPr lang="en-US" sz="6600" dirty="0" err="1" smtClean="0"/>
              <a:t>vanna</a:t>
            </a:r>
            <a:r>
              <a:rPr lang="en-US" sz="6600" dirty="0" smtClean="0"/>
              <a:t> </a:t>
            </a:r>
            <a:r>
              <a:rPr lang="en-US" sz="6600" dirty="0" err="1" smtClean="0"/>
              <a:t>kaḷḷan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—the one who came to steal the butter you hid in the kitchen pot.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kaṇṇonnu</a:t>
            </a:r>
            <a:r>
              <a:rPr lang="en-US" sz="6600" dirty="0" smtClean="0"/>
              <a:t> </a:t>
            </a:r>
            <a:r>
              <a:rPr lang="en-US" sz="6600" dirty="0" err="1" smtClean="0"/>
              <a:t>teṫṫiyāl</a:t>
            </a:r>
            <a:r>
              <a:rPr lang="en-US" sz="6600" dirty="0" smtClean="0"/>
              <a:t> </a:t>
            </a:r>
            <a:r>
              <a:rPr lang="en-US" sz="6600" dirty="0" err="1" smtClean="0"/>
              <a:t>kotti</a:t>
            </a:r>
            <a:r>
              <a:rPr lang="en-US" sz="6600" dirty="0" smtClean="0"/>
              <a:t> </a:t>
            </a:r>
            <a:r>
              <a:rPr lang="en-US" sz="6600" dirty="0" err="1" smtClean="0"/>
              <a:t>paṙanniḍum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kākane</a:t>
            </a:r>
            <a:r>
              <a:rPr lang="en-US" sz="6600" dirty="0" smtClean="0"/>
              <a:t> </a:t>
            </a:r>
            <a:r>
              <a:rPr lang="en-US" sz="6600" dirty="0" err="1" smtClean="0"/>
              <a:t>pōle</a:t>
            </a:r>
            <a:r>
              <a:rPr lang="en-US" sz="6600" dirty="0" smtClean="0"/>
              <a:t> </a:t>
            </a:r>
            <a:r>
              <a:rPr lang="en-US" sz="6600" dirty="0" err="1" smtClean="0"/>
              <a:t>kaṙutta</a:t>
            </a:r>
            <a:r>
              <a:rPr lang="en-US" sz="6600" dirty="0" smtClean="0"/>
              <a:t> </a:t>
            </a:r>
            <a:r>
              <a:rPr lang="en-US" sz="6600" dirty="0" err="1" smtClean="0"/>
              <a:t>kaḷḷan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dark little thief who flies off with his prize like a crow the moment your eyes look away.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kārmukil</a:t>
            </a:r>
            <a:r>
              <a:rPr lang="en-US" sz="6000" dirty="0" smtClean="0"/>
              <a:t> </a:t>
            </a:r>
            <a:r>
              <a:rPr lang="en-US" sz="6000" dirty="0" err="1" smtClean="0"/>
              <a:t>varṇṇā</a:t>
            </a:r>
            <a:r>
              <a:rPr lang="en-US" sz="6000" smtClean="0"/>
              <a:t> </a:t>
            </a:r>
            <a:br>
              <a:rPr lang="en-US" sz="6000" smtClean="0"/>
            </a:br>
            <a:r>
              <a:rPr lang="en-US" sz="6000" smtClean="0"/>
              <a:t>ennuṇṇi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cellakkaṇṇā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Kanna</a:t>
            </a:r>
            <a:r>
              <a:rPr lang="en-US" sz="5400" dirty="0" smtClean="0">
                <a:solidFill>
                  <a:srgbClr val="FFFF00"/>
                </a:solidFill>
              </a:rPr>
              <a:t>, little one with the color of a raincloud, my darling, won’t you come here?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illa</a:t>
            </a:r>
            <a:r>
              <a:rPr lang="en-US" sz="6000" dirty="0" smtClean="0"/>
              <a:t> </a:t>
            </a:r>
            <a:r>
              <a:rPr lang="en-US" sz="6000" dirty="0" err="1" smtClean="0"/>
              <a:t>varillammē</a:t>
            </a:r>
            <a:r>
              <a:rPr lang="en-US" sz="6000" dirty="0" smtClean="0"/>
              <a:t> </a:t>
            </a:r>
            <a:r>
              <a:rPr lang="en-US" sz="6000" dirty="0" err="1" smtClean="0"/>
              <a:t>vīṭṭil</a:t>
            </a:r>
            <a:r>
              <a:rPr lang="en-US" sz="6000" dirty="0" smtClean="0"/>
              <a:t> </a:t>
            </a:r>
            <a:r>
              <a:rPr lang="en-US" sz="6000" dirty="0" err="1" smtClean="0"/>
              <a:t>varilla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- </a:t>
            </a:r>
            <a:r>
              <a:rPr lang="en-US" sz="6000" dirty="0" err="1" smtClean="0"/>
              <a:t>kaḷḷanāy-enne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kaṇḍiḍēṇḍā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No, Mother, I’m not coming—I won’t return home. Don’t look at me as if I’m a thief.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uṇṇān</a:t>
            </a:r>
            <a:r>
              <a:rPr lang="en-US" sz="6000" dirty="0" smtClean="0"/>
              <a:t> </a:t>
            </a:r>
            <a:r>
              <a:rPr lang="en-US" sz="6000" dirty="0" err="1" smtClean="0"/>
              <a:t>enikku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vaykkēṇḍatill-ammē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tiṇṇayil</a:t>
            </a:r>
            <a:r>
              <a:rPr lang="en-US" sz="6000" dirty="0" smtClean="0"/>
              <a:t> </a:t>
            </a:r>
            <a:r>
              <a:rPr lang="en-US" sz="6000" dirty="0" err="1" smtClean="0"/>
              <a:t>pāya</a:t>
            </a:r>
            <a:r>
              <a:rPr lang="en-US" sz="6000" dirty="0" smtClean="0"/>
              <a:t> </a:t>
            </a:r>
            <a:r>
              <a:rPr lang="en-US" sz="6000" dirty="0" err="1" smtClean="0"/>
              <a:t>viricciḍēṇḍā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Don’t set aside food for me, don’t spread a mat for me on the verandah,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cemmē</a:t>
            </a:r>
            <a:r>
              <a:rPr lang="en-US" sz="6600" dirty="0" smtClean="0"/>
              <a:t> </a:t>
            </a:r>
            <a:r>
              <a:rPr lang="en-US" sz="6600" dirty="0" err="1" smtClean="0"/>
              <a:t>uṙakkuvān</a:t>
            </a:r>
            <a:r>
              <a:rPr lang="en-US" sz="6600" dirty="0" smtClean="0"/>
              <a:t> </a:t>
            </a:r>
            <a:r>
              <a:rPr lang="en-US" sz="6600" dirty="0" err="1" smtClean="0"/>
              <a:t>tārāṭṭu</a:t>
            </a:r>
            <a:r>
              <a:rPr lang="en-US" sz="6600" dirty="0" smtClean="0"/>
              <a:t> </a:t>
            </a:r>
            <a:r>
              <a:rPr lang="en-US" sz="6600" dirty="0" err="1" smtClean="0"/>
              <a:t>pāḍēṇḍā</a:t>
            </a:r>
            <a:r>
              <a:rPr lang="en-US" sz="6600" dirty="0" smtClean="0"/>
              <a:t> - </a:t>
            </a:r>
            <a:r>
              <a:rPr lang="en-US" sz="6600" dirty="0" err="1" smtClean="0"/>
              <a:t>nin</a:t>
            </a:r>
            <a:r>
              <a:rPr lang="en-US" sz="6600" dirty="0" smtClean="0"/>
              <a:t> </a:t>
            </a:r>
            <a:r>
              <a:rPr lang="en-US" sz="6600" dirty="0" err="1" smtClean="0"/>
              <a:t>koñcal</a:t>
            </a:r>
            <a:r>
              <a:rPr lang="en-US" sz="6600" dirty="0" smtClean="0"/>
              <a:t> </a:t>
            </a:r>
            <a:r>
              <a:rPr lang="en-US" sz="6600" dirty="0" err="1" smtClean="0"/>
              <a:t>alpavum</a:t>
            </a:r>
            <a:r>
              <a:rPr lang="en-US" sz="6600" dirty="0" smtClean="0"/>
              <a:t> </a:t>
            </a:r>
            <a:r>
              <a:rPr lang="en-US" sz="6600" dirty="0" err="1" smtClean="0"/>
              <a:t>vēṇḍa</a:t>
            </a:r>
            <a:r>
              <a:rPr lang="en-US" sz="6600" dirty="0" smtClean="0"/>
              <a:t> </a:t>
            </a:r>
            <a:r>
              <a:rPr lang="en-US" sz="6600" dirty="0" err="1" smtClean="0"/>
              <a:t>tāyē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and don’t sing me a lullaby to help me sleep. I don’t want any of your affection!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kārmukil</a:t>
            </a:r>
            <a:r>
              <a:rPr lang="en-US" sz="6000" dirty="0" smtClean="0"/>
              <a:t> </a:t>
            </a:r>
            <a:r>
              <a:rPr lang="en-US" sz="6000" dirty="0" err="1" smtClean="0"/>
              <a:t>varṇṇā</a:t>
            </a:r>
            <a:r>
              <a:rPr lang="en-US" sz="6000" smtClean="0"/>
              <a:t> </a:t>
            </a:r>
            <a:br>
              <a:rPr lang="en-US" sz="6000" smtClean="0"/>
            </a:br>
            <a:r>
              <a:rPr lang="en-US" sz="6000" smtClean="0"/>
              <a:t>ennuṇṇi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cellakkaṇṇā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Kanna</a:t>
            </a:r>
            <a:r>
              <a:rPr lang="en-US" sz="5400" dirty="0" smtClean="0">
                <a:solidFill>
                  <a:srgbClr val="FFFF00"/>
                </a:solidFill>
              </a:rPr>
              <a:t>, little one with the color of a raincloud, my darling, won’t you come here?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illā</a:t>
            </a:r>
            <a:r>
              <a:rPr lang="en-US" sz="6600" dirty="0" smtClean="0"/>
              <a:t> </a:t>
            </a:r>
            <a:r>
              <a:rPr lang="en-US" sz="6600" dirty="0" err="1" smtClean="0"/>
              <a:t>varilla</a:t>
            </a:r>
            <a:r>
              <a:rPr lang="en-US" sz="6600" dirty="0" smtClean="0"/>
              <a:t> </a:t>
            </a:r>
            <a:r>
              <a:rPr lang="en-US" sz="6600" dirty="0" err="1" smtClean="0"/>
              <a:t>ñān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r>
              <a:rPr lang="en-US" sz="6600" dirty="0" smtClean="0"/>
              <a:t> </a:t>
            </a:r>
            <a:r>
              <a:rPr lang="en-US" sz="6600" dirty="0" err="1" smtClean="0"/>
              <a:t>nin</a:t>
            </a:r>
            <a:r>
              <a:rPr lang="en-US" sz="6600" dirty="0" smtClean="0"/>
              <a:t> </a:t>
            </a:r>
            <a:r>
              <a:rPr lang="en-US" sz="6600" dirty="0" err="1" smtClean="0"/>
              <a:t>cārē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ennē</a:t>
            </a:r>
            <a:r>
              <a:rPr lang="en-US" sz="6600" dirty="0" smtClean="0"/>
              <a:t> </a:t>
            </a:r>
            <a:r>
              <a:rPr lang="en-US" sz="6600" dirty="0" err="1" smtClean="0"/>
              <a:t>viḷiccu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kēṇiḍēṇḍā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No, Mother, I won’t come—I won’t come to you. Don’t call out and cry for me.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mayilppīlī</a:t>
            </a:r>
            <a:r>
              <a:rPr lang="en-US" sz="6600" dirty="0" smtClean="0"/>
              <a:t> </a:t>
            </a:r>
            <a:r>
              <a:rPr lang="en-US" sz="6600" dirty="0" err="1" smtClean="0"/>
              <a:t>taṇḍināl</a:t>
            </a:r>
            <a:r>
              <a:rPr lang="en-US" sz="6600" dirty="0" smtClean="0"/>
              <a:t> </a:t>
            </a:r>
            <a:r>
              <a:rPr lang="en-US" sz="6600" dirty="0" err="1" smtClean="0"/>
              <a:t>talliyillē</a:t>
            </a:r>
            <a:r>
              <a:rPr lang="en-US" sz="6600" dirty="0" smtClean="0"/>
              <a:t> </a:t>
            </a:r>
            <a:r>
              <a:rPr lang="en-US" sz="6600" dirty="0" err="1" smtClean="0"/>
              <a:t>enne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kallural-uḷḷatil</a:t>
            </a:r>
            <a:r>
              <a:rPr lang="en-US" sz="6600" dirty="0" smtClean="0"/>
              <a:t> </a:t>
            </a:r>
            <a:r>
              <a:rPr lang="en-US" sz="6600" dirty="0" err="1" smtClean="0"/>
              <a:t>keṭṭiyiṭṭu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Didn’t you strike me with the peacock feather? Didn’t you tie me to the mortar?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kaṭṭutinnunn-avarkk-ittaram</a:t>
            </a:r>
            <a:r>
              <a:rPr lang="en-US" sz="6600" dirty="0" smtClean="0"/>
              <a:t> </a:t>
            </a:r>
            <a:r>
              <a:rPr lang="en-US" sz="6600" dirty="0" err="1" smtClean="0"/>
              <a:t>śikṣakaḷ</a:t>
            </a:r>
            <a:r>
              <a:rPr lang="en-US" sz="6600" dirty="0" smtClean="0"/>
              <a:t> - </a:t>
            </a:r>
            <a:r>
              <a:rPr lang="en-US" sz="6600" dirty="0" err="1" smtClean="0"/>
              <a:t>kiṭṭum</a:t>
            </a:r>
            <a:r>
              <a:rPr lang="en-US" sz="6600" dirty="0" smtClean="0"/>
              <a:t> </a:t>
            </a:r>
            <a:r>
              <a:rPr lang="en-US" sz="6600" dirty="0" err="1" smtClean="0"/>
              <a:t>enn-ennōḍ-uraccatillē</a:t>
            </a:r>
            <a:r>
              <a:rPr lang="en-US" sz="6600" dirty="0" smtClean="0"/>
              <a:t>?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Haven’t you yourself said that those who steal butter deserve punishments like these?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kārmukil</a:t>
            </a:r>
            <a:r>
              <a:rPr lang="en-US" sz="6000" dirty="0" smtClean="0"/>
              <a:t> </a:t>
            </a:r>
            <a:r>
              <a:rPr lang="en-US" sz="6000" dirty="0" err="1" smtClean="0"/>
              <a:t>varṇṇā</a:t>
            </a:r>
            <a:r>
              <a:rPr lang="en-US" sz="6000" smtClean="0"/>
              <a:t> </a:t>
            </a:r>
            <a:br>
              <a:rPr lang="en-US" sz="6000" smtClean="0"/>
            </a:br>
            <a:r>
              <a:rPr lang="en-US" sz="6000" smtClean="0"/>
              <a:t>ennuṇṇi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cellakkaṇṇā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Kanna</a:t>
            </a:r>
            <a:r>
              <a:rPr lang="en-US" sz="5400" dirty="0" smtClean="0">
                <a:solidFill>
                  <a:srgbClr val="FFFF00"/>
                </a:solidFill>
              </a:rPr>
              <a:t>, little one with the color of a raincloud, my darling, won’t you come here?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illā</a:t>
            </a:r>
            <a:r>
              <a:rPr lang="en-US" sz="6600" dirty="0" smtClean="0"/>
              <a:t> </a:t>
            </a:r>
            <a:r>
              <a:rPr lang="en-US" sz="6600" dirty="0" err="1" smtClean="0"/>
              <a:t>varilla</a:t>
            </a:r>
            <a:r>
              <a:rPr lang="en-US" sz="6600" dirty="0" smtClean="0"/>
              <a:t> </a:t>
            </a:r>
            <a:r>
              <a:rPr lang="en-US" sz="6600" dirty="0" err="1" smtClean="0"/>
              <a:t>ñān</a:t>
            </a:r>
            <a:r>
              <a:rPr lang="en-US" sz="6600" dirty="0" smtClean="0"/>
              <a:t> </a:t>
            </a:r>
            <a:r>
              <a:rPr lang="en-US" sz="6600" dirty="0" err="1" smtClean="0"/>
              <a:t>ninnuḍe</a:t>
            </a:r>
            <a:r>
              <a:rPr lang="en-US" sz="6600" dirty="0" smtClean="0"/>
              <a:t> </a:t>
            </a:r>
            <a:r>
              <a:rPr lang="en-US" sz="6600" dirty="0" err="1" smtClean="0"/>
              <a:t>vākkukaḷ</a:t>
            </a:r>
            <a:r>
              <a:rPr lang="en-US" sz="6600" dirty="0" smtClean="0"/>
              <a:t> - </a:t>
            </a:r>
            <a:r>
              <a:rPr lang="en-US" sz="6600" dirty="0" err="1" smtClean="0"/>
              <a:t>onnumē</a:t>
            </a:r>
            <a:r>
              <a:rPr lang="en-US" sz="6600" dirty="0" smtClean="0"/>
              <a:t> </a:t>
            </a:r>
            <a:r>
              <a:rPr lang="en-US" sz="6600" dirty="0" err="1" smtClean="0"/>
              <a:t>kēḷkkayum</a:t>
            </a:r>
            <a:r>
              <a:rPr lang="en-US" sz="6600" dirty="0" smtClean="0"/>
              <a:t> </a:t>
            </a:r>
            <a:r>
              <a:rPr lang="en-US" sz="6600" dirty="0" err="1" smtClean="0"/>
              <a:t>illiniyum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No, Mother, I won’t come—starting now, I won’t listen to a single word you say.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kaḷḷan</a:t>
            </a:r>
            <a:r>
              <a:rPr lang="en-US" sz="6000" dirty="0" smtClean="0"/>
              <a:t> </a:t>
            </a:r>
            <a:r>
              <a:rPr lang="en-US" sz="6000" dirty="0" err="1" smtClean="0"/>
              <a:t>ennennē</a:t>
            </a:r>
            <a:r>
              <a:rPr lang="en-US" sz="6000" dirty="0" smtClean="0"/>
              <a:t> </a:t>
            </a:r>
            <a:r>
              <a:rPr lang="en-US" sz="6000" dirty="0" err="1" smtClean="0"/>
              <a:t>viḷikkuvān</a:t>
            </a:r>
            <a:r>
              <a:rPr lang="en-US" sz="6000" dirty="0" smtClean="0"/>
              <a:t> </a:t>
            </a:r>
            <a:r>
              <a:rPr lang="en-US" sz="6000" dirty="0" err="1" smtClean="0"/>
              <a:t>ammaykku</a:t>
            </a:r>
            <a:r>
              <a:rPr lang="en-US" sz="6000" dirty="0" smtClean="0"/>
              <a:t> - </a:t>
            </a:r>
            <a:r>
              <a:rPr lang="en-US" sz="6000" dirty="0" err="1" smtClean="0"/>
              <a:t>entoru</a:t>
            </a:r>
            <a:r>
              <a:rPr lang="en-US" sz="6000" dirty="0" smtClean="0"/>
              <a:t> </a:t>
            </a:r>
            <a:r>
              <a:rPr lang="en-US" sz="6000" dirty="0" err="1" smtClean="0"/>
              <a:t>nāvāṇ-ennōrttu</a:t>
            </a:r>
            <a:r>
              <a:rPr lang="en-US" sz="6000" dirty="0" smtClean="0"/>
              <a:t> </a:t>
            </a:r>
            <a:r>
              <a:rPr lang="en-US" sz="6000" dirty="0" err="1" smtClean="0"/>
              <a:t>nōkkū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Just think what kind of tongue you have, to call me a thief!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nannāyi</a:t>
            </a:r>
            <a:r>
              <a:rPr lang="en-US" sz="6600" dirty="0" smtClean="0"/>
              <a:t> </a:t>
            </a:r>
            <a:r>
              <a:rPr lang="en-US" sz="6600" dirty="0" err="1" smtClean="0"/>
              <a:t>ūṭṭunna</a:t>
            </a:r>
            <a:r>
              <a:rPr lang="en-US" sz="6600" dirty="0" smtClean="0"/>
              <a:t> </a:t>
            </a:r>
            <a:r>
              <a:rPr lang="en-US" sz="6600" dirty="0" err="1" smtClean="0"/>
              <a:t>vīṭṭil</a:t>
            </a:r>
            <a:r>
              <a:rPr lang="en-US" sz="6600" dirty="0" smtClean="0"/>
              <a:t> </a:t>
            </a:r>
            <a:r>
              <a:rPr lang="en-US" sz="6600" dirty="0" err="1" smtClean="0"/>
              <a:t>orikkalum</a:t>
            </a:r>
            <a:r>
              <a:rPr lang="en-US" sz="6600" dirty="0" smtClean="0"/>
              <a:t> - </a:t>
            </a:r>
            <a:r>
              <a:rPr lang="en-US" sz="6600" dirty="0" err="1" smtClean="0"/>
              <a:t>kaṭṭuṇṇum</a:t>
            </a:r>
            <a:r>
              <a:rPr lang="en-US" sz="6600" dirty="0" smtClean="0"/>
              <a:t> </a:t>
            </a:r>
            <a:r>
              <a:rPr lang="en-US" sz="6600" dirty="0" err="1" smtClean="0"/>
              <a:t>uṇṇimār</a:t>
            </a:r>
            <a:r>
              <a:rPr lang="en-US" sz="6600" dirty="0" smtClean="0"/>
              <a:t> </a:t>
            </a:r>
            <a:r>
              <a:rPr lang="en-US" sz="6600" dirty="0" err="1" smtClean="0"/>
              <a:t>uṇḍākilla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In a home where children are fed well, no child would ever need to steal.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kārmukil</a:t>
            </a:r>
            <a:r>
              <a:rPr lang="en-US" sz="6000" dirty="0" smtClean="0"/>
              <a:t> </a:t>
            </a:r>
            <a:r>
              <a:rPr lang="en-US" sz="6000" dirty="0" err="1" smtClean="0"/>
              <a:t>varṇṇā</a:t>
            </a:r>
            <a:r>
              <a:rPr lang="en-US" sz="6000" smtClean="0"/>
              <a:t> </a:t>
            </a:r>
            <a:br>
              <a:rPr lang="en-US" sz="6000" smtClean="0"/>
            </a:br>
            <a:r>
              <a:rPr lang="en-US" sz="6000" smtClean="0"/>
              <a:t>ennuṇṇi</a:t>
            </a:r>
            <a:r>
              <a:rPr lang="en-US" sz="6000" dirty="0" smtClean="0"/>
              <a:t> </a:t>
            </a:r>
            <a:r>
              <a:rPr lang="en-US" sz="6000" dirty="0" err="1" smtClean="0"/>
              <a:t>kaṇṇā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iṅgu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cellakkaṇṇā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Kanna</a:t>
            </a:r>
            <a:r>
              <a:rPr lang="en-US" sz="5400" dirty="0" smtClean="0">
                <a:solidFill>
                  <a:srgbClr val="FFFF00"/>
                </a:solidFill>
              </a:rPr>
              <a:t>, little one with the color of a raincloud, my darling, won’t you come here?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err="1" smtClean="0"/>
              <a:t>viḷippatu</a:t>
            </a:r>
            <a:r>
              <a:rPr lang="en-US" sz="6000" dirty="0" smtClean="0"/>
              <a:t> </a:t>
            </a:r>
            <a:r>
              <a:rPr lang="en-US" sz="6000" dirty="0" err="1" smtClean="0"/>
              <a:t>kēḷppatillē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tiṇṇamiṅg-ōḍi</a:t>
            </a:r>
            <a:r>
              <a:rPr lang="en-US" sz="6000" dirty="0" smtClean="0"/>
              <a:t> </a:t>
            </a:r>
            <a:r>
              <a:rPr lang="en-US" sz="6000" dirty="0" err="1" smtClean="0"/>
              <a:t>aḍuttu</a:t>
            </a:r>
            <a:r>
              <a:rPr lang="en-US" sz="6000" dirty="0" smtClean="0"/>
              <a:t> </a:t>
            </a:r>
            <a:r>
              <a:rPr lang="en-US" sz="6000" dirty="0" err="1" smtClean="0"/>
              <a:t>vāyō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Won’t you hear your mother calling? Come running to the verandah, come close to me.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uṇṇikkaviḷil</a:t>
            </a:r>
            <a:r>
              <a:rPr lang="en-US" sz="6600" dirty="0" smtClean="0"/>
              <a:t> </a:t>
            </a:r>
            <a:r>
              <a:rPr lang="en-US" sz="6600" dirty="0" err="1" smtClean="0"/>
              <a:t>orumma</a:t>
            </a:r>
            <a:r>
              <a:rPr lang="en-US" sz="6600" dirty="0" smtClean="0"/>
              <a:t> </a:t>
            </a:r>
            <a:r>
              <a:rPr lang="en-US" sz="6600" dirty="0" err="1" smtClean="0"/>
              <a:t>tarām</a:t>
            </a:r>
            <a:r>
              <a:rPr lang="en-US" sz="6600" dirty="0" smtClean="0"/>
              <a:t> - </a:t>
            </a:r>
            <a:r>
              <a:rPr lang="en-US" sz="6600" dirty="0" err="1" smtClean="0"/>
              <a:t>amma</a:t>
            </a:r>
            <a:r>
              <a:rPr lang="en-US" sz="6600" dirty="0" smtClean="0"/>
              <a:t> tan </a:t>
            </a:r>
            <a:r>
              <a:rPr lang="en-US" sz="6600" dirty="0" err="1" smtClean="0"/>
              <a:t>ponnuṇṇi</a:t>
            </a:r>
            <a:r>
              <a:rPr lang="en-US" sz="6600" dirty="0" smtClean="0"/>
              <a:t> </a:t>
            </a:r>
            <a:r>
              <a:rPr lang="en-US" sz="6600" dirty="0" err="1" smtClean="0"/>
              <a:t>ōḍi</a:t>
            </a:r>
            <a:r>
              <a:rPr lang="en-US" sz="6600" dirty="0" smtClean="0"/>
              <a:t> </a:t>
            </a:r>
            <a:r>
              <a:rPr lang="en-US" sz="6600" dirty="0" err="1" smtClean="0"/>
              <a:t>vāyō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Mother place a kiss on your little cheek. Come, mother’s precious one, come running!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529</Words>
  <Application>Microsoft Office PowerPoint</Application>
  <PresentationFormat>On-screen Show (4:3)</PresentationFormat>
  <Paragraphs>67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kārmukil varṇṇā ennuṇṇi kaṇṇā</vt:lpstr>
      <vt:lpstr>kārmukil varṇṇā  ennuṇṇi kaṇṇā iṅgu vā iṅgu vā cellakkaṇṇā</vt:lpstr>
      <vt:lpstr>amma viḷippatu kēḷppatillē tiṇṇamiṅg-ōḍi aḍuttu vāyō</vt:lpstr>
      <vt:lpstr>uṇṇikkaviḷil orumma tarām - amma tan ponnuṇṇi ōḍi vāyō</vt:lpstr>
      <vt:lpstr>illā varilla ñān ammē viḷikkēṇḍa - ennē ‘kaḷḷan’ ennallī viḷippu nī</vt:lpstr>
      <vt:lpstr>uḷḷil kaḷattil uṙiyil oḷippicca veṇṇa kaṭṭuṇṇuvān vanna kaḷḷan</vt:lpstr>
      <vt:lpstr>kaṇṇonnu teṫṫiyāl kotti paṙanniḍum kākane pōle kaṙutta kaḷḷan</vt:lpstr>
      <vt:lpstr>kārmukil varṇṇā  ennuṇṇi kaṇṇā iṅgu vā iṅgu vā cellakkaṇṇā</vt:lpstr>
      <vt:lpstr>illa varillammē vīṭṭil varilla ñān - kaḷḷanāy-enne nī kaṇḍiḍēṇḍā</vt:lpstr>
      <vt:lpstr>uṇṇān enikku nī vaykkēṇḍatill-ammē tiṇṇayil pāya viricciḍēṇḍā</vt:lpstr>
      <vt:lpstr>cemmē uṙakkuvān tārāṭṭu pāḍēṇḍā - nin koñcal alpavum vēṇḍa tāyē</vt:lpstr>
      <vt:lpstr>kārmukil varṇṇā  ennuṇṇi kaṇṇā iṅgu vā iṅgu vā cellakkaṇṇā</vt:lpstr>
      <vt:lpstr>illā varilla ñān ammē nin cārē ennē viḷiccu nī kēṇiḍēṇḍā</vt:lpstr>
      <vt:lpstr>mayilppīlī taṇḍināl talliyillē enne kallural-uḷḷatil keṭṭiyiṭṭu</vt:lpstr>
      <vt:lpstr>kaṭṭutinnunn-avarkk-ittaram śikṣakaḷ - kiṭṭum enn-ennōḍ-uraccatillē?</vt:lpstr>
      <vt:lpstr>kārmukil varṇṇā  ennuṇṇi kaṇṇā iṅgu vā iṅgu vā cellakkaṇṇā</vt:lpstr>
      <vt:lpstr>illā varilla ñān ninnuḍe vākkukaḷ - onnumē kēḷkkayum illiniyum</vt:lpstr>
      <vt:lpstr>kaḷḷan ennennē viḷikkuvān ammaykku - entoru nāvāṇ-ennōrttu nōkkū</vt:lpstr>
      <vt:lpstr>nannāyi ūṭṭunna vīṭṭil orikkalum - kaṭṭuṇṇum uṇṇimār uṇḍākilla</vt:lpstr>
      <vt:lpstr>kārmukil varṇṇā  ennuṇṇi kaṇṇā iṅgu vā iṅgu vā cellakkaṇṇā</vt:lpstr>
      <vt:lpstr>amma viḷippatu kēḷppatillē tiṇṇamiṅg-ōḍi aḍuttu vāyō</vt:lpstr>
      <vt:lpstr>uṇṇikkaviḷil orumma tarām - amma tan ponnuṇṇi ōḍi vāyō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322</cp:revision>
  <dcterms:created xsi:type="dcterms:W3CDTF">2006-08-16T00:00:00Z</dcterms:created>
  <dcterms:modified xsi:type="dcterms:W3CDTF">2025-09-04T14:32:09Z</dcterms:modified>
</cp:coreProperties>
</file>