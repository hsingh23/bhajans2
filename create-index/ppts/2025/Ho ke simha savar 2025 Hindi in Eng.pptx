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7" autoAdjust="0"/>
    <p:restoredTop sz="86427" autoAdjust="0"/>
  </p:normalViewPr>
  <p:slideViewPr>
    <p:cSldViewPr>
      <p:cViewPr varScale="1">
        <p:scale>
          <a:sx n="99" d="100"/>
          <a:sy n="99" d="100"/>
        </p:scale>
        <p:origin x="-8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4C288-504D-4435-AD1F-EBD1D280C91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488AC-355B-4B5F-B0C6-7117BC9A538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simha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savār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4900" dirty="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49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simha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savār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aṣṭa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bhujāōṅ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vāli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āyī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dēkhō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durgā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barsānē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apār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dirty="0" smtClean="0">
                <a:solidFill>
                  <a:srgbClr val="FFFF00"/>
                </a:solidFill>
                <a:latin typeface="Calibri"/>
              </a:rPr>
              <a:t>Mounted on a lion, the eight-armed Mother comes. Look, goddess </a:t>
            </a:r>
            <a:r>
              <a:rPr lang="en-US" sz="4900" dirty="0" err="1" smtClean="0">
                <a:solidFill>
                  <a:srgbClr val="FFFF00"/>
                </a:solidFill>
                <a:latin typeface="Calibri"/>
              </a:rPr>
              <a:t>Durga</a:t>
            </a:r>
            <a:r>
              <a:rPr lang="en-US" sz="4900" dirty="0" smtClean="0">
                <a:solidFill>
                  <a:srgbClr val="FFFF00"/>
                </a:solidFill>
                <a:latin typeface="Calibri"/>
              </a:rPr>
              <a:t> has arrived! She has come to shower boundless love.</a:t>
            </a:r>
            <a:endParaRPr lang="en-US" sz="49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bōlō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mātāṙāṇī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jay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bōlō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mahāṙāṇī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jay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bōlō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mahādēvi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jay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bōlō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mahākāḷi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jay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Say: ‘Victory to Mother, victory to the supreme Queen, victory to the great Goddess, victory to the mighty Kali!’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ārati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utārō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500" dirty="0" smtClean="0">
                <a:solidFill>
                  <a:srgbClr val="FFFFFF"/>
                </a:solidFill>
                <a:latin typeface="Calibri"/>
              </a:rPr>
            </a:b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bharā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rūp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nihārō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500" dirty="0" smtClean="0">
                <a:solidFill>
                  <a:srgbClr val="FFFFFF"/>
                </a:solidFill>
                <a:latin typeface="Calibri"/>
              </a:rPr>
            </a:b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man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mēṅ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chabi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kō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dēkhō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500" dirty="0" smtClean="0">
                <a:solidFill>
                  <a:srgbClr val="FFFFFF"/>
                </a:solidFill>
                <a:latin typeface="Calibri"/>
              </a:rPr>
            </a:b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dhyān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magn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hō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jāvō</a:t>
            </a:r>
            <a:endParaRPr lang="en-US" sz="5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dirty="0" smtClean="0">
                <a:solidFill>
                  <a:srgbClr val="FFFF00"/>
                </a:solidFill>
                <a:latin typeface="Calibri"/>
              </a:rPr>
              <a:t>Perform Mother’s </a:t>
            </a:r>
            <a:r>
              <a:rPr lang="en-US" sz="5300" dirty="0" err="1" smtClean="0">
                <a:solidFill>
                  <a:srgbClr val="FFFF00"/>
                </a:solidFill>
                <a:latin typeface="Calibri"/>
              </a:rPr>
              <a:t>arati</a:t>
            </a:r>
            <a:r>
              <a:rPr lang="en-US" sz="5300" dirty="0" smtClean="0">
                <a:solidFill>
                  <a:srgbClr val="FFFF00"/>
                </a:solidFill>
                <a:latin typeface="Calibri"/>
              </a:rPr>
              <a:t>. Behold her form, full of love. Envision her image in your mind and become absorbed in meditation.</a:t>
            </a:r>
            <a:endParaRPr lang="en-US" sz="53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lagātī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mamtā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galē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barsātī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sudhā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sab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jīvan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sab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savārnē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jag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āyī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mayyā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dirty="0" smtClean="0">
                <a:solidFill>
                  <a:srgbClr val="FFFF00"/>
                </a:solidFill>
                <a:latin typeface="Calibri"/>
              </a:rPr>
              <a:t>Mother embraces with affection, she showers nectar on all. To uplift everyone’s life, Mother has come into the world.</a:t>
            </a:r>
            <a:endParaRPr lang="en-US" sz="52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121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hō kē simha savār mā</vt:lpstr>
      <vt:lpstr>hō kē simha savār mā aṣṭa bhujāōṅ vāli mā āyī hai dēkhō durgā mā barsānē prēm apār</vt:lpstr>
      <vt:lpstr>bōlō mātāṙāṇī kī jay jay bōlō mahāṙāṇī kī jay jay bōlō mahādēvi kī jay jay bōlō mahākāḷi kī jay jay</vt:lpstr>
      <vt:lpstr>mā kī ārati utārō prēm bharā rūp nihārō man mēṅ mā kī chabi kō dēkhō dhyān magn hō jāvō</vt:lpstr>
      <vt:lpstr>lagātī mā mamtā sē galē barsātī hai sudhā sab pē jīvan sab kā savārnē jag meiṅ āyī mayyā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hō kē simha savār mā</dc:title>
  <dc:creator>Amrita</dc:creator>
  <cp:lastModifiedBy>Amrita</cp:lastModifiedBy>
  <cp:revision>3</cp:revision>
  <dcterms:created xsi:type="dcterms:W3CDTF">2025-06-04T04:32:37Z</dcterms:created>
  <dcterms:modified xsi:type="dcterms:W3CDTF">2025-06-04T04:48:13Z</dcterms:modified>
</cp:coreProperties>
</file>