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3C7C-9882-4284-8EA0-0A7DEB84C83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4F009-3ACF-4705-84EB-4341701555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3C7C-9882-4284-8EA0-0A7DEB84C83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4F009-3ACF-4705-84EB-4341701555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3C7C-9882-4284-8EA0-0A7DEB84C83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4F009-3ACF-4705-84EB-4341701555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3C7C-9882-4284-8EA0-0A7DEB84C83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4F009-3ACF-4705-84EB-4341701555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3C7C-9882-4284-8EA0-0A7DEB84C83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4F009-3ACF-4705-84EB-4341701555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3C7C-9882-4284-8EA0-0A7DEB84C83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4F009-3ACF-4705-84EB-4341701555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3C7C-9882-4284-8EA0-0A7DEB84C83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4F009-3ACF-4705-84EB-4341701555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3C7C-9882-4284-8EA0-0A7DEB84C83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4F009-3ACF-4705-84EB-4341701555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3C7C-9882-4284-8EA0-0A7DEB84C83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4F009-3ACF-4705-84EB-4341701555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3C7C-9882-4284-8EA0-0A7DEB84C83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4F009-3ACF-4705-84EB-4341701555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C3C7C-9882-4284-8EA0-0A7DEB84C83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4F009-3ACF-4705-84EB-43417015557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C3C7C-9882-4284-8EA0-0A7DEB84C83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74F009-3ACF-4705-84EB-43417015557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nārāyaṇā śrī rāmā nārāyaṇā śrī rāma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(Samskritam)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nārāyaṇā śrī rāmā nārāyaṇā śrī rāma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nārāyaṇā… śrī rāmā…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Rama, Narayana, the eternal one, Sri Rama…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uttiṣṭhatām jāgratām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amṛtasya putrā uttiṣṭhatām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children of immortality, arise, awake!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jāgratām amṛtasya putrā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jāgratām amṛtasya putrā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children of immortality, arise, awake!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daśaratha-putrā raghurāmā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kausalya-nandanā śrī rāma 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Rama, son of King Dasharatha, scion of Raghu, shining jewel of the solar dynasty, born of Devi Kausalya,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sītā-nāthā puruṣōttamā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lakṣmaṇa-sōdarā mama dēvā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beloved Lord of Devi Sita… Supreme Being, elder brother of Lakshmana, you are my God!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nārāyaṇā śrī rāmā nārāyaṇā śrī rāma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nārāyaṇā… śrī rāmā…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Rama, Narayana, the eternal one, Sri Rama…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dīyatām mē āśrayam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dīyatām tē pāda-sēvanam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Grant me refuge, grant me opportunities to serve your lotus feet,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jñāna-bhakti dīyatām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prēma-bhakti dīyatām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bless me with knowledge and devotion, bless me with steadfast, loving devotion.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nārāyaṇā śrī rāmā nārāyaṇā śrī rāma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nārāyaṇā… śrī rāmā…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Rama, Narayana, the eternal one, Sri Rama…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nārāyaṇā śrī rāmā nārāyaṇā śrī rāma</vt:lpstr>
      <vt:lpstr>nārāyaṇā śrī rāmā nārāyaṇā śrī rāma nārāyaṇā… śrī rāmā… </vt:lpstr>
      <vt:lpstr>uttiṣṭhatām jāgratām amṛtasya putrā uttiṣṭhatām </vt:lpstr>
      <vt:lpstr>jāgratām amṛtasya putrā jāgratām amṛtasya putrā </vt:lpstr>
      <vt:lpstr>daśaratha-putrā raghurāmā kausalya-nandanā śrī rāma </vt:lpstr>
      <vt:lpstr>sītā-nāthā puruṣōttamā lakṣmaṇa-sōdarā mama dēvā </vt:lpstr>
      <vt:lpstr>nārāyaṇā śrī rāmā nārāyaṇā śrī rāma nārāyaṇā… śrī rāmā… </vt:lpstr>
      <vt:lpstr>dīyatām mē āśrayam dīyatām tē pāda-sēvanam </vt:lpstr>
      <vt:lpstr>jñāna-bhakti dīyatām prēma-bhakti dīyatām</vt:lpstr>
      <vt:lpstr>nārāyaṇā śrī rāmā nārāyaṇā śrī rāma nārāyaṇā… śrī rāmā…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nārāyaṇā śrī rāmā nārāyaṇā śrī rāma</dc:title>
  <dc:creator>Amrita</dc:creator>
  <cp:lastModifiedBy>Amrita</cp:lastModifiedBy>
  <cp:revision>1</cp:revision>
  <dcterms:created xsi:type="dcterms:W3CDTF">2025-08-18T14:16:37Z</dcterms:created>
  <dcterms:modified xsi:type="dcterms:W3CDTF">2025-08-18T14:17:27Z</dcterms:modified>
</cp:coreProperties>
</file>