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6" r:id="rId2"/>
    <p:sldId id="289" r:id="rId3"/>
    <p:sldId id="290" r:id="rId4"/>
    <p:sldId id="287" r:id="rId5"/>
    <p:sldId id="291" r:id="rId6"/>
    <p:sldId id="288" r:id="rId7"/>
    <p:sldId id="29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hṛdayāravindē</a:t>
            </a:r>
            <a:r>
              <a:rPr lang="en-US" sz="6600" dirty="0" smtClean="0"/>
              <a:t> </a:t>
            </a:r>
            <a:r>
              <a:rPr lang="en-US" sz="6600" dirty="0" err="1" smtClean="0"/>
              <a:t>padarēṇu</a:t>
            </a:r>
            <a:r>
              <a:rPr lang="en-US" sz="6600" dirty="0" smtClean="0"/>
              <a:t> </a:t>
            </a:r>
            <a:r>
              <a:rPr lang="en-US" sz="6600" dirty="0" err="1" smtClean="0"/>
              <a:t>tūki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(Malayalam)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hṛdayāravindē</a:t>
            </a:r>
            <a:r>
              <a:rPr lang="en-US" sz="6600" dirty="0" smtClean="0"/>
              <a:t> </a:t>
            </a:r>
            <a:r>
              <a:rPr lang="en-US" sz="6600" dirty="0" err="1" smtClean="0"/>
              <a:t>padarēṇu</a:t>
            </a:r>
            <a:r>
              <a:rPr lang="en-US" sz="6600" dirty="0" smtClean="0"/>
              <a:t> </a:t>
            </a:r>
            <a:r>
              <a:rPr lang="en-US" sz="6600" dirty="0" err="1" smtClean="0"/>
              <a:t>tūki</a:t>
            </a:r>
            <a:r>
              <a:rPr lang="en-US" sz="6600" dirty="0" smtClean="0"/>
              <a:t> - </a:t>
            </a:r>
            <a:r>
              <a:rPr lang="en-US" sz="6600" dirty="0" err="1" smtClean="0"/>
              <a:t>maruvuvān</a:t>
            </a:r>
            <a:r>
              <a:rPr lang="en-US" sz="6600" dirty="0" smtClean="0"/>
              <a:t> </a:t>
            </a:r>
            <a:r>
              <a:rPr lang="en-US" sz="6600" dirty="0" err="1" smtClean="0"/>
              <a:t>amba</a:t>
            </a:r>
            <a:r>
              <a:rPr lang="en-US" sz="6600" dirty="0" smtClean="0"/>
              <a:t> </a:t>
            </a:r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vannaṇayū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Mother </a:t>
            </a:r>
            <a:r>
              <a:rPr lang="en-US" sz="5400" dirty="0" err="1" smtClean="0">
                <a:solidFill>
                  <a:srgbClr val="FFFF00"/>
                </a:solidFill>
              </a:rPr>
              <a:t>Saraswati</a:t>
            </a:r>
            <a:r>
              <a:rPr lang="en-US" sz="5400" dirty="0" smtClean="0">
                <a:solidFill>
                  <a:srgbClr val="FFFF00"/>
                </a:solidFill>
              </a:rPr>
              <a:t>, will you come to dwell in the lotus of my heart, blessing it with the dust of your holy feet?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vīṇāpāṇī</a:t>
            </a:r>
            <a:r>
              <a:rPr lang="en-US" sz="6000" dirty="0" smtClean="0"/>
              <a:t> </a:t>
            </a:r>
            <a:r>
              <a:rPr lang="en-US" sz="6000" dirty="0" err="1" smtClean="0"/>
              <a:t>māmaka</a:t>
            </a:r>
            <a:r>
              <a:rPr lang="en-US" sz="6000" dirty="0" smtClean="0"/>
              <a:t> </a:t>
            </a:r>
            <a:r>
              <a:rPr lang="en-US" sz="6000" dirty="0" err="1" smtClean="0"/>
              <a:t>mānasa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maṇvīṇa</a:t>
            </a:r>
            <a:r>
              <a:rPr lang="en-US" sz="6000" dirty="0" smtClean="0"/>
              <a:t> </a:t>
            </a:r>
            <a:r>
              <a:rPr lang="en-US" sz="6000" dirty="0" err="1" smtClean="0"/>
              <a:t>pāṇiyāl</a:t>
            </a:r>
            <a:r>
              <a:rPr lang="en-US" sz="6000" dirty="0" smtClean="0"/>
              <a:t> </a:t>
            </a:r>
            <a:r>
              <a:rPr lang="en-US" sz="6000" dirty="0" err="1" smtClean="0"/>
              <a:t>tazhukū</a:t>
            </a:r>
            <a:r>
              <a:rPr lang="en-US" sz="6000" dirty="0" smtClean="0"/>
              <a:t>… </a:t>
            </a:r>
            <a:r>
              <a:rPr lang="en-US" sz="6000" dirty="0" err="1" smtClean="0"/>
              <a:t>tazhukū</a:t>
            </a:r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Gently </a:t>
            </a:r>
            <a:r>
              <a:rPr lang="en-US" sz="6000" dirty="0" smtClean="0">
                <a:solidFill>
                  <a:srgbClr val="FFFF00"/>
                </a:solidFill>
              </a:rPr>
              <a:t>caress the </a:t>
            </a:r>
            <a:r>
              <a:rPr lang="en-US" sz="6000" dirty="0" err="1" smtClean="0">
                <a:solidFill>
                  <a:srgbClr val="FFFF00"/>
                </a:solidFill>
              </a:rPr>
              <a:t>veena</a:t>
            </a:r>
            <a:r>
              <a:rPr lang="en-US" sz="6000" dirty="0" smtClean="0">
                <a:solidFill>
                  <a:srgbClr val="FFFF00"/>
                </a:solidFill>
              </a:rPr>
              <a:t> of my mind with your soft hands.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kṣaṇam</a:t>
            </a:r>
            <a:r>
              <a:rPr lang="en-US" sz="6000" dirty="0" smtClean="0"/>
              <a:t> </a:t>
            </a:r>
            <a:r>
              <a:rPr lang="en-US" sz="6000" dirty="0" err="1" smtClean="0"/>
              <a:t>itil</a:t>
            </a:r>
            <a:r>
              <a:rPr lang="en-US" sz="6000" dirty="0" smtClean="0"/>
              <a:t> mama </a:t>
            </a:r>
            <a:r>
              <a:rPr lang="en-US" sz="6000" dirty="0" err="1" smtClean="0"/>
              <a:t>kṣaṇam</a:t>
            </a:r>
            <a:r>
              <a:rPr lang="en-US" sz="6000" dirty="0" smtClean="0"/>
              <a:t> </a:t>
            </a:r>
            <a:r>
              <a:rPr lang="en-US" sz="6000" dirty="0" err="1" smtClean="0"/>
              <a:t>kaikkoṇḍī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īkṣaṇa-vīciyāl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kṛpa</a:t>
            </a:r>
            <a:r>
              <a:rPr lang="en-US" sz="6000" dirty="0" smtClean="0"/>
              <a:t> </a:t>
            </a:r>
            <a:r>
              <a:rPr lang="en-US" sz="6000" dirty="0" err="1" smtClean="0"/>
              <a:t>coriyū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In this moment, accept my call and shower your grace upon my fleeting mind through the rays of your divine </a:t>
            </a:r>
            <a:r>
              <a:rPr lang="en-US" sz="5400" dirty="0" smtClean="0">
                <a:solidFill>
                  <a:srgbClr val="FFFF00"/>
                </a:solidFill>
              </a:rPr>
              <a:t>glance.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kṣaram</a:t>
            </a:r>
            <a:r>
              <a:rPr lang="en-US" sz="6000" dirty="0" smtClean="0"/>
              <a:t> </a:t>
            </a:r>
            <a:r>
              <a:rPr lang="en-US" sz="6000" dirty="0" smtClean="0"/>
              <a:t>ī </a:t>
            </a:r>
            <a:r>
              <a:rPr lang="en-US" sz="6000" dirty="0" err="1" smtClean="0"/>
              <a:t>jagattil</a:t>
            </a:r>
            <a:r>
              <a:rPr lang="en-US" sz="6000" dirty="0" smtClean="0"/>
              <a:t> </a:t>
            </a:r>
            <a:r>
              <a:rPr lang="en-US" sz="6000" dirty="0" err="1" smtClean="0"/>
              <a:t>nāda-brahmattin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akṣarātmikē</a:t>
            </a:r>
            <a:r>
              <a:rPr lang="en-US" sz="6000" dirty="0" smtClean="0"/>
              <a:t> </a:t>
            </a:r>
            <a:r>
              <a:rPr lang="en-US" sz="6000" dirty="0" err="1" smtClean="0"/>
              <a:t>dhvani</a:t>
            </a:r>
            <a:r>
              <a:rPr lang="en-US" sz="6000" dirty="0" smtClean="0"/>
              <a:t> </a:t>
            </a:r>
            <a:r>
              <a:rPr lang="en-US" sz="6000" dirty="0" err="1" smtClean="0"/>
              <a:t>utirkkū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</a:t>
            </a:r>
            <a:r>
              <a:rPr lang="en-US" sz="5400" dirty="0" smtClean="0">
                <a:solidFill>
                  <a:srgbClr val="FFFF00"/>
                </a:solidFill>
              </a:rPr>
              <a:t>eternal Goddess, in this perishable world spread the resonance of the primordial sound.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śruti</a:t>
            </a:r>
            <a:r>
              <a:rPr lang="en-US" sz="6000" dirty="0" smtClean="0"/>
              <a:t> </a:t>
            </a:r>
            <a:r>
              <a:rPr lang="en-US" sz="6000" dirty="0" err="1" smtClean="0"/>
              <a:t>mīṭṭuvān</a:t>
            </a:r>
            <a:r>
              <a:rPr lang="en-US" sz="6000" dirty="0" smtClean="0"/>
              <a:t> en </a:t>
            </a:r>
            <a:r>
              <a:rPr lang="en-US" sz="6000" dirty="0" err="1" smtClean="0"/>
              <a:t>cintātantrikaḷ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tava</a:t>
            </a:r>
            <a:r>
              <a:rPr lang="en-US" sz="6000" dirty="0" smtClean="0"/>
              <a:t> </a:t>
            </a:r>
            <a:r>
              <a:rPr lang="en-US" sz="6000" dirty="0" err="1" smtClean="0"/>
              <a:t>lāḷanam</a:t>
            </a:r>
            <a:r>
              <a:rPr lang="en-US" sz="6000" dirty="0" smtClean="0"/>
              <a:t> </a:t>
            </a:r>
            <a:r>
              <a:rPr lang="en-US" sz="6000" dirty="0" err="1" smtClean="0"/>
              <a:t>nukarnniḍumbōḷ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When the strings of my mind drink in your tender affection, to tune the melody,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anādiyām</a:t>
            </a:r>
            <a:r>
              <a:rPr lang="en-US" sz="6600" dirty="0" smtClean="0"/>
              <a:t> </a:t>
            </a:r>
            <a:r>
              <a:rPr lang="en-US" sz="6600" dirty="0" err="1" smtClean="0"/>
              <a:t>nāda-taraṅgaṅgaḷ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sapta-svarādi</a:t>
            </a:r>
            <a:r>
              <a:rPr lang="en-US" sz="6600" dirty="0" smtClean="0"/>
              <a:t> </a:t>
            </a:r>
            <a:r>
              <a:rPr lang="en-US" sz="6600" dirty="0" err="1" smtClean="0"/>
              <a:t>utirttiḍaṭṭe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may </a:t>
            </a:r>
            <a:r>
              <a:rPr lang="en-US" sz="6000" dirty="0" smtClean="0">
                <a:solidFill>
                  <a:srgbClr val="FFFF00"/>
                </a:solidFill>
              </a:rPr>
              <a:t>the </a:t>
            </a:r>
            <a:r>
              <a:rPr lang="en-US" sz="6000" dirty="0" err="1" smtClean="0">
                <a:solidFill>
                  <a:srgbClr val="FFFF00"/>
                </a:solidFill>
              </a:rPr>
              <a:t>beginningless</a:t>
            </a:r>
            <a:r>
              <a:rPr lang="en-US" sz="6000" dirty="0" smtClean="0">
                <a:solidFill>
                  <a:srgbClr val="FFFF00"/>
                </a:solidFill>
              </a:rPr>
              <a:t> waves of sound pour forth as the seven notes of music.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2877</TotalTime>
  <Words>145</Words>
  <Application>Microsoft Office PowerPoint</Application>
  <PresentationFormat>On-screen Show (4:3)</PresentationFormat>
  <Paragraphs>22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hṛdayāravindē padarēṇu tūki</vt:lpstr>
      <vt:lpstr>hṛdayāravindē padarēṇu tūki - maruvuvān amba nī vannaṇayū</vt:lpstr>
      <vt:lpstr>vīṇāpāṇī māmaka mānasa maṇvīṇa pāṇiyāl tazhukū… tazhukū…</vt:lpstr>
      <vt:lpstr>kṣaṇam itil mama kṣaṇam kaikkoṇḍī īkṣaṇa-vīciyāl nī kṛpa coriyū</vt:lpstr>
      <vt:lpstr>kṣaram ī jagattil nāda-brahmattin akṣarātmikē dhvani utirkkū</vt:lpstr>
      <vt:lpstr>śruti mīṭṭuvān en cintātantrikaḷ tava lāḷanam nukarnniḍumbōḷ</vt:lpstr>
      <vt:lpstr>anādiyām nāda-taraṅgaṅgaḷ sapta-svarādi utirttiḍaṭṭe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321</cp:revision>
  <dcterms:created xsi:type="dcterms:W3CDTF">2006-08-16T00:00:00Z</dcterms:created>
  <dcterms:modified xsi:type="dcterms:W3CDTF">2025-05-07T15:40:24Z</dcterms:modified>
</cp:coreProperties>
</file>