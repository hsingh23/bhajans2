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3584B-B4FD-462E-A6D4-1F1C422F148F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FF69E-F4F3-4C4B-92D1-A83D912A18E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mīnākṣi manadāḷum tāyē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mīnākṣi manadāḷum tāyē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ennil māyayai nīkki nin malaraḍi taruvāy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O Mother Meenakshi, who dwells within my heart! Remove the delusion within me and grant me the vision of your lotus feet.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kāmakṣiyē karuṇākariyē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samsāra kaḍalinai tāṇḍavē dayai sey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Kamakshi, ocean of compassion, bestow your mercy and help me cross the vast ocean of worldly existence.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uḷḷanpōḍum uṇarvōḍum unnai tudikka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umaye nī uḷḷam kanindu aruḷ purivāy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Uma, let your heart soften and shower your grace on me, so that I worship you with heart and awareness.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kāmākṣi mīnākṣi en manasākṣi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māyattirai nīkki viraindu nī kāppāy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Kamakshi, O Meenakshi, witness of my mind, remove the veils of illusion and come swiftly to protect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tudippārin tunbattai tīrppāy dēvi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tīrāda vinaikaḷai tīrttu nī aruḷvāy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O Goddess, you alone can remove the sorrows of the afflicted. Destroy the endless chain of deeds (karma) and bestow your grace.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mātaṅgi jaganmātē māyē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ulakattin uḷ poruḷ uṇmayum nīyē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Matangi, Mother of the universe, O Maya! You are the essence and the truth of this world.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ammā ammā anbāna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ammā ammā azhakāna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ammā ammā aṇaikkum ammā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ammā ammā amudāna ammā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Mother — the loving Mother, the beautiful Mother, the Mother who embraces, the Mother who is sweet as nectar.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</Words>
  <Application>Microsoft Office PowerPoint</Application>
  <PresentationFormat>On-screen Show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mīnākṣi manadāḷum tāyē</vt:lpstr>
      <vt:lpstr>mīnākṣi manadāḷum tāyē ennil māyayai nīkki nin malaraḍi taruvāy </vt:lpstr>
      <vt:lpstr>kāmakṣiyē karuṇākariyē samsāra kaḍalinai tāṇḍavē dayai sey</vt:lpstr>
      <vt:lpstr>uḷḷanpōḍum uṇarvōḍum unnai tudikka umaye nī uḷḷam kanindu aruḷ purivāy</vt:lpstr>
      <vt:lpstr>kāmākṣi mīnākṣi en manasākṣi māyattirai nīkki viraindu nī kāppāy</vt:lpstr>
      <vt:lpstr>tudippārin tunbattai tīrppāy dēvi tīrāda vinaikaḷai tīrttu nī aruḷvāy</vt:lpstr>
      <vt:lpstr>mātaṅgi jaganmātē māyē ulakattin uḷ poruḷ uṇmayum nīyē</vt:lpstr>
      <vt:lpstr>ammā ammā anbāna ammā ammā ammā azhakāna ammā ammā ammā aṇaikkum ammā ammā ammā amudāna ammā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mīnākṣi manadāḷum tāyē</dc:title>
  <dc:creator>Amrita</dc:creator>
  <cp:lastModifiedBy>Amrita</cp:lastModifiedBy>
  <cp:revision>1</cp:revision>
  <dcterms:created xsi:type="dcterms:W3CDTF">2025-09-05T21:18:03Z</dcterms:created>
  <dcterms:modified xsi:type="dcterms:W3CDTF">2025-09-05T21:19:07Z</dcterms:modified>
</cp:coreProperties>
</file>