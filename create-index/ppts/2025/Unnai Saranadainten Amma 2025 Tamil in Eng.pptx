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34171-4D18-4F38-9DE4-81DFFCDB3E1B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53A63-E6D2-4B1C-B222-C44BCB190F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unnai śaraṇaḍaindēn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unnai śaraṇaḍaindēn ammā unnai śaraṇaḍaindēn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surrender to you, O Mother,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sarvamum nīyena nin tāḷ paṇintēn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Recognizing that everything is you, I bow down at your holy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māyyaiyil uzhandra ennai taḍuttāṭkoṇḍāy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I was lost in delusion, you restrained me with compassion.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malaipondru ūzhvinaiyai panipōl urūkacceytāy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melted away my heavy karmic burdens like ice beneath the sun.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uttamarōḍu ennai sērttu vaittāy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placed me in the company of the noble and pure,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uḷḷuruki unnai azhaikka vaittāy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you caused my heart to melt so that I might call out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azhaitta en kuṙaḷ kēṭṭu ōḍi vantāy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heard my cry and came rushing to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āṙutalāy ennai tāṅkinindrāy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consoled me and bore my burdens.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anbai pukaṭṭi un āḍalai kāṇa ceytāy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filled me with love and allowed me to witness your divine dance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ādaravāy ennai unnōḍu sērttāy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 With deep affection, you united me with yourself.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nandri navila enakku vārttaikaḷ illai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no words to express my gratitude,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nānilattil uṙaiyum māmaṙaiyē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Veda that dwells on this wide earth!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padam paṇindēn ammā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bow at your feet, O Mother,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ninnaruḷ tantennai kāppāyē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Mother—may you, in your grace, bless me and protect 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unnai śaraṇaḍaindēn ammā</vt:lpstr>
      <vt:lpstr>unnai śaraṇaḍaindēn ammā unnai śaraṇaḍaindēn</vt:lpstr>
      <vt:lpstr>sarvamum nīyena nin tāḷ paṇintēn</vt:lpstr>
      <vt:lpstr>māyyaiyil uzhandra ennai taḍuttāṭkoṇḍāy</vt:lpstr>
      <vt:lpstr>malaipondru ūzhvinaiyai panipōl urūkacceytāy</vt:lpstr>
      <vt:lpstr>uttamarōḍu ennai sērttu vaittāy</vt:lpstr>
      <vt:lpstr>uḷḷuruki unnai azhaikka vaittāy</vt:lpstr>
      <vt:lpstr>azhaitta en kuṙaḷ kēṭṭu ōḍi vantāy</vt:lpstr>
      <vt:lpstr>āṙutalāy ennai tāṅkinindrāy</vt:lpstr>
      <vt:lpstr>anbai pukaṭṭi un āḍalai kāṇa ceytāy</vt:lpstr>
      <vt:lpstr>ādaravāy ennai unnōḍu sērttāy</vt:lpstr>
      <vt:lpstr>nandri navila enakku vārttaikaḷ illai ammā</vt:lpstr>
      <vt:lpstr>nānilattil uṙaiyum māmaṙaiyē</vt:lpstr>
      <vt:lpstr>nin padam paṇindēn ammā ammā</vt:lpstr>
      <vt:lpstr>ninnaruḷ tantennai kāppāyē nī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unnai śaraṇaḍaindēn ammā</dc:title>
  <dc:creator>Amrita</dc:creator>
  <cp:lastModifiedBy>Amrita</cp:lastModifiedBy>
  <cp:revision>1</cp:revision>
  <dcterms:created xsi:type="dcterms:W3CDTF">2025-07-28T07:09:08Z</dcterms:created>
  <dcterms:modified xsi:type="dcterms:W3CDTF">2025-07-28T07:10:43Z</dcterms:modified>
</cp:coreProperties>
</file>