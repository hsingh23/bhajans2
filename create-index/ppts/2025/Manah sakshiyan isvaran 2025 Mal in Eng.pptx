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C3923-5923-4B88-8793-9CF27817DD7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E0456-B4C7-422C-90C5-1E40A6F00B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C3923-5923-4B88-8793-9CF27817DD7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E0456-B4C7-422C-90C5-1E40A6F00B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C3923-5923-4B88-8793-9CF27817DD7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E0456-B4C7-422C-90C5-1E40A6F00B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C3923-5923-4B88-8793-9CF27817DD7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E0456-B4C7-422C-90C5-1E40A6F00B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C3923-5923-4B88-8793-9CF27817DD7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E0456-B4C7-422C-90C5-1E40A6F00B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C3923-5923-4B88-8793-9CF27817DD7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E0456-B4C7-422C-90C5-1E40A6F00B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C3923-5923-4B88-8793-9CF27817DD7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E0456-B4C7-422C-90C5-1E40A6F00B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C3923-5923-4B88-8793-9CF27817DD7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E0456-B4C7-422C-90C5-1E40A6F00B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C3923-5923-4B88-8793-9CF27817DD7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E0456-B4C7-422C-90C5-1E40A6F00B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C3923-5923-4B88-8793-9CF27817DD7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E0456-B4C7-422C-90C5-1E40A6F00B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C3923-5923-4B88-8793-9CF27817DD7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E0456-B4C7-422C-90C5-1E40A6F00B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C3923-5923-4B88-8793-9CF27817DD7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E0456-B4C7-422C-90C5-1E40A6F00B4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manaḥsākṣi āṇ-īśvaran ennaṙiññāl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manaḥsākṣi āṇ-īśvaran ennaṙiññāl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manam maunam niścalam āyiḍunnu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When we know that our very conscience is God, the mind becomes silent and still.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aṙivāyirikkum ninnuḷḷilallō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tirayēṇḍat-ellām nī ennaṙiyū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God abides within as pure awareness. To realize His presence, we are to turn inward.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akaleyallā nin arikil uṇḍu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aṙiyānuḷḷ-avabōdham ninnil uṇḍu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God is not distant; he is ever close. We need only delve deep within to unveil this truth.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aṙiyēṇḍat-ellām nī aṙiññiḍumbōḷ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aṙivāy tanne viḷaṅgiḍunnu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we know all that is to be known the pristine Self within shines as pure knowledge.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manassinn-uṇarvonn-īyannavarkku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mana-malam ellām ozhiññiḍunnu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All the impurities of the mind dissolve in those whose hearts are awakened to this truth;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cittam tuḍikkunna spandattinō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jñānattin mudra patiññiḍunnu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every beat of their heart resonates with the seal of supreme knowledge.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125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manaḥsākṣi āṇ-īśvaran ennaṙiññāl</vt:lpstr>
      <vt:lpstr>manaḥsākṣi āṇ-īśvaran ennaṙiññāl manam maunam niścalam āyiḍunnu</vt:lpstr>
      <vt:lpstr>aṙivāyirikkum ninnuḷḷilallō tirayēṇḍat-ellām nī ennaṙiyū</vt:lpstr>
      <vt:lpstr>akaleyallā nin arikil uṇḍu aṙiyānuḷḷ-avabōdham ninnil uṇḍu</vt:lpstr>
      <vt:lpstr>aṙiyēṇḍat-ellām nī aṙiññiḍumbōḷ aṙivāy tanne viḷaṅgiḍunnu</vt:lpstr>
      <vt:lpstr>manassinn-uṇarvonn-īyannavarkku mana-malam ellām ozhiññiḍunnu</vt:lpstr>
      <vt:lpstr>cittam tuḍikkunna spandattinō jñānattin mudra patiññiḍunnu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manaḥsākṣi āṇ-īśvaran ennaṙiññāl</dc:title>
  <dc:creator>Amrita</dc:creator>
  <cp:lastModifiedBy>Amrita</cp:lastModifiedBy>
  <cp:revision>1</cp:revision>
  <dcterms:created xsi:type="dcterms:W3CDTF">2025-06-16T10:55:16Z</dcterms:created>
  <dcterms:modified xsi:type="dcterms:W3CDTF">2025-06-16T10:56:37Z</dcterms:modified>
</cp:coreProperties>
</file>