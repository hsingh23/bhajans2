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CB84-44E9-4A28-8792-7754CDE8E4F3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5543-F85D-4863-9DFD-FEF3990E2E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CB84-44E9-4A28-8792-7754CDE8E4F3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5543-F85D-4863-9DFD-FEF3990E2E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CB84-44E9-4A28-8792-7754CDE8E4F3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5543-F85D-4863-9DFD-FEF3990E2E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CB84-44E9-4A28-8792-7754CDE8E4F3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5543-F85D-4863-9DFD-FEF3990E2E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CB84-44E9-4A28-8792-7754CDE8E4F3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5543-F85D-4863-9DFD-FEF3990E2E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CB84-44E9-4A28-8792-7754CDE8E4F3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5543-F85D-4863-9DFD-FEF3990E2E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CB84-44E9-4A28-8792-7754CDE8E4F3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5543-F85D-4863-9DFD-FEF3990E2E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CB84-44E9-4A28-8792-7754CDE8E4F3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5543-F85D-4863-9DFD-FEF3990E2E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CB84-44E9-4A28-8792-7754CDE8E4F3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5543-F85D-4863-9DFD-FEF3990E2E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CB84-44E9-4A28-8792-7754CDE8E4F3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5543-F85D-4863-9DFD-FEF3990E2E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CB84-44E9-4A28-8792-7754CDE8E4F3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5543-F85D-4863-9DFD-FEF3990E2E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CB84-44E9-4A28-8792-7754CDE8E4F3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D5543-F85D-4863-9DFD-FEF3990E2EF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ādiparāśakti ambikē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ādiparāśakti ambikē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Mother! You are the primordial cosmic energy, the Supreme Goddess.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ādiparāśakti ambikē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kāttu-koḷḷēṇamē ñaṅgaḷe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Mother! You are the primordial cosmic energy, the Supreme Goddess. Protect us,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samasta-aparādham poṙuttu nī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vasikkēṇam uḷḷil karuṇāmayi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forgive our faults and misdeeds, and abide within us, O compassionate one.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avyāja-karuṇā mūrttiyāyi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ulakatte pōṭriḍum jaganmayi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You have manifested as all of creation, sustaining the world through your boundless grace.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kalmaṣam tīrttu mūvulakine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ullāsa-bharitam ākkum kāḷi nī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Kali, you purge the impurities of the three worlds and revive them with joy and divine strength.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īrēzh-ulakaṅgaḷ okkeyum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līlā-vinōdini nin kēḷi-raṅgam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O One who delights in your cosmic play! The fourteen worlds are your playground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icchayillāt-oraṇuvumē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ulak-eṅgum calikkilla atu satyam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—without your will, not even a single atom stirs.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atu satyam… atu satyam… atu satyam…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This alone is the eternal truth.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nin kṛpa ēṫṫu maruvīḍunna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sukṛtikaḷkk-atonnē sāyūjyam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Those blessed to live in your grace find therein their ultimate liberation,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ā mahākāruṇya-sindhuvil allō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saccidānandamām parama-satyam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for the supreme truth—existence, consciousness, and bliss—dwells in the vast ocean of your compassion.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parama-satyam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parama-satyam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 Supreme Truth!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185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ādiparāśakti ambikē</vt:lpstr>
      <vt:lpstr>ādiparāśakti ambikē</vt:lpstr>
      <vt:lpstr>ādiparāśakti ambikē kāttu-koḷḷēṇamē ñaṅgaḷe</vt:lpstr>
      <vt:lpstr>samasta-aparādham poṙuttu nī vasikkēṇam uḷḷil karuṇāmayi</vt:lpstr>
      <vt:lpstr>avyāja-karuṇā mūrttiyāyi ulakatte pōṭriḍum jaganmayi</vt:lpstr>
      <vt:lpstr>kalmaṣam tīrttu mūvulakine ullāsa-bharitam ākkum kāḷi nī</vt:lpstr>
      <vt:lpstr>īrēzh-ulakaṅgaḷ okkeyum līlā-vinōdini nin kēḷi-raṅgam</vt:lpstr>
      <vt:lpstr>nin icchayillāt-oraṇuvumē ulak-eṅgum calikkilla atu satyam</vt:lpstr>
      <vt:lpstr>atu satyam… atu satyam… atu satyam… </vt:lpstr>
      <vt:lpstr>nin kṛpa ēṫṫu maruvīḍunna sukṛtikaḷkk-atonnē sāyūjyam</vt:lpstr>
      <vt:lpstr>ā mahākāruṇya-sindhuvil allō saccidānandamām parama-satyam</vt:lpstr>
      <vt:lpstr>parama-satyam…  parama-satyam…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ādiparāśakti ambikē</dc:title>
  <dc:creator>Amrita</dc:creator>
  <cp:lastModifiedBy>Amrita</cp:lastModifiedBy>
  <cp:revision>1</cp:revision>
  <dcterms:created xsi:type="dcterms:W3CDTF">2025-06-28T10:41:30Z</dcterms:created>
  <dcterms:modified xsi:type="dcterms:W3CDTF">2025-06-28T10:44:14Z</dcterms:modified>
</cp:coreProperties>
</file>