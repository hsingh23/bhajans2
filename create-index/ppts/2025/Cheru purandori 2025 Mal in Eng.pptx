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50182-6321-43D8-AA82-A7A6ADAC13FF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FA1B5-19D9-4E20-8790-29C621492FE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50182-6321-43D8-AA82-A7A6ADAC13FF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FA1B5-19D9-4E20-8790-29C621492FE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50182-6321-43D8-AA82-A7A6ADAC13FF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FA1B5-19D9-4E20-8790-29C621492FE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50182-6321-43D8-AA82-A7A6ADAC13FF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FA1B5-19D9-4E20-8790-29C621492FE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50182-6321-43D8-AA82-A7A6ADAC13FF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FA1B5-19D9-4E20-8790-29C621492FE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50182-6321-43D8-AA82-A7A6ADAC13FF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FA1B5-19D9-4E20-8790-29C621492FE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50182-6321-43D8-AA82-A7A6ADAC13FF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FA1B5-19D9-4E20-8790-29C621492FE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50182-6321-43D8-AA82-A7A6ADAC13FF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FA1B5-19D9-4E20-8790-29C621492FE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50182-6321-43D8-AA82-A7A6ADAC13FF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FA1B5-19D9-4E20-8790-29C621492FE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50182-6321-43D8-AA82-A7A6ADAC13FF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FA1B5-19D9-4E20-8790-29C621492FE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50182-6321-43D8-AA82-A7A6ADAC13FF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FA1B5-19D9-4E20-8790-29C621492FE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E50182-6321-43D8-AA82-A7A6ADAC13FF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FA1B5-19D9-4E20-8790-29C621492FE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cēṙu puraṇḍorī jīvane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cēṙu puraṇḍorī jīvane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cēlotta karaṅgaḷ nīṭṭi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Who stretched out her lovely arms to draw close this life, stained with countless impurities?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cāratt-aṇaccat-ārō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kṛpa tūki kaḍākṣiccat-ārō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Who looked upon me with eyes full of pure compassion?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tēnmāriyāy tūveṇ-śalabhamāyi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tūveṇṇilāvāy tennalāyi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100" smtClean="0">
                <a:solidFill>
                  <a:srgbClr val="FFFF00"/>
                </a:solidFill>
                <a:latin typeface="Calibri"/>
              </a:rPr>
              <a:t>Whenever I thought of you, who came to me as fresh rain showers, as a pure white butterfly, as the silvery moonlight?</a:t>
            </a:r>
            <a:endParaRPr lang="en-US" sz="5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ninaykkunna nēram en akamalaril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niṙavāy uṇarvāy viḷaṅgunnat-ārō?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Who shines resplendent within me as a surge of fresh, new energy?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ennilum ninnilum eṅgum niṙayunna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navyānubhūtiyām ende ammē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You are the one who appears as the very life-energy within me, and you are the one who pervades all of creation. Mother! You are the ever-new experience of bliss.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nī allātonnilla enn-aṙiññīḍilum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mōhāndhatayil mayaṅgunnu ñān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Though I understand with my intellect that you alone exist as the non-dual reality, I remain caught in the darkness of illusion, unable to directly experience that oneness.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mōhāndhatayil mayaṅgunnu ñān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 remain caught in the darkness of illusion, unable to directly experience that oneness.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niṙabhakti ēki nirmalam ākki en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manatārilāy vasiccīḍuk-ammē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100" smtClean="0">
                <a:solidFill>
                  <a:srgbClr val="FFFF00"/>
                </a:solidFill>
                <a:latin typeface="Calibri"/>
              </a:rPr>
              <a:t>Fill me with devotion. Make me pure and reside in the lotus of my heart, O Mother.</a:t>
            </a:r>
            <a:endParaRPr lang="en-US" sz="6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ā bhakti-dhārayil muṅgi en jīvan 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ā padatāriṇa pūkiḍaṭṭe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Let me be immersed in the currents of your devotion and carried to your sacred lotus feet.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ā padatāriṇa pūkiḍaṭṭe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Let me carried to your sacred lotus feet.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</Words>
  <Application>Microsoft Office PowerPoint</Application>
  <PresentationFormat>On-screen Show (4:3)</PresentationFormat>
  <Paragraphs>23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cēṙu puraṇḍorī jīvane</vt:lpstr>
      <vt:lpstr>cēṙu puraṇḍorī jīvane cēlotta karaṅgaḷ nīṭṭi</vt:lpstr>
      <vt:lpstr>cāratt-aṇaccat-ārō kṛpa tūki kaḍākṣiccat-ārō</vt:lpstr>
      <vt:lpstr>tēnmāriyāy tūveṇ-śalabhamāyi tūveṇṇilāvāy tennalāyi</vt:lpstr>
      <vt:lpstr>ninaykkunna nēram en akamalaril niṙavāy uṇarvāy viḷaṅgunnat-ārō? </vt:lpstr>
      <vt:lpstr>ennilum ninnilum eṅgum niṙayunna navyānubhūtiyām ende ammē</vt:lpstr>
      <vt:lpstr>nī allātonnilla enn-aṙiññīḍilum mōhāndhatayil mayaṅgunnu ñān</vt:lpstr>
      <vt:lpstr>mōhāndhatayil mayaṅgunnu ñān</vt:lpstr>
      <vt:lpstr>niṙabhakti ēki nirmalam ākki en manatārilāy vasiccīḍuk-ammē</vt:lpstr>
      <vt:lpstr>ā bhakti-dhārayil muṅgi en jīvan  ā padatāriṇa pūkiḍaṭṭe</vt:lpstr>
      <vt:lpstr>ā padatāriṇa pūkiḍaṭṭe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cēṙu puraṇḍorī jīvane</dc:title>
  <dc:creator>Amrita</dc:creator>
  <cp:lastModifiedBy>Amrita</cp:lastModifiedBy>
  <cp:revision>1</cp:revision>
  <dcterms:created xsi:type="dcterms:W3CDTF">2025-07-18T13:59:55Z</dcterms:created>
  <dcterms:modified xsi:type="dcterms:W3CDTF">2025-07-18T14:00:39Z</dcterms:modified>
</cp:coreProperties>
</file>