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658" autoAdjust="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70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30047-1343-4388-B6C5-AA2C5D3A20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795AD-AC8C-47EA-A3AD-7FCE930BFE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śyāmāmbarattin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śyāmāmbarattil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layiccu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cērnnennō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śyāma-yamunayil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aliññu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cērnnennō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</a:rPr>
              <a:t>Have you vanished into the endless blue of the sky — or dissolved into the silent depths of the Yamuna’s dark waters?</a:t>
            </a:r>
            <a:endParaRPr lang="en-US" sz="5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nōvinde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tīrattinnu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ēkākiyāy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300" dirty="0" smtClean="0">
                <a:solidFill>
                  <a:srgbClr val="FFFFFF"/>
                </a:solidFill>
                <a:latin typeface="Calibri"/>
              </a:rPr>
            </a:b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nīṙi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nīṙi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kāttu</a:t>
            </a:r>
            <a:r>
              <a:rPr lang="en-US" sz="63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300" dirty="0" err="1" smtClean="0">
                <a:solidFill>
                  <a:srgbClr val="FFFFFF"/>
                </a:solidFill>
                <a:latin typeface="Calibri"/>
              </a:rPr>
              <a:t>kātt-aṅgirippū</a:t>
            </a:r>
            <a:endParaRPr lang="en-US" sz="63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</a:rPr>
              <a:t>Here I stand — alone on the aching shore of longing — waiting, aching, calling for you.</a:t>
            </a:r>
            <a:endParaRPr lang="en-US" sz="5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kāttirikkām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ninakkāy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Yet still — I wait, and I will continue waiting.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akalukayāṇō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piriyukayāṇō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akale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akale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pōy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maṙayukayāṇō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</a:rPr>
              <a:t>Are you turning away? Fading? Disappearing into a distance where my voice cannot reach?</a:t>
            </a:r>
            <a:endParaRPr lang="en-US" sz="5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dirty="0" err="1" smtClean="0">
                <a:solidFill>
                  <a:srgbClr val="FFFFFF"/>
                </a:solidFill>
                <a:latin typeface="Calibri"/>
              </a:rPr>
              <a:t>ēkāśrayamāyi</a:t>
            </a:r>
            <a:r>
              <a:rPr lang="en-US" sz="6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500" dirty="0" err="1" smtClean="0">
                <a:solidFill>
                  <a:srgbClr val="FFFFFF"/>
                </a:solidFill>
                <a:latin typeface="Calibri"/>
              </a:rPr>
              <a:t>kaṇḍū</a:t>
            </a:r>
            <a:r>
              <a:rPr lang="en-US" sz="6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500" dirty="0" err="1" smtClean="0">
                <a:solidFill>
                  <a:srgbClr val="FFFFFF"/>
                </a:solidFill>
                <a:latin typeface="Calibri"/>
              </a:rPr>
              <a:t>ninne</a:t>
            </a:r>
            <a:r>
              <a:rPr lang="en-US" sz="6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5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5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500" dirty="0" smtClean="0">
                <a:solidFill>
                  <a:srgbClr val="FFFFFF"/>
                </a:solidFill>
                <a:latin typeface="Calibri"/>
              </a:rPr>
            </a:br>
            <a:r>
              <a:rPr lang="en-US" sz="6500" dirty="0" err="1" smtClean="0">
                <a:solidFill>
                  <a:srgbClr val="FFFFFF"/>
                </a:solidFill>
                <a:latin typeface="Calibri"/>
              </a:rPr>
              <a:t>ēkākiniyāy</a:t>
            </a:r>
            <a:r>
              <a:rPr lang="en-US" sz="6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500" dirty="0" err="1" smtClean="0">
                <a:solidFill>
                  <a:srgbClr val="FFFFFF"/>
                </a:solidFill>
                <a:latin typeface="Calibri"/>
              </a:rPr>
              <a:t>māṫṫi</a:t>
            </a:r>
            <a:r>
              <a:rPr lang="en-US" sz="6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5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65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500" dirty="0" err="1" smtClean="0">
                <a:solidFill>
                  <a:srgbClr val="FFFFFF"/>
                </a:solidFill>
                <a:latin typeface="Calibri"/>
              </a:rPr>
              <a:t>pōkayō</a:t>
            </a:r>
            <a:endParaRPr lang="en-US" sz="65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</a:rPr>
              <a:t>You were the one refuge my soul knew — will you leave me here, forsaken and alone?</a:t>
            </a:r>
            <a:endParaRPr lang="en-US" sz="6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kāttirikkām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ninakkāy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Yet still — I wait, and I will continue waiting.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manassinde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ceppil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āyiram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āyiram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mōhaṅgaḷ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svapnaṅgaḷ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niṙaccu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veccu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dirty="0" smtClean="0">
                <a:solidFill>
                  <a:srgbClr val="FFFF00"/>
                </a:solidFill>
                <a:latin typeface="Calibri"/>
              </a:rPr>
              <a:t>I filled the treasure chest of my heart with a thousand hopes and dreams.</a:t>
            </a:r>
            <a:endParaRPr lang="en-US" sz="63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ellām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aṙiññiṭṭum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</a:t>
            </a:r>
            <a:r>
              <a:rPr lang="en-US" sz="5600" dirty="0" err="1" smtClean="0">
                <a:solidFill>
                  <a:srgbClr val="FFFFFF"/>
                </a:solidFill>
                <a:cs typeface="Siddhanta"/>
              </a:rPr>
              <a:t>ṛ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ṣṇā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!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gandha-vāhanan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pōle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tazhuki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māṙi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Though you knew it all, O </a:t>
            </a:r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Krishna, </a:t>
            </a:r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you caressed me like a tender breeze-and then you were gone.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kāttirikkām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ninakkāy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Yet still — I wait, and I will continue waiting.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adharattōḍu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cērnnirunnā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kuzhal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neñcōḍu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cērttu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āśvasikkām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I shall hold close to my heart the flute that once touched your lips, and console myself with it.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uḷḷinde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uḷḷil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ninn-uyarum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ā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vēṇugānam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uḷḷam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aliññu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ēkiyatō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dirty="0" smtClean="0">
                <a:solidFill>
                  <a:srgbClr val="FFFF00"/>
                </a:solidFill>
              </a:rPr>
              <a:t>But now — from deep within me — music rises like moonlight… is it your mercy? your tenderness awakening within me?</a:t>
            </a:r>
            <a:endParaRPr lang="en-US" sz="48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kāttirikkām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ninakkāy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Yet still — I wait, and I will continue waiting.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cērttīṭaṇē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ninnilēykkāy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O Krishna — let me dissolve into you, forever.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269</Words>
  <Application>Microsoft Office PowerPoint</Application>
  <PresentationFormat>On-screen Show (4:3)</PresentationFormat>
  <Paragraphs>29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śyāmāmbarattin </vt:lpstr>
      <vt:lpstr>śyāmāmbarattil layiccu cērnnennō śyāma-yamunayil aliññu cērnnennō</vt:lpstr>
      <vt:lpstr>nōvinde tīrattinnu ēkākiyāy ñān nīṙi nīṙi kāttu kātt-aṅgirippū</vt:lpstr>
      <vt:lpstr>kāttirikkām ñān ninakkāy…</vt:lpstr>
      <vt:lpstr>akalukayāṇō piriyukayāṇō akale akale pōy maṙayukayāṇō</vt:lpstr>
      <vt:lpstr>ēkāśrayamāyi kaṇḍū ninne ñān ēkākiniyāy māṫṫi nī pōkayō</vt:lpstr>
      <vt:lpstr>kāttirikkām ñān ninakkāy…</vt:lpstr>
      <vt:lpstr>manassinde ceppil  āyiram āyiram mōhaṅgaḷ svapnaṅgaḷ  niṙaccu veccu</vt:lpstr>
      <vt:lpstr>ellām aṙiññiṭṭum  kṛṣṇā ! nī enne gandha-vāhanan pōle tazhuki māṙi</vt:lpstr>
      <vt:lpstr>kāttirikkām ñān ninakkāy…</vt:lpstr>
      <vt:lpstr>nin adharattōḍu cērnnirunnā kuzhal neñcōḍu cērttu ñān āśvasikkām</vt:lpstr>
      <vt:lpstr>uḷḷinde uḷḷil ninn-uyarum ā vēṇugānam uḷḷam aliññu nī ēkiyatō</vt:lpstr>
      <vt:lpstr>kāttirikkām ñān ninakkāy</vt:lpstr>
      <vt:lpstr>cērttīṭaṇē ninnilēykkāy kaṇṇā…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śyāmāmbarattin</dc:title>
  <dc:creator>Amrita</dc:creator>
  <cp:lastModifiedBy>Amrita</cp:lastModifiedBy>
  <cp:revision>6</cp:revision>
  <dcterms:created xsi:type="dcterms:W3CDTF">2025-06-07T11:44:00Z</dcterms:created>
  <dcterms:modified xsi:type="dcterms:W3CDTF">2025-12-11T11:12:06Z</dcterms:modified>
</cp:coreProperties>
</file>