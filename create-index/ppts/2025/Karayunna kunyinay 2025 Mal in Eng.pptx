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C9266-9D2D-4EB7-9ACE-0456DD2A57F4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3A808-1662-4DE2-B6D8-4564C246287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karayunna kuññināy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karayunna kuññināy pāl curattunnoru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kāruṇya-mūrtiyām jagadambikē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 of the universe, embodiment of compassion who feeds her crying children with milk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karayān aṙiyātta paitalum pālināy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poriyunna vayaṙumāy kāttirippū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—this child of yours does not even know how to cry, yet I wait for your milk, my stomach burning with hunger.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nin divyarakṣayām kāruṇya-hastaṅgaḷ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ennum nī nīṭṭaṇē karuṇānidhē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Stretch out your compassionate hands — the hands that offer divine protection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ninnil ninnanyamāy tīrāt-irunniḍān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nī tanne ennum tuṇaccīḍaṇē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 and help me, that I may never be separated from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dīnata nī aṙiññenne nin cārattāy cērttu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nirttīṭaṇē ennum ennum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Know my helplessness and keep me always close 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kaḍākṣattāl viḍarunna puñciri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uḷḷil viriyaṇē amṛtāmbikē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With a single glance, you make a smile blossom in the hearts of all. O Mother Ambika, may a smile also blossom within my heart.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135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karayunna kuññināy</vt:lpstr>
      <vt:lpstr>karayunna kuññināy pāl curattunnoru kāruṇya-mūrtiyām jagadambikē</vt:lpstr>
      <vt:lpstr>karayān aṙiyātta paitalum pālināy poriyunna vayaṙumāy kāttirippū</vt:lpstr>
      <vt:lpstr>nin divyarakṣayām kāruṇya-hastaṅgaḷ ennum nī nīṭṭaṇē karuṇānidhē</vt:lpstr>
      <vt:lpstr>ninnil ninnanyamāy tīrāt-irunniḍān nī tanne ennum tuṇaccīḍaṇē</vt:lpstr>
      <vt:lpstr>dīnata nī aṙiññenne nin cārattāy cērttu nirttīṭaṇē ennum ennum</vt:lpstr>
      <vt:lpstr>nin kaḍākṣattāl viḍarunna puñciri  uḷḷil viriyaṇē amṛtāmbikē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karayunna kuññināy</dc:title>
  <dc:creator>Amrita</dc:creator>
  <cp:lastModifiedBy>Amrita</cp:lastModifiedBy>
  <cp:revision>4</cp:revision>
  <dcterms:created xsi:type="dcterms:W3CDTF">2025-08-17T11:02:12Z</dcterms:created>
  <dcterms:modified xsi:type="dcterms:W3CDTF">2025-08-17T11:42:03Z</dcterms:modified>
</cp:coreProperties>
</file>