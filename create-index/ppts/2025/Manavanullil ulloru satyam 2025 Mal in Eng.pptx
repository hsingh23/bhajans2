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4" r:id="rId3"/>
    <p:sldId id="290" r:id="rId4"/>
    <p:sldId id="287" r:id="rId5"/>
    <p:sldId id="291" r:id="rId6"/>
    <p:sldId id="288" r:id="rId7"/>
    <p:sldId id="292" r:id="rId8"/>
    <p:sldId id="289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65" d="100"/>
          <a:sy n="65" d="100"/>
        </p:scale>
        <p:origin x="-147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mānavanuḷḷil</a:t>
            </a:r>
            <a:r>
              <a:rPr lang="en-US" sz="6000" dirty="0" smtClean="0"/>
              <a:t> </a:t>
            </a:r>
            <a:r>
              <a:rPr lang="en-US" sz="6000" dirty="0" err="1" smtClean="0"/>
              <a:t>uḷḷoru</a:t>
            </a:r>
            <a:r>
              <a:rPr lang="en-US" sz="6000" dirty="0" smtClean="0"/>
              <a:t> </a:t>
            </a:r>
            <a:r>
              <a:rPr lang="en-US" sz="6000" dirty="0" err="1" smtClean="0"/>
              <a:t>satyam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 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mānavanuḷḷil</a:t>
            </a:r>
            <a:r>
              <a:rPr lang="en-US" sz="6000" dirty="0" smtClean="0"/>
              <a:t> </a:t>
            </a:r>
            <a:r>
              <a:rPr lang="en-US" sz="6000" dirty="0" err="1" smtClean="0"/>
              <a:t>uḷḷoru</a:t>
            </a:r>
            <a:r>
              <a:rPr lang="en-US" sz="6000" dirty="0" smtClean="0"/>
              <a:t> </a:t>
            </a:r>
            <a:r>
              <a:rPr lang="en-US" sz="6000" dirty="0" err="1" smtClean="0"/>
              <a:t>satyam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mādhavan</a:t>
            </a:r>
            <a:r>
              <a:rPr lang="en-US" sz="6000" dirty="0" smtClean="0"/>
              <a:t> </a:t>
            </a:r>
            <a:r>
              <a:rPr lang="en-US" sz="6000" dirty="0" err="1" smtClean="0"/>
              <a:t>ennatu</a:t>
            </a:r>
            <a:r>
              <a:rPr lang="en-US" sz="6000" dirty="0" smtClean="0"/>
              <a:t> </a:t>
            </a:r>
            <a:r>
              <a:rPr lang="en-US" sz="6000" dirty="0" err="1" smtClean="0"/>
              <a:t>vēditam</a:t>
            </a:r>
            <a:r>
              <a:rPr lang="en-US" sz="6000" dirty="0" smtClean="0"/>
              <a:t> </a:t>
            </a:r>
            <a:r>
              <a:rPr lang="en-US" sz="6000" dirty="0" err="1" smtClean="0"/>
              <a:t>ākkān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For humankind to realize the truth that the Lord resides in their heart,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mādhavan</a:t>
            </a:r>
            <a:r>
              <a:rPr lang="en-US" sz="6000" dirty="0" smtClean="0"/>
              <a:t> </a:t>
            </a:r>
            <a:r>
              <a:rPr lang="en-US" sz="6000" dirty="0" err="1" smtClean="0"/>
              <a:t>avan</a:t>
            </a:r>
            <a:r>
              <a:rPr lang="en-US" sz="6000" dirty="0" smtClean="0"/>
              <a:t> </a:t>
            </a:r>
            <a:r>
              <a:rPr lang="en-US" sz="6000" dirty="0" err="1" smtClean="0"/>
              <a:t>tān</a:t>
            </a:r>
            <a:r>
              <a:rPr lang="en-US" sz="6000" dirty="0" smtClean="0"/>
              <a:t> </a:t>
            </a:r>
            <a:r>
              <a:rPr lang="en-US" sz="6000" dirty="0" err="1" smtClean="0"/>
              <a:t>mānavan</a:t>
            </a:r>
            <a:r>
              <a:rPr lang="en-US" sz="6000" dirty="0" smtClean="0"/>
              <a:t> </a:t>
            </a:r>
            <a:r>
              <a:rPr lang="en-US" sz="6000" dirty="0" err="1" smtClean="0"/>
              <a:t>āyi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mānavaneppōl</a:t>
            </a:r>
            <a:r>
              <a:rPr lang="en-US" sz="6000" dirty="0" smtClean="0"/>
              <a:t> </a:t>
            </a:r>
            <a:r>
              <a:rPr lang="en-US" sz="6000" dirty="0" err="1" smtClean="0"/>
              <a:t>līlakaḷ</a:t>
            </a:r>
            <a:r>
              <a:rPr lang="en-US" sz="6000" dirty="0" smtClean="0"/>
              <a:t> </a:t>
            </a:r>
            <a:r>
              <a:rPr lang="en-US" sz="6000" dirty="0" err="1" smtClean="0"/>
              <a:t>ādi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Krishna </a:t>
            </a:r>
            <a:r>
              <a:rPr lang="en-US" sz="6600" dirty="0" smtClean="0">
                <a:solidFill>
                  <a:srgbClr val="FFFF00"/>
                </a:solidFill>
              </a:rPr>
              <a:t>took on a human form and performed his divine play amidst us.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mānavadēha</a:t>
            </a:r>
            <a:r>
              <a:rPr lang="en-US" sz="6000" dirty="0" smtClean="0"/>
              <a:t> </a:t>
            </a:r>
            <a:r>
              <a:rPr lang="en-US" sz="6000" dirty="0" err="1" smtClean="0"/>
              <a:t>dhāriyatākilum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manassil</a:t>
            </a:r>
            <a:r>
              <a:rPr lang="en-US" sz="6000" dirty="0" smtClean="0"/>
              <a:t> </a:t>
            </a:r>
            <a:r>
              <a:rPr lang="en-US" sz="6000" dirty="0" err="1" smtClean="0"/>
              <a:t>yōgyatayillennākil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Though we take on a human form, if our mind lacks noble qualities</a:t>
            </a:r>
            <a:r>
              <a:rPr lang="en-US" sz="6600" dirty="0" smtClean="0">
                <a:solidFill>
                  <a:srgbClr val="FFFF00"/>
                </a:solidFill>
              </a:rPr>
              <a:t>,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mānavalīlakaḷ</a:t>
            </a:r>
            <a:r>
              <a:rPr lang="en-US" sz="6600" dirty="0" smtClean="0"/>
              <a:t> </a:t>
            </a:r>
            <a:r>
              <a:rPr lang="en-US" sz="6600" dirty="0" err="1" smtClean="0"/>
              <a:t>ādunn-avanuḍe</a:t>
            </a:r>
            <a:r>
              <a:rPr lang="en-US" sz="6600" dirty="0" smtClean="0"/>
              <a:t> - </a:t>
            </a:r>
            <a:r>
              <a:rPr lang="en-US" sz="6600" dirty="0" err="1" smtClean="0"/>
              <a:t>mānasam</a:t>
            </a:r>
            <a:r>
              <a:rPr lang="en-US" sz="6600" dirty="0" smtClean="0"/>
              <a:t> </a:t>
            </a:r>
            <a:r>
              <a:rPr lang="en-US" sz="6600" dirty="0" err="1" smtClean="0"/>
              <a:t>bhrāntam</a:t>
            </a:r>
            <a:r>
              <a:rPr lang="en-US" sz="6600" dirty="0" smtClean="0"/>
              <a:t> </a:t>
            </a:r>
            <a:r>
              <a:rPr lang="en-US" sz="6600" dirty="0" err="1" smtClean="0"/>
              <a:t>atennē</a:t>
            </a:r>
            <a:r>
              <a:rPr lang="en-US" sz="6600" dirty="0" smtClean="0"/>
              <a:t> </a:t>
            </a:r>
            <a:r>
              <a:rPr lang="en-US" sz="6600" dirty="0" err="1" smtClean="0"/>
              <a:t>tōnnū</a:t>
            </a:r>
            <a:endParaRPr lang="en-US" sz="66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our </a:t>
            </a:r>
            <a:r>
              <a:rPr lang="en-US" sz="6600" dirty="0" smtClean="0">
                <a:solidFill>
                  <a:srgbClr val="FFFF00"/>
                </a:solidFill>
              </a:rPr>
              <a:t>actions in this world will resemble those of a deluded person.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madamātsarya</a:t>
            </a:r>
            <a:r>
              <a:rPr lang="en-US" sz="6000" dirty="0" smtClean="0"/>
              <a:t> </a:t>
            </a:r>
            <a:r>
              <a:rPr lang="en-US" sz="6000" dirty="0" err="1" smtClean="0"/>
              <a:t>cintakaḷellām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māyākṛtam</a:t>
            </a:r>
            <a:r>
              <a:rPr lang="en-US" sz="6000" dirty="0" smtClean="0"/>
              <a:t> ī </a:t>
            </a:r>
            <a:r>
              <a:rPr lang="en-US" sz="6000" dirty="0" err="1" smtClean="0"/>
              <a:t>ulakin</a:t>
            </a:r>
            <a:r>
              <a:rPr lang="en-US" sz="6000" dirty="0" smtClean="0"/>
              <a:t> </a:t>
            </a:r>
            <a:r>
              <a:rPr lang="en-US" sz="6000" dirty="0" err="1" smtClean="0"/>
              <a:t>bhāvam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Thoughts of pride and jealousy are of this illusionary </a:t>
            </a:r>
            <a:r>
              <a:rPr lang="en-US" sz="6600" dirty="0" smtClean="0">
                <a:solidFill>
                  <a:srgbClr val="FFFF00"/>
                </a:solidFill>
              </a:rPr>
              <a:t>world.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matibhramam</a:t>
            </a:r>
            <a:r>
              <a:rPr lang="en-US" sz="6000" dirty="0" smtClean="0"/>
              <a:t> </a:t>
            </a:r>
            <a:r>
              <a:rPr lang="en-US" sz="6000" dirty="0" err="1" smtClean="0"/>
              <a:t>akalān</a:t>
            </a:r>
            <a:r>
              <a:rPr lang="en-US" sz="6000" dirty="0" smtClean="0"/>
              <a:t> </a:t>
            </a:r>
            <a:r>
              <a:rPr lang="en-US" sz="6000" dirty="0" err="1" smtClean="0"/>
              <a:t>manaḥsukham</a:t>
            </a:r>
            <a:r>
              <a:rPr lang="en-US" sz="6000" dirty="0" smtClean="0"/>
              <a:t> </a:t>
            </a:r>
            <a:r>
              <a:rPr lang="en-US" sz="6000" dirty="0" err="1" smtClean="0"/>
              <a:t>aṇayān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māyādhīśanil</a:t>
            </a:r>
            <a:r>
              <a:rPr lang="en-US" sz="6000" dirty="0" smtClean="0"/>
              <a:t> </a:t>
            </a:r>
            <a:r>
              <a:rPr lang="en-US" sz="6000" dirty="0" err="1" smtClean="0"/>
              <a:t>abhayam</a:t>
            </a:r>
            <a:r>
              <a:rPr lang="en-US" sz="6000" dirty="0" smtClean="0"/>
              <a:t> </a:t>
            </a:r>
            <a:r>
              <a:rPr lang="en-US" sz="6000" dirty="0" err="1" smtClean="0"/>
              <a:t>tēḍām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</a:t>
            </a:r>
            <a:r>
              <a:rPr lang="en-US" sz="5400" dirty="0" smtClean="0">
                <a:solidFill>
                  <a:srgbClr val="FFFF00"/>
                </a:solidFill>
              </a:rPr>
              <a:t>us take refuge in the Lord who controls Maya, that our delusions may vanish and our hearts may find peace.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manaḥśuddhikkāy</a:t>
            </a:r>
            <a:r>
              <a:rPr lang="en-US" sz="6000" dirty="0" smtClean="0"/>
              <a:t> </a:t>
            </a:r>
            <a:r>
              <a:rPr lang="en-US" sz="6000" dirty="0" err="1" smtClean="0"/>
              <a:t>yatnam</a:t>
            </a:r>
            <a:r>
              <a:rPr lang="en-US" sz="6000" dirty="0" smtClean="0"/>
              <a:t> </a:t>
            </a:r>
            <a:r>
              <a:rPr lang="en-US" sz="6000" dirty="0" err="1" smtClean="0"/>
              <a:t>ceytorā</a:t>
            </a:r>
            <a:r>
              <a:rPr lang="en-US" sz="6000" dirty="0" smtClean="0"/>
              <a:t> - </a:t>
            </a:r>
            <a:r>
              <a:rPr lang="en-US" sz="6000" dirty="0" err="1" smtClean="0"/>
              <a:t>madhusūdananuḍe</a:t>
            </a:r>
            <a:r>
              <a:rPr lang="en-US" sz="6000" dirty="0" smtClean="0"/>
              <a:t> </a:t>
            </a:r>
            <a:r>
              <a:rPr lang="en-US" sz="6000" dirty="0" err="1" smtClean="0"/>
              <a:t>vākkukaḷe</a:t>
            </a:r>
            <a:r>
              <a:rPr lang="en-US" sz="6000" dirty="0" smtClean="0"/>
              <a:t> </a:t>
            </a:r>
            <a:r>
              <a:rPr lang="en-US" sz="6000" dirty="0" err="1" smtClean="0"/>
              <a:t>tān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Krishna strove to make our mind pure. If we reflect on his words and firmly establish them within</a:t>
            </a:r>
            <a:r>
              <a:rPr lang="en-US" sz="6000" dirty="0" smtClean="0">
                <a:solidFill>
                  <a:srgbClr val="FFFF00"/>
                </a:solidFill>
              </a:rPr>
              <a:t>,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mananāl</a:t>
            </a:r>
            <a:r>
              <a:rPr lang="en-US" sz="6000" dirty="0" smtClean="0"/>
              <a:t> </a:t>
            </a:r>
            <a:r>
              <a:rPr lang="en-US" sz="6000" dirty="0" err="1" smtClean="0"/>
              <a:t>tatvam</a:t>
            </a:r>
            <a:r>
              <a:rPr lang="en-US" sz="6000" dirty="0" smtClean="0"/>
              <a:t> </a:t>
            </a:r>
            <a:r>
              <a:rPr lang="en-US" sz="6000" dirty="0" err="1" smtClean="0"/>
              <a:t>uṙappiccennāl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mānavan</a:t>
            </a:r>
            <a:r>
              <a:rPr lang="en-US" sz="6000" dirty="0" smtClean="0"/>
              <a:t> </a:t>
            </a:r>
            <a:r>
              <a:rPr lang="en-US" sz="6000" dirty="0" err="1" smtClean="0"/>
              <a:t>uḷḷam</a:t>
            </a:r>
            <a:r>
              <a:rPr lang="en-US" sz="6000" dirty="0" smtClean="0"/>
              <a:t> </a:t>
            </a:r>
            <a:r>
              <a:rPr lang="en-US" sz="6000" dirty="0" err="1" smtClean="0"/>
              <a:t>cinmayam</a:t>
            </a:r>
            <a:r>
              <a:rPr lang="en-US" sz="6000" dirty="0" smtClean="0"/>
              <a:t> </a:t>
            </a:r>
            <a:r>
              <a:rPr lang="en-US" sz="6000" dirty="0" err="1" smtClean="0"/>
              <a:t>ākum</a:t>
            </a:r>
            <a:endParaRPr lang="en-US" sz="6000" dirty="0" smtClean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our </a:t>
            </a:r>
            <a:r>
              <a:rPr lang="en-US" sz="6600" dirty="0" smtClean="0">
                <a:solidFill>
                  <a:srgbClr val="FFFF00"/>
                </a:solidFill>
              </a:rPr>
              <a:t>hearts will become a pristine reflection of pure consciousness.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170</Words>
  <Application>Microsoft Office PowerPoint</Application>
  <PresentationFormat>On-screen Show (4:3)</PresentationFormat>
  <Paragraphs>27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mānavanuḷḷil uḷḷoru satyam</vt:lpstr>
      <vt:lpstr>mānavanuḷḷil uḷḷoru satyam mādhavan ennatu vēditam ākkān</vt:lpstr>
      <vt:lpstr>mādhavan avan tān mānavan āyi mānavaneppōl līlakaḷ ādi</vt:lpstr>
      <vt:lpstr>mānavadēha dhāriyatākilum manassil yōgyatayillennākil</vt:lpstr>
      <vt:lpstr>mānavalīlakaḷ ādunn-avanuḍe - mānasam bhrāntam atennē tōnnū</vt:lpstr>
      <vt:lpstr>madamātsarya cintakaḷellām māyākṛtam ī ulakin bhāvam</vt:lpstr>
      <vt:lpstr>matibhramam akalān manaḥsukham aṇayān māyādhīśanil abhayam tēḍām</vt:lpstr>
      <vt:lpstr>manaḥśuddhikkāy yatnam ceytorā - madhusūdananuḍe vākkukaḷe tān</vt:lpstr>
      <vt:lpstr>mananāl tatvam uṙappiccennāl mānavan uḷḷam cinmayam ākum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304</cp:revision>
  <dcterms:created xsi:type="dcterms:W3CDTF">2006-08-16T00:00:00Z</dcterms:created>
  <dcterms:modified xsi:type="dcterms:W3CDTF">2025-03-19T09:34:38Z</dcterms:modified>
</cp:coreProperties>
</file>