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FDCB7-BE6B-4695-A683-DDD251328AB9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D21A0-DBA5-4394-9797-3152C4867F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FDCB7-BE6B-4695-A683-DDD251328AB9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D21A0-DBA5-4394-9797-3152C4867F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FDCB7-BE6B-4695-A683-DDD251328AB9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D21A0-DBA5-4394-9797-3152C4867F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FDCB7-BE6B-4695-A683-DDD251328AB9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D21A0-DBA5-4394-9797-3152C4867F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FDCB7-BE6B-4695-A683-DDD251328AB9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D21A0-DBA5-4394-9797-3152C4867F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FDCB7-BE6B-4695-A683-DDD251328AB9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D21A0-DBA5-4394-9797-3152C4867F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FDCB7-BE6B-4695-A683-DDD251328AB9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D21A0-DBA5-4394-9797-3152C4867F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FDCB7-BE6B-4695-A683-DDD251328AB9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D21A0-DBA5-4394-9797-3152C4867F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FDCB7-BE6B-4695-A683-DDD251328AB9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D21A0-DBA5-4394-9797-3152C4867F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FDCB7-BE6B-4695-A683-DDD251328AB9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D21A0-DBA5-4394-9797-3152C4867F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FDCB7-BE6B-4695-A683-DDD251328AB9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D21A0-DBA5-4394-9797-3152C4867F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AFDCB7-BE6B-4695-A683-DDD251328AB9}" type="datetimeFigureOut">
              <a:rPr lang="en-US" smtClean="0"/>
              <a:t>7/16/2025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BD21A0-DBA5-4394-9797-3152C4867F7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etra nāḷāy ende ammaye kāṇāte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etra nāḷāy ende ammaye kāṇāte kuññu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manassen vitumbī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300" smtClean="0">
                <a:solidFill>
                  <a:srgbClr val="FFFF00"/>
                </a:solidFill>
                <a:latin typeface="Calibri"/>
              </a:rPr>
              <a:t>Mother! My child’s heart has been weeping for so long, unable to behold you.</a:t>
            </a:r>
            <a:endParaRPr lang="en-US" sz="6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pūñcēla-tumbil piḍiccu naḍanna nāḷ ōrtt-en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mizhikaḷ tuḷumbī…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My eyes overflow with tears when I remember my childhood—how I held on to your saree as I walked.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ammē… ammē… ōrtt-en mizhikaḷ tuḷumbī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Those memories fill my heart and eyes with longing, and I weep.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ēṙe nāḷ vērppeṭṭirunna tan paitalin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cārattēkk-aṇayunna ammaye pōl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Mother, when a mother sees her child after a long time, she comes running eagerly and clasps the child to her heart.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vembal-ārnn-ōḍi vann-enne ā mārttaṭṭil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vāri puṇarum ennōrttū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I, too, hope that when my Mother sees me after so long, you will come running to embrace me.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mōha-tēnmalar ennil viḍarnnu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That hope has bloomed in my heart like fresh, fragrant flowers.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vārttiṅkaḷ tālam eḍuttorī rāvil ñān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ammaye ōrttōrtt-irippū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Tonight, beneath the full moon shining in all her glory, bathed in cool,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candana śītaḷa candrika chāyayil ammaye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kāttaṅgirippū… kaṇṇīr-puzhayil kuḷiccaṅgirippū…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fragrant sandal-scented light, I wait for you. I am immersed in a river of my own tears, waiting with longing for you.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vāruṫṫa tūmaṇam vazhiyum endamma tan pūmēni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tazhukiyō tennal? 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Did a gentle breeze touch the fragrant body of my Mother?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500" smtClean="0">
                <a:solidFill>
                  <a:srgbClr val="FFFFFF"/>
                </a:solidFill>
                <a:latin typeface="Calibri"/>
              </a:rPr>
              <a:t>pūntēnin tuḷḷipōl eṅgu ninnō kuḷir</a:t>
            </a:r>
            <a:br>
              <a:rPr lang="en-US" sz="6500" smtClean="0">
                <a:solidFill>
                  <a:srgbClr val="FFFFFF"/>
                </a:solidFill>
                <a:latin typeface="Calibri"/>
              </a:rPr>
            </a:br>
            <a:r>
              <a:rPr lang="en-US" sz="6500" smtClean="0">
                <a:solidFill>
                  <a:srgbClr val="FFFFFF"/>
                </a:solidFill>
                <a:latin typeface="Calibri"/>
              </a:rPr>
              <a:t>paintennal enne puṇarnnu</a:t>
            </a:r>
            <a:endParaRPr lang="en-US" sz="6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For from somewhere, like a fresh dewdrop, a soft wind carrying your scent came and embraced me.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atendamma tan karam āyirunnu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That breeze became my Mother's arms—and she embraced me.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257</Words>
  <Application>Microsoft Office PowerPoint</Application>
  <PresentationFormat>On-screen Show (4:3)</PresentationFormat>
  <Paragraphs>25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etra nāḷāy ende ammaye kāṇāte</vt:lpstr>
      <vt:lpstr>etra nāḷāy ende ammaye kāṇāte kuññu manassen vitumbī</vt:lpstr>
      <vt:lpstr>pūñcēla-tumbil piḍiccu naḍanna nāḷ ōrtt-en mizhikaḷ tuḷumbī… </vt:lpstr>
      <vt:lpstr>ammē… ammē… ōrtt-en mizhikaḷ tuḷumbī</vt:lpstr>
      <vt:lpstr>ēṙe nāḷ vērppeṭṭirunna tan paitalin cārattēkk-aṇayunna ammaye pōl</vt:lpstr>
      <vt:lpstr>vembal-ārnn-ōḍi vann-enne ā mārttaṭṭil vāri puṇarum ennōrttū</vt:lpstr>
      <vt:lpstr>mōha-tēnmalar ennil viḍarnnu</vt:lpstr>
      <vt:lpstr>vārttiṅkaḷ tālam eḍuttorī rāvil ñān ammaye ōrttōrtt-irippū</vt:lpstr>
      <vt:lpstr>candana śītaḷa candrika chāyayil ammaye kāttaṅgirippū… kaṇṇīr-puzhayil kuḷiccaṅgirippū…</vt:lpstr>
      <vt:lpstr>vāruṫṫa tūmaṇam vazhiyum endamma tan pūmēni tazhukiyō tennal? </vt:lpstr>
      <vt:lpstr>pūntēnin tuḷḷipōl eṅgu ninnō kuḷir paintennal enne puṇarnnu</vt:lpstr>
      <vt:lpstr>atendamma tan karam āyirunnu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etra nāḷāy ende ammaye kāṇāte</dc:title>
  <dc:creator>Amrita</dc:creator>
  <cp:lastModifiedBy>Amrita</cp:lastModifiedBy>
  <cp:revision>1</cp:revision>
  <dcterms:created xsi:type="dcterms:W3CDTF">2025-07-16T16:57:43Z</dcterms:created>
  <dcterms:modified xsi:type="dcterms:W3CDTF">2025-07-16T17:04:12Z</dcterms:modified>
</cp:coreProperties>
</file>