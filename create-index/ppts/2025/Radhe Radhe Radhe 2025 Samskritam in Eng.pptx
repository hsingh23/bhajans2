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92" r:id="rId2"/>
    <p:sldId id="296" r:id="rId3"/>
    <p:sldId id="293" r:id="rId4"/>
    <p:sldId id="294" r:id="rId5"/>
    <p:sldId id="295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9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8/18/2025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rmAutofit/>
          </a:bodyPr>
          <a:lstStyle/>
          <a:p>
            <a:r>
              <a:rPr lang="en-US" sz="7200" dirty="0" err="1" smtClean="0">
                <a:cs typeface="Rachana" pitchFamily="2" charset="0"/>
              </a:rPr>
              <a:t>rādhē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rādhē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rādhē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rādhē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kṛṣṇa</a:t>
            </a:r>
            <a:r>
              <a:rPr lang="en-US" sz="7200" dirty="0" smtClean="0">
                <a:cs typeface="Rachana" pitchFamily="2" charset="0"/>
              </a:rPr>
              <a:t> 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Rachana" pitchFamily="2" charset="0"/>
              </a:rPr>
              <a:t>2025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200" dirty="0" smtClean="0">
                <a:solidFill>
                  <a:srgbClr val="FFFF00"/>
                </a:solidFill>
                <a:latin typeface="+mj-lt"/>
                <a:ea typeface="+mj-ea"/>
                <a:cs typeface="Rachana" pitchFamily="2" charset="0"/>
              </a:rPr>
              <a:t>(</a:t>
            </a:r>
            <a:r>
              <a:rPr lang="en-IN" sz="7200" dirty="0" err="1" smtClean="0">
                <a:solidFill>
                  <a:srgbClr val="FFFF00"/>
                </a:solidFill>
                <a:latin typeface="+mj-lt"/>
                <a:ea typeface="+mj-ea"/>
                <a:cs typeface="Rachana" pitchFamily="2" charset="0"/>
              </a:rPr>
              <a:t>Samskritam</a:t>
            </a:r>
            <a:r>
              <a:rPr lang="en-IN" sz="7200" dirty="0" smtClean="0">
                <a:solidFill>
                  <a:srgbClr val="FFFF00"/>
                </a:solidFill>
                <a:latin typeface="+mj-lt"/>
                <a:ea typeface="+mj-ea"/>
                <a:cs typeface="Rachana" pitchFamily="2" charset="0"/>
              </a:rPr>
              <a:t>)</a:t>
            </a:r>
            <a:endParaRPr kumimoji="0" lang="en-US" sz="7200" b="0" i="0" u="none" strike="noStrike" kern="1200" cap="none" spc="0" normalizeH="0" baseline="0" noProof="0" dirty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Rachana" pitchFamily="2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err="1" smtClean="0">
                <a:cs typeface="Rachana" pitchFamily="2" charset="0"/>
              </a:rPr>
              <a:t>rādhē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rādhē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rādhē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rādhē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kṛṣṇa</a:t>
            </a:r>
            <a:r>
              <a:rPr lang="en-US" sz="7200" dirty="0" smtClean="0">
                <a:cs typeface="Rachana" pitchFamily="2" charset="0"/>
              </a:rPr>
              <a:t> 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err="1" smtClean="0">
                <a:cs typeface="Rachana" pitchFamily="2" charset="0"/>
              </a:rPr>
              <a:t>rādhē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rādhē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rādhē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rādhē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kṛṣṇa</a:t>
            </a:r>
            <a:r>
              <a:rPr lang="en-US" sz="7200" dirty="0" smtClean="0">
                <a:cs typeface="Rachana" pitchFamily="2" charset="0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err="1" smtClean="0">
                <a:cs typeface="Rachana" pitchFamily="2" charset="0"/>
              </a:rPr>
              <a:t>gōvinda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kṛṣṇa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gōpāla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kṛṣṇa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rādhē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kṛṣṇa</a:t>
            </a:r>
            <a:r>
              <a:rPr lang="en-US" sz="7200" dirty="0" smtClean="0">
                <a:cs typeface="Rachana" pitchFamily="2" charset="0"/>
              </a:rPr>
              <a:t/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err="1" smtClean="0">
                <a:cs typeface="Rachana" pitchFamily="2" charset="0"/>
              </a:rPr>
              <a:t>śrīdhara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kṛṣṇa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kēśava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kṛṣṇa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rādhē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kṛṣṇa</a:t>
            </a:r>
            <a:endParaRPr lang="en-US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err="1" smtClean="0">
                <a:cs typeface="Rachana" pitchFamily="2" charset="0"/>
              </a:rPr>
              <a:t>rādha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ramana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rādhē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kṛṣṇa</a:t>
            </a:r>
            <a:r>
              <a:rPr lang="en-US" sz="7200" dirty="0" smtClean="0">
                <a:cs typeface="Rachana" pitchFamily="2" charset="0"/>
              </a:rPr>
              <a:t> 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err="1" smtClean="0">
                <a:cs typeface="Rachana" pitchFamily="2" charset="0"/>
              </a:rPr>
              <a:t>vanamāli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kṛṣṇa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rādhē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kṛṣṇa</a:t>
            </a:r>
            <a:r>
              <a:rPr lang="en-US" sz="7200" dirty="0" smtClean="0">
                <a:cs typeface="Rachana" pitchFamily="2" charset="0"/>
              </a:rPr>
              <a:t> </a:t>
            </a:r>
            <a:endParaRPr lang="en-US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 err="1" smtClean="0">
                <a:cs typeface="Rachana" pitchFamily="2" charset="0"/>
              </a:rPr>
              <a:t>gōvardhana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giridhāri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kṛṣṇa</a:t>
            </a:r>
            <a:r>
              <a:rPr lang="en-US" sz="7200" dirty="0" smtClean="0">
                <a:cs typeface="Rachana" pitchFamily="2" charset="0"/>
              </a:rPr>
              <a:t> 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err="1" smtClean="0">
                <a:cs typeface="Rachana" pitchFamily="2" charset="0"/>
              </a:rPr>
              <a:t>navanita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cōra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rādhē</a:t>
            </a:r>
            <a:r>
              <a:rPr lang="en-US" sz="7200" dirty="0" smtClean="0">
                <a:cs typeface="Rachana" pitchFamily="2" charset="0"/>
              </a:rPr>
              <a:t> </a:t>
            </a:r>
            <a:r>
              <a:rPr lang="en-US" sz="7200" dirty="0" err="1" smtClean="0">
                <a:cs typeface="Rachana" pitchFamily="2" charset="0"/>
              </a:rPr>
              <a:t>kṛṣṇa</a:t>
            </a:r>
            <a:endParaRPr lang="en-US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2949</TotalTime>
  <Words>27</Words>
  <Application>Microsoft Office PowerPoint</Application>
  <PresentationFormat>On-screen Show (4:3)</PresentationFormat>
  <Paragraphs>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rādhē rādhē rādhē rādhē kṛṣṇa </vt:lpstr>
      <vt:lpstr>rādhē rādhē rādhē rādhē kṛṣṇa  rādhē rādhē rādhē rādhē kṛṣṇa </vt:lpstr>
      <vt:lpstr>gōvinda kṛṣṇa gōpāla kṛṣṇa rādhē kṛṣṇa śrīdhara kṛṣṇa kēśava kṛṣṇa rādhē kṛṣṇa</vt:lpstr>
      <vt:lpstr>rādha ramana rādhē kṛṣṇa  vanamāli kṛṣṇa rādhē kṛṣṇa </vt:lpstr>
      <vt:lpstr>gōvardhana giridhāri kṛṣṇa  navanita cōra rādhē kṛṣṇa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340</cp:revision>
  <dcterms:created xsi:type="dcterms:W3CDTF">2006-08-16T00:00:00Z</dcterms:created>
  <dcterms:modified xsi:type="dcterms:W3CDTF">2025-08-18T13:47:58Z</dcterms:modified>
</cp:coreProperties>
</file>