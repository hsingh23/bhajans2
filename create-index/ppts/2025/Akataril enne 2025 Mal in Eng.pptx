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EAD438-8378-464A-A9EF-8F6E4D26E713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5F3A9F-4330-423F-B4C9-125A56824D3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akatāril enne ñān ārāññu cellavē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akatāril enne ñān ārāññu cellavē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alivārnnu maṙayunnit-antaraṅgam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When I turn within, seeking to know who I am, the mind and all its sorrows dissolve in the peace of experiencing the true Self.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azhalokke nizhal-pōle atulita śāntiyil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aṙivinde teḷimayil akanniḍunnu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When I turn within, seeking to know who I am, the mind and all its sorrows dissolve in the peace of experiencing the true Self.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ārōrum illāte paital karaññ-ennāl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ammayā cāratt-aṅañña-pōle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Just as a mother will rush to comfort a crying child who has no one else,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ātmānubhūtiyil azhivilla nōkkukil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aṙiyuvān akatār-oruṅgiḍēṇam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Self reveals itself when the mind longs deeply for its bliss. The bliss of the Self is ever-full and never diminishes.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aṙiyuvān akatār-oruṅgiḍēṇam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Self reveals itself when the mind longs deeply for its bliss. The bliss of the Self is ever-full and never diminishes.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alivuḷḷil niṙayaṇam akatāru piḍayaṇam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aham atin sattayil ninniḍēṇam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We must cultivate compassion for all beings, maintain an unquenchable thirst for truth, and keep the awareness of “I” anchored in its true source.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abhimāna-dhanam ellām aḍarāḍi veḍiyaṇam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ātmāvin tatvattil ninniḍēṇam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We must conquer prideful ego, and stand firmly established in the Atman, our true essence.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ātmāvin tatvattil ninniḍēṇam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We must conquer prideful ego, and stand firmly established in the Atman, our true essence.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218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akatāril enne ñān ārāññu cellavē</vt:lpstr>
      <vt:lpstr>akatāril enne ñān ārāññu cellavē alivārnnu maṙayunnit-antaraṅgam</vt:lpstr>
      <vt:lpstr>azhalokke nizhal-pōle atulita śāntiyil aṙivinde teḷimayil akanniḍunnu</vt:lpstr>
      <vt:lpstr>ārōrum illāte paital karaññ-ennāl ammayā cāratt-aṅañña-pōle</vt:lpstr>
      <vt:lpstr>ātmānubhūtiyil azhivilla nōkkukil aṙiyuvān akatār-oruṅgiḍēṇam</vt:lpstr>
      <vt:lpstr>aṙiyuvān akatār-oruṅgiḍēṇam</vt:lpstr>
      <vt:lpstr>alivuḷḷil niṙayaṇam akatāru piḍayaṇam aham atin sattayil ninniḍēṇam</vt:lpstr>
      <vt:lpstr>abhimāna-dhanam ellām aḍarāḍi veḍiyaṇam ātmāvin tatvattil ninniḍēṇam</vt:lpstr>
      <vt:lpstr>ātmāvin tatvattil ninniḍēṇam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akatāril enne ñān ārāññu cellavē</dc:title>
  <dc:creator>Amrita</dc:creator>
  <cp:lastModifiedBy>Amrita</cp:lastModifiedBy>
  <cp:revision>1</cp:revision>
  <dcterms:created xsi:type="dcterms:W3CDTF">2025-07-21T10:36:40Z</dcterms:created>
  <dcterms:modified xsi:type="dcterms:W3CDTF">2025-07-21T10:39:47Z</dcterms:modified>
</cp:coreProperties>
</file>