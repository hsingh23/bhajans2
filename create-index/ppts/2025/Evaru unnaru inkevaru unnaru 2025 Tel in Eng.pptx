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F5E4D-312A-46FA-A34C-87E184CB80C2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76FC0-606C-4CEE-98DE-ED6A9D8D7F5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F5E4D-312A-46FA-A34C-87E184CB80C2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76FC0-606C-4CEE-98DE-ED6A9D8D7F5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F5E4D-312A-46FA-A34C-87E184CB80C2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76FC0-606C-4CEE-98DE-ED6A9D8D7F5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F5E4D-312A-46FA-A34C-87E184CB80C2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76FC0-606C-4CEE-98DE-ED6A9D8D7F5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F5E4D-312A-46FA-A34C-87E184CB80C2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76FC0-606C-4CEE-98DE-ED6A9D8D7F5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F5E4D-312A-46FA-A34C-87E184CB80C2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76FC0-606C-4CEE-98DE-ED6A9D8D7F5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F5E4D-312A-46FA-A34C-87E184CB80C2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76FC0-606C-4CEE-98DE-ED6A9D8D7F5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F5E4D-312A-46FA-A34C-87E184CB80C2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76FC0-606C-4CEE-98DE-ED6A9D8D7F5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F5E4D-312A-46FA-A34C-87E184CB80C2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76FC0-606C-4CEE-98DE-ED6A9D8D7F5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F5E4D-312A-46FA-A34C-87E184CB80C2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76FC0-606C-4CEE-98DE-ED6A9D8D7F5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F5E4D-312A-46FA-A34C-87E184CB80C2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76FC0-606C-4CEE-98DE-ED6A9D8D7F5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1F5E4D-312A-46FA-A34C-87E184CB80C2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876FC0-606C-4CEE-98DE-ED6A9D8D7F52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evaru unnāru ?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(Telugu)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vi-VN" sz="4700" smtClean="0">
                <a:solidFill>
                  <a:srgbClr val="FFFFFF"/>
                </a:solidFill>
                <a:latin typeface="Calibri"/>
              </a:rPr>
              <a:t>evaru unnāru ? iṅkevaru unnāru? </a:t>
            </a:r>
            <a:br>
              <a:rPr lang="vi-VN" sz="4700" smtClean="0">
                <a:solidFill>
                  <a:srgbClr val="FFFFFF"/>
                </a:solidFill>
                <a:latin typeface="Calibri"/>
              </a:rPr>
            </a:br>
            <a:r>
              <a:rPr lang="vi-VN" sz="4700" smtClean="0">
                <a:solidFill>
                  <a:srgbClr val="FFFFFF"/>
                </a:solidFill>
                <a:latin typeface="Calibri"/>
              </a:rPr>
              <a:t>viśvamulo, nīvutappa evaru unnāru? </a:t>
            </a:r>
            <a:br>
              <a:rPr lang="vi-VN" sz="4700" smtClean="0">
                <a:solidFill>
                  <a:srgbClr val="FFFFFF"/>
                </a:solidFill>
                <a:latin typeface="Calibri"/>
              </a:rPr>
            </a:br>
            <a:r>
              <a:rPr lang="vi-VN" sz="4700" smtClean="0">
                <a:solidFill>
                  <a:srgbClr val="FFFFFF"/>
                </a:solidFill>
                <a:latin typeface="Calibri"/>
              </a:rPr>
              <a:t>svapnamulo, nīvutappa evaru unnāru? </a:t>
            </a:r>
            <a:endParaRPr lang="en-US" sz="47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300" smtClean="0">
                <a:solidFill>
                  <a:srgbClr val="FFFF00"/>
                </a:solidFill>
                <a:latin typeface="Calibri"/>
              </a:rPr>
              <a:t>Who is there? Who else is there? In this whole universe, who is there except you? Even in dream, who is there except you?</a:t>
            </a:r>
            <a:endParaRPr lang="en-US" sz="53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pūvulu enno unnā, sāram madhuvu kādā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There may be countless flowers, but their essence is nectar, isn’t it?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bommalu mannu kādā, nagalu kanakam kādā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Are dolls anything but clay, ornaments anything but gold,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vi-VN" sz="6600" smtClean="0">
                <a:solidFill>
                  <a:srgbClr val="FFFFFF"/>
                </a:solidFill>
                <a:latin typeface="Calibri"/>
              </a:rPr>
              <a:t>alalu kaḍali kādā, jīvulu cidātma kādā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000" smtClean="0">
                <a:solidFill>
                  <a:srgbClr val="FFFF00"/>
                </a:solidFill>
                <a:latin typeface="Calibri"/>
              </a:rPr>
              <a:t>waves anything but the ocean, and living beings anything but consciousness?</a:t>
            </a:r>
            <a:endParaRPr lang="en-US" sz="60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cidātma nīve ayite, antā unnadi nīve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If you are that very consciousness, then all that exists is truly none other than you alone.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bandhālu tolagi povā, dehamu kāli podā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000" smtClean="0">
                <a:solidFill>
                  <a:srgbClr val="FFFF00"/>
                </a:solidFill>
                <a:latin typeface="Calibri"/>
              </a:rPr>
              <a:t>Don’t relationships wither away? Isn’t the body ultimately reduced to ashes?</a:t>
            </a:r>
            <a:endParaRPr lang="en-US" sz="60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vi-VN" sz="6600" smtClean="0">
                <a:solidFill>
                  <a:srgbClr val="FFFFFF"/>
                </a:solidFill>
                <a:latin typeface="Calibri"/>
              </a:rPr>
              <a:t>āstulu karigi povā, jagamu, māruṭa ledā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Don’t possessions slip away, and isn’t this world ever changing?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terapai bommalu annī, manasu kalpanalannī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500" smtClean="0">
                <a:solidFill>
                  <a:srgbClr val="FFFF00"/>
                </a:solidFill>
                <a:latin typeface="Calibri"/>
              </a:rPr>
              <a:t>All these appear like images on a screen—mere projections of the mind.</a:t>
            </a:r>
            <a:endParaRPr lang="en-US" sz="6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vi-VN" sz="6600" smtClean="0">
                <a:solidFill>
                  <a:srgbClr val="FFFFFF"/>
                </a:solidFill>
                <a:latin typeface="Calibri"/>
              </a:rPr>
              <a:t>viśvam svapnam ayite, antā unnadi nīve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If the entire universe is but a dream, then all that exists is truly none other than you alone.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266</Words>
  <Application>Microsoft Office PowerPoint</Application>
  <PresentationFormat>On-screen Show (4:3)</PresentationFormat>
  <Paragraphs>21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evaru unnāru ?</vt:lpstr>
      <vt:lpstr>evaru unnāru ? iṅkevaru unnāru?  viśvamulo, nīvutappa evaru unnāru?  svapnamulo, nīvutappa evaru unnāru? </vt:lpstr>
      <vt:lpstr>pūvulu enno unnā, sāram madhuvu kādā </vt:lpstr>
      <vt:lpstr>bommalu mannu kādā, nagalu kanakam kādā </vt:lpstr>
      <vt:lpstr>alalu kaḍali kādā, jīvulu cidātma kādā</vt:lpstr>
      <vt:lpstr>cidātma nīve ayite, antā unnadi nīve</vt:lpstr>
      <vt:lpstr>bandhālu tolagi povā, dehamu kāli podā </vt:lpstr>
      <vt:lpstr>āstulu karigi povā, jagamu, māruṭa ledā</vt:lpstr>
      <vt:lpstr>terapai bommalu annī, manasu kalpanalannī</vt:lpstr>
      <vt:lpstr>viśvam svapnam ayite, antā unnadi nīve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evaru unnāru ?</dc:title>
  <dc:creator>Amrita</dc:creator>
  <cp:lastModifiedBy>Amrita</cp:lastModifiedBy>
  <cp:revision>1</cp:revision>
  <dcterms:created xsi:type="dcterms:W3CDTF">2025-06-20T08:42:47Z</dcterms:created>
  <dcterms:modified xsi:type="dcterms:W3CDTF">2025-06-20T08:44:00Z</dcterms:modified>
</cp:coreProperties>
</file>