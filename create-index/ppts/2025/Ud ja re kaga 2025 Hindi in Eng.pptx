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799A5-F4FC-4216-8AA0-833E8A424D7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13E96-1621-40F3-906F-11A4C70AFD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uḍ jā rē kāgā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uḍ jā rē kāgā ban kā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uḍ jā rē kāgā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Fly away, O crow of the forest, fly away!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mērē śyām gayā bahu din kā rē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 rē kā rē uḍ jā rē kāgā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beloved Shyam (Krishna) has been gone for so many days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uḍ jā rē kāgā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—fly away, O crow, fly away!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tērē uḍyā su rām milēgā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rāmā rāmā…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you soar upward you will meet Lord Rama!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tērē uḍyā su rām milēgā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dōkā bhāg gayē man kā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doubts and confusions of the heart will flee.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it gōkul ut mathurā nagarī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hari haiṅ gādēh ban kā, uḍ jā rē kāgā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From Gokul to the city of Mathura, the Lord has taken on the form of a cowherd—so fly, O crow!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āp tō jāyē bidē sā chāyē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ham vāsī madhuban kā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You may go; stay there if you wish, for we are dwellers of the grove of Madhuban.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mīrā kē prabhu hari avināśī 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caraṇ kē val harijan kā, uḍ jā rē kāgā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The Lord of Meera, the deathless Hari, is the refuge of his devotees—so fly, O crow!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mērē śyām gayā bahu din kā rē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 rē kā rē uḍ jā rē kāgā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Shyam has been away for long—fly away, O crow, fly away!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uḍ jā rē kāgā</vt:lpstr>
      <vt:lpstr>uḍ jā rē kāgā ban kā uḍ jā rē kāgā</vt:lpstr>
      <vt:lpstr>mērē śyām gayā bahu din kā rē kā rē kā rē uḍ jā rē kāgā</vt:lpstr>
      <vt:lpstr>uḍ jā rē kāgā</vt:lpstr>
      <vt:lpstr>tērē uḍyā su rām milēgā rāmā rāmā…</vt:lpstr>
      <vt:lpstr>tērē uḍyā su rām milēgā dōkā bhāg gayē man kā</vt:lpstr>
      <vt:lpstr>it gōkul ut mathurā nagarī hari haiṅ gādēh ban kā, uḍ jā rē kāgā</vt:lpstr>
      <vt:lpstr>āp tō jāyē bidē sā chāyē ham vāsī madhuban kā</vt:lpstr>
      <vt:lpstr>mīrā kē prabhu hari avināśī  caraṇ kē val harijan kā, uḍ jā rē kāgā</vt:lpstr>
      <vt:lpstr>mērē śyām gayā bahu din kā rē kā rē kā rē uḍ jā rē kāgā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uḍ jā rē kāgā</dc:title>
  <dc:creator>Amrita</dc:creator>
  <cp:lastModifiedBy>Amrita</cp:lastModifiedBy>
  <cp:revision>1</cp:revision>
  <dcterms:created xsi:type="dcterms:W3CDTF">2025-09-15T13:15:03Z</dcterms:created>
  <dcterms:modified xsi:type="dcterms:W3CDTF">2025-09-15T13:16:05Z</dcterms:modified>
</cp:coreProperties>
</file>