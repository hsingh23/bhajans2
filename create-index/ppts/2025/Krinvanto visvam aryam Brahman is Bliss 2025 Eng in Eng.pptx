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5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85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kṛnvantō</a:t>
            </a:r>
            <a:r>
              <a:rPr lang="en-US" sz="7200" dirty="0" smtClean="0"/>
              <a:t> </a:t>
            </a:r>
            <a:r>
              <a:rPr lang="en-US" sz="7200" dirty="0" err="1" smtClean="0"/>
              <a:t>viśvamāryam</a:t>
            </a:r>
            <a:r>
              <a:rPr lang="en-US" sz="7200" dirty="0" smtClean="0"/>
              <a:t> </a:t>
            </a:r>
            <a:r>
              <a:rPr lang="en-US" sz="7200" dirty="0" err="1" smtClean="0"/>
              <a:t>amṛtasya</a:t>
            </a:r>
            <a:r>
              <a:rPr lang="en-US" sz="7200" dirty="0" smtClean="0"/>
              <a:t> </a:t>
            </a:r>
            <a:r>
              <a:rPr lang="en-US" sz="7200" dirty="0" err="1" smtClean="0"/>
              <a:t>putrāḥ</a:t>
            </a:r>
            <a:r>
              <a:rPr lang="en-US" sz="7200" dirty="0" smtClean="0"/>
              <a:t> </a:t>
            </a:r>
            <a:r>
              <a:rPr lang="en-US" sz="7200" dirty="0" err="1" smtClean="0"/>
              <a:t>vayam</a:t>
            </a:r>
            <a:endParaRPr lang="en-US" sz="72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oh children of </a:t>
            </a:r>
            <a:r>
              <a:rPr lang="en-US" sz="7200" dirty="0" err="1" smtClean="0"/>
              <a:t>amṛta</a:t>
            </a:r>
            <a:r>
              <a:rPr lang="en-US" sz="7200" dirty="0" smtClean="0"/>
              <a:t>, let us make a better world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/>
              <a:t>brahman</a:t>
            </a:r>
            <a:r>
              <a:rPr lang="en-US" sz="7200" dirty="0" smtClean="0"/>
              <a:t> is bliss, endless love</a:t>
            </a:r>
            <a:br>
              <a:rPr lang="en-US" sz="7200" dirty="0" smtClean="0"/>
            </a:br>
            <a:r>
              <a:rPr lang="en-US" sz="7200" dirty="0" smtClean="0"/>
              <a:t>in changeless truth, peace we’ll find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captured in illusions snare</a:t>
            </a:r>
            <a:br>
              <a:rPr lang="en-US" sz="7200" dirty="0" smtClean="0"/>
            </a:br>
            <a:r>
              <a:rPr lang="en-US" sz="7200" dirty="0" smtClean="0"/>
              <a:t>making sorrows with our mind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/>
              <a:t>kṛnvantō</a:t>
            </a:r>
            <a:r>
              <a:rPr lang="en-US" sz="7200" dirty="0" smtClean="0"/>
              <a:t> </a:t>
            </a:r>
            <a:r>
              <a:rPr lang="en-US" sz="7200" dirty="0" err="1" smtClean="0"/>
              <a:t>viśvamāryam</a:t>
            </a:r>
            <a:r>
              <a:rPr lang="en-US" sz="7200" dirty="0" smtClean="0"/>
              <a:t> </a:t>
            </a:r>
            <a:r>
              <a:rPr lang="en-US" sz="7200" dirty="0" err="1" smtClean="0"/>
              <a:t>amṛtasya</a:t>
            </a:r>
            <a:r>
              <a:rPr lang="en-US" sz="7200" dirty="0" smtClean="0"/>
              <a:t> </a:t>
            </a:r>
            <a:r>
              <a:rPr lang="en-US" sz="7200" dirty="0" err="1" smtClean="0"/>
              <a:t>putrāḥ</a:t>
            </a:r>
            <a:r>
              <a:rPr lang="en-US" sz="7200" dirty="0" smtClean="0"/>
              <a:t> </a:t>
            </a:r>
            <a:r>
              <a:rPr lang="en-US" sz="7200" dirty="0" err="1" smtClean="0"/>
              <a:t>vayam</a:t>
            </a:r>
            <a:r>
              <a:rPr lang="en-US" sz="7200" dirty="0" smtClean="0"/>
              <a:t> </a:t>
            </a:r>
            <a:br>
              <a:rPr lang="en-US" sz="7200" dirty="0" smtClean="0"/>
            </a:br>
            <a:r>
              <a:rPr lang="en-US" sz="7200" dirty="0" smtClean="0"/>
              <a:t>oh children of </a:t>
            </a:r>
            <a:r>
              <a:rPr lang="en-US" sz="7200" dirty="0" err="1" smtClean="0"/>
              <a:t>amṛta</a:t>
            </a:r>
            <a:r>
              <a:rPr lang="en-US" sz="7200" dirty="0" smtClean="0"/>
              <a:t>, let us make a better world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in happiness love does bloom,</a:t>
            </a:r>
            <a:br>
              <a:rPr lang="en-US" sz="7200" dirty="0" smtClean="0"/>
            </a:br>
            <a:r>
              <a:rPr lang="en-US" sz="7200" dirty="0" smtClean="0"/>
              <a:t>the coin is one, yet sides are two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love is happiness conveyed</a:t>
            </a:r>
            <a:br>
              <a:rPr lang="en-US" sz="7200" dirty="0" smtClean="0"/>
            </a:br>
            <a:r>
              <a:rPr lang="en-US" sz="7200" dirty="0" smtClean="0"/>
              <a:t>happiness is love’s pure state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/>
              <a:t>kṛnvantō</a:t>
            </a:r>
            <a:r>
              <a:rPr lang="en-US" sz="7200" dirty="0" smtClean="0"/>
              <a:t> </a:t>
            </a:r>
            <a:r>
              <a:rPr lang="en-US" sz="7200" dirty="0" err="1" smtClean="0"/>
              <a:t>viśvamāryam</a:t>
            </a:r>
            <a:r>
              <a:rPr lang="en-US" sz="7200" dirty="0" smtClean="0"/>
              <a:t> </a:t>
            </a:r>
            <a:r>
              <a:rPr lang="en-US" sz="7200" dirty="0" err="1" smtClean="0"/>
              <a:t>amṛtasya</a:t>
            </a:r>
            <a:r>
              <a:rPr lang="en-US" sz="7200" dirty="0" smtClean="0"/>
              <a:t> </a:t>
            </a:r>
            <a:r>
              <a:rPr lang="en-US" sz="7200" dirty="0" err="1" smtClean="0"/>
              <a:t>putrāḥ</a:t>
            </a:r>
            <a:r>
              <a:rPr lang="en-US" sz="7200" dirty="0" smtClean="0"/>
              <a:t> </a:t>
            </a:r>
            <a:r>
              <a:rPr lang="en-US" sz="7200" dirty="0" err="1" smtClean="0"/>
              <a:t>vayam</a:t>
            </a:r>
            <a:r>
              <a:rPr lang="en-US" sz="7200" dirty="0" smtClean="0"/>
              <a:t> </a:t>
            </a:r>
            <a:br>
              <a:rPr lang="en-US" sz="7200" dirty="0" smtClean="0"/>
            </a:br>
            <a:r>
              <a:rPr lang="en-US" sz="7200" dirty="0" smtClean="0"/>
              <a:t>oh children of </a:t>
            </a:r>
            <a:r>
              <a:rPr lang="en-US" sz="7200" dirty="0" err="1" smtClean="0"/>
              <a:t>amṛta</a:t>
            </a:r>
            <a:r>
              <a:rPr lang="en-US" sz="7200" dirty="0" smtClean="0"/>
              <a:t>, let us make a better world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feel the joy of sharing</a:t>
            </a:r>
            <a:br>
              <a:rPr lang="en-US" sz="7200" dirty="0" smtClean="0"/>
            </a:br>
            <a:r>
              <a:rPr lang="en-US" sz="7200" dirty="0" smtClean="0"/>
              <a:t>giving is life, taking is death</a:t>
            </a: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share and feel we’re always full</a:t>
            </a:r>
            <a:br>
              <a:rPr lang="en-US" sz="7200" dirty="0" smtClean="0"/>
            </a:br>
            <a:r>
              <a:rPr lang="en-US" sz="7200" dirty="0" smtClean="0"/>
              <a:t>the well of love refills itself</a:t>
            </a:r>
            <a:endParaRPr 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lacking nothing, children of </a:t>
            </a:r>
            <a:r>
              <a:rPr lang="en-US" sz="7200" dirty="0" err="1" smtClean="0"/>
              <a:t>amṛta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smtClean="0"/>
              <a:t>blissful </a:t>
            </a:r>
            <a:r>
              <a:rPr lang="en-US" sz="7200" dirty="0" err="1" smtClean="0"/>
              <a:t>brahman</a:t>
            </a:r>
            <a:r>
              <a:rPr lang="en-US" sz="7200" dirty="0" smtClean="0"/>
              <a:t>—you are that</a:t>
            </a:r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/>
              <a:t>kṛnvantō</a:t>
            </a:r>
            <a:r>
              <a:rPr lang="en-US" sz="7200" dirty="0" smtClean="0"/>
              <a:t> </a:t>
            </a:r>
            <a:r>
              <a:rPr lang="en-US" sz="7200" dirty="0" err="1" smtClean="0"/>
              <a:t>viśvamāryam</a:t>
            </a:r>
            <a:r>
              <a:rPr lang="en-US" sz="7200" dirty="0" smtClean="0"/>
              <a:t> </a:t>
            </a:r>
            <a:r>
              <a:rPr lang="en-US" sz="7200" dirty="0" err="1" smtClean="0"/>
              <a:t>amṛtasya</a:t>
            </a:r>
            <a:r>
              <a:rPr lang="en-US" sz="7200" dirty="0" smtClean="0"/>
              <a:t> </a:t>
            </a:r>
            <a:r>
              <a:rPr lang="en-US" sz="7200" dirty="0" err="1" smtClean="0"/>
              <a:t>putrāḥ</a:t>
            </a:r>
            <a:r>
              <a:rPr lang="en-US" sz="7200" dirty="0" smtClean="0"/>
              <a:t> </a:t>
            </a:r>
            <a:r>
              <a:rPr lang="en-US" sz="7200" dirty="0" err="1" smtClean="0"/>
              <a:t>vayam</a:t>
            </a:r>
            <a:r>
              <a:rPr lang="en-US" sz="7200" dirty="0" smtClean="0"/>
              <a:t> </a:t>
            </a:r>
            <a:br>
              <a:rPr lang="en-US" sz="7200" dirty="0" smtClean="0"/>
            </a:br>
            <a:r>
              <a:rPr lang="en-US" sz="7200" dirty="0" smtClean="0"/>
              <a:t>oh children of </a:t>
            </a:r>
            <a:r>
              <a:rPr lang="en-US" sz="7200" dirty="0" err="1" smtClean="0"/>
              <a:t>amṛta</a:t>
            </a:r>
            <a:r>
              <a:rPr lang="en-US" sz="7200" dirty="0" smtClean="0"/>
              <a:t>, let us make a better world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2672</TotalTime>
  <Words>69</Words>
  <Application>Microsoft Office PowerPoint</Application>
  <PresentationFormat>On-screen Show (4:3)</PresentationFormat>
  <Paragraphs>13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kṛnvantō viśvamāryam amṛtasya putrāḥ vayam</vt:lpstr>
      <vt:lpstr>oh children of amṛta, let us make a better world</vt:lpstr>
      <vt:lpstr>brahman is bliss, endless love in changeless truth, peace we’ll find</vt:lpstr>
      <vt:lpstr>captured in illusions snare making sorrows with our mind</vt:lpstr>
      <vt:lpstr>kṛnvantō viśvamāryam amṛtasya putrāḥ vayam  oh children of amṛta, let us make a better world</vt:lpstr>
      <vt:lpstr>in happiness love does bloom, the coin is one, yet sides are two</vt:lpstr>
      <vt:lpstr>love is happiness conveyed happiness is love’s pure state</vt:lpstr>
      <vt:lpstr>kṛnvantō viśvamāryam amṛtasya putrāḥ vayam  oh children of amṛta, let us make a better world</vt:lpstr>
      <vt:lpstr>feel the joy of sharing giving is life, taking is death</vt:lpstr>
      <vt:lpstr>share and feel we’re always full the well of love refills itself</vt:lpstr>
      <vt:lpstr>lacking nothing, children of amṛta blissful brahman—you are that</vt:lpstr>
      <vt:lpstr>kṛnvantō viśvamāryam amṛtasya putrāḥ vayam  oh children of amṛta, let us make a better world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321</cp:revision>
  <dcterms:created xsi:type="dcterms:W3CDTF">2006-08-16T00:00:00Z</dcterms:created>
  <dcterms:modified xsi:type="dcterms:W3CDTF">2025-07-04T12:20:06Z</dcterms:modified>
</cp:coreProperties>
</file>