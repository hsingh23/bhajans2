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E655-EE9D-47E2-8BED-7F508491D473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4363-60DE-48BA-A147-AC444D7A7B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E655-EE9D-47E2-8BED-7F508491D473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4363-60DE-48BA-A147-AC444D7A7B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E655-EE9D-47E2-8BED-7F508491D473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4363-60DE-48BA-A147-AC444D7A7B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E655-EE9D-47E2-8BED-7F508491D473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4363-60DE-48BA-A147-AC444D7A7B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E655-EE9D-47E2-8BED-7F508491D473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4363-60DE-48BA-A147-AC444D7A7B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E655-EE9D-47E2-8BED-7F508491D473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4363-60DE-48BA-A147-AC444D7A7B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E655-EE9D-47E2-8BED-7F508491D473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4363-60DE-48BA-A147-AC444D7A7B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E655-EE9D-47E2-8BED-7F508491D473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4363-60DE-48BA-A147-AC444D7A7B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E655-EE9D-47E2-8BED-7F508491D473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4363-60DE-48BA-A147-AC444D7A7B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E655-EE9D-47E2-8BED-7F508491D473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4363-60DE-48BA-A147-AC444D7A7B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E655-EE9D-47E2-8BED-7F508491D473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4363-60DE-48BA-A147-AC444D7A7B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5E655-EE9D-47E2-8BED-7F508491D473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C4363-60DE-48BA-A147-AC444D7A7B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yāru sondam yāru bandham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yāru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sondam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yāru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bandham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yāru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tān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sondam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– </a:t>
            </a:r>
            <a:br>
              <a:rPr lang="en-US" sz="5400" dirty="0" smtClean="0">
                <a:solidFill>
                  <a:srgbClr val="FFFFFF"/>
                </a:solidFill>
                <a:latin typeface="Calibri"/>
              </a:rPr>
            </a:b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orē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sondam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orē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bandham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tān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sondam</a:t>
            </a:r>
            <a:endParaRPr lang="en-US" sz="5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dirty="0" smtClean="0">
                <a:solidFill>
                  <a:srgbClr val="FFFF00"/>
                </a:solidFill>
                <a:latin typeface="Calibri"/>
              </a:rPr>
              <a:t>Who is my kith? </a:t>
            </a:r>
            <a:br>
              <a:rPr lang="en-US" sz="6000" dirty="0" smtClean="0">
                <a:solidFill>
                  <a:srgbClr val="FFFF00"/>
                </a:solidFill>
                <a:latin typeface="Calibri"/>
              </a:rPr>
            </a:br>
            <a:r>
              <a:rPr lang="en-US" sz="6000" dirty="0" smtClean="0">
                <a:solidFill>
                  <a:srgbClr val="FFFF00"/>
                </a:solidFill>
                <a:latin typeface="Calibri"/>
              </a:rPr>
              <a:t>Who is my kin? Mother alone is my kith, my kin. </a:t>
            </a:r>
            <a:endParaRPr lang="en-US" sz="60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nīyē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tān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sondam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7200" dirty="0" smtClean="0">
                <a:solidFill>
                  <a:srgbClr val="FFFF00"/>
                </a:solidFill>
                <a:latin typeface="Calibri"/>
              </a:rPr>
              <a:t>Mother, you are my very own…</a:t>
            </a:r>
            <a:endParaRPr lang="en-US" sz="72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en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kaṇṇin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kāṭciyāyi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oḷirvadu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yāru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en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kādin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kēḷviyāyi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olippadu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yāru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Who shines as the sight in my eyes? Who resounds as the hearing in my ears?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oḷirum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śakti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olikkum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śakti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ammā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nīyē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en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uḷḷiluḷḷa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śakti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ellām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ammā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nīyē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you are the power that shines and resounds; Mother, you are the source of all the power within me.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en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nāvin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pēccāyi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uraippadu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yāru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en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kaiyyin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śaktiyāyi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iruppadu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yāru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Who speaks as the speech on my tongue? Who dwells as the power that moves my hand?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uṙaiykum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śakti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irukkum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śakti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ammā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nīyē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en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uḷḷiluḷḷa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śakti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ellām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ammā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nīyē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you are the power that speaks and moves; Mother, you are the source of all the power within me.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en idayattil anbāyi nilaippadu yāru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 manadin-uḷḷil irundu seyal paḍuvadu yāru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Who dwells in my heart as love? Who abides in my mind and makes me function?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nilaippadum seyal paḍuvaduvum amma nīyē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 uḷḷiluḷḷa śakti ellām amma nīyē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Mother, you are the power of love; you are the one who acts through me. Mother, you are the source of all the power within me.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ōm śakti parāśakti ammā nīyē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en uḷḷiluḷḷa śakti ellām ammā nīyē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you are the primordial power, you are Parashakti. Mother, you are the source of all the power within me.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ādiśakti mahāśakti ammā nīyē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un maḍiyil cella piḷḷai ennai kāppāy nīyē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Mother, you are the origin of all power, you are the Supreme Power. Protect this darling child who rests in your lap.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amma nīyē jagadambā nīyē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are my Mother; you are the Mother of the universe.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269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yāru sondam yāru bandham</vt:lpstr>
      <vt:lpstr>yāru sondam yāru bandham yāru tān sondam –  orē sondam orē bandham amma tān sondam</vt:lpstr>
      <vt:lpstr>amma nīyē tān sondam</vt:lpstr>
      <vt:lpstr>en kaṇṇin kāṭciyāyi  oḷirvadu yāru en kādin kēḷviyāyi  olippadu yāru</vt:lpstr>
      <vt:lpstr>oḷirum śakti olikkum śakti ammā nīyē en uḷḷiluḷḷa śakti ellām  ammā nīyē</vt:lpstr>
      <vt:lpstr>en nāvin pēccāyi  uraippadu yāru en kaiyyin śaktiyāyi  iruppadu yāru</vt:lpstr>
      <vt:lpstr>uṙaiykum śakti irukkum śakti ammā nīyē en uḷḷiluḷḷa śakti ellām  ammā nīyē</vt:lpstr>
      <vt:lpstr>en idayattil anbāyi nilaippadu yāru en manadin-uḷḷil irundu seyal paḍuvadu yāru</vt:lpstr>
      <vt:lpstr>nilaippadum seyal paḍuvaduvum amma nīyē en uḷḷiluḷḷa śakti ellām amma nīyē</vt:lpstr>
      <vt:lpstr>ōm śakti parāśakti ammā nīyē en uḷḷiluḷḷa śakti ellām ammā nīyē</vt:lpstr>
      <vt:lpstr>ādiśakti mahāśakti ammā nīyē un maḍiyil cella piḷḷai ennai kāppāy nīyē</vt:lpstr>
      <vt:lpstr>amma nīyē jagadambā nīyē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yāru sondam yāru bandham</dc:title>
  <dc:creator>Amrita</dc:creator>
  <cp:lastModifiedBy>AMMA</cp:lastModifiedBy>
  <cp:revision>2</cp:revision>
  <dcterms:created xsi:type="dcterms:W3CDTF">2025-06-25T12:23:44Z</dcterms:created>
  <dcterms:modified xsi:type="dcterms:W3CDTF">2025-08-31T13:10:16Z</dcterms:modified>
</cp:coreProperties>
</file>