
<file path=[Content_Types].xml><?xml version="1.0" encoding="utf-8"?>
<Types xmlns="http://schemas.openxmlformats.org/package/2006/content-types">
  <Override PartName="/ppt/slides/slide6.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notesSlides/notesSlide17.xml" ContentType="application/vnd.openxmlformats-officedocument.presentationml.notesSlide+xml"/>
  <Override PartName="/ppt/notesSlides/notesSlide18.xml" ContentType="application/vnd.openxmlformats-officedocument.presentationml.notesSlide+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notesSlides/notesSlide1.xml" ContentType="application/vnd.openxmlformats-officedocument.presentationml.notesSlide+xml"/>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91" r:id="rId2"/>
    <p:sldId id="300" r:id="rId3"/>
    <p:sldId id="292" r:id="rId4"/>
    <p:sldId id="301" r:id="rId5"/>
    <p:sldId id="293" r:id="rId6"/>
    <p:sldId id="302" r:id="rId7"/>
    <p:sldId id="294" r:id="rId8"/>
    <p:sldId id="303" r:id="rId9"/>
    <p:sldId id="295" r:id="rId10"/>
    <p:sldId id="304" r:id="rId11"/>
    <p:sldId id="296" r:id="rId12"/>
    <p:sldId id="305" r:id="rId13"/>
    <p:sldId id="297" r:id="rId14"/>
    <p:sldId id="306" r:id="rId15"/>
    <p:sldId id="298" r:id="rId16"/>
    <p:sldId id="307" r:id="rId17"/>
    <p:sldId id="299" r:id="rId18"/>
    <p:sldId id="308"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srgbClr val="FF0000"/>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34587" autoAdjust="0"/>
    <p:restoredTop sz="86441" autoAdjust="0"/>
  </p:normalViewPr>
  <p:slideViewPr>
    <p:cSldViewPr>
      <p:cViewPr varScale="1">
        <p:scale>
          <a:sx n="75" d="100"/>
          <a:sy n="75" d="100"/>
        </p:scale>
        <p:origin x="-1522" y="-72"/>
      </p:cViewPr>
      <p:guideLst>
        <p:guide orient="horz" pos="2160"/>
        <p:guide pos="2880"/>
      </p:guideLst>
    </p:cSldViewPr>
  </p:slideViewPr>
  <p:outlineViewPr>
    <p:cViewPr>
      <p:scale>
        <a:sx n="33" d="100"/>
        <a:sy n="33" d="100"/>
      </p:scale>
      <p:origin x="0" y="162"/>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741776F-C5E4-4D79-8409-3173ED07A66F}" type="datetimeFigureOut">
              <a:rPr lang="en-US" smtClean="0"/>
              <a:pPr/>
              <a:t>19-Aug-2025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984ED3-0A26-466E-9119-AEC6D927E7C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984ED3-0A26-466E-9119-AEC6D927E7CC}"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984ED3-0A26-466E-9119-AEC6D927E7CC}"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984ED3-0A26-466E-9119-AEC6D927E7CC}"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984ED3-0A26-466E-9119-AEC6D927E7CC}"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984ED3-0A26-466E-9119-AEC6D927E7CC}"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984ED3-0A26-466E-9119-AEC6D927E7CC}"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984ED3-0A26-466E-9119-AEC6D927E7CC}" type="slidenum">
              <a:rPr lang="en-US" smtClean="0"/>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984ED3-0A26-466E-9119-AEC6D927E7CC}"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984ED3-0A26-466E-9119-AEC6D927E7CC}" type="slidenum">
              <a:rPr lang="en-US" smtClean="0"/>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984ED3-0A26-466E-9119-AEC6D927E7CC}" type="slidenum">
              <a:rPr lang="en-US" smtClean="0"/>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984ED3-0A26-466E-9119-AEC6D927E7CC}" type="slidenum">
              <a:rPr lang="en-US" smtClean="0"/>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984ED3-0A26-466E-9119-AEC6D927E7CC}" type="slidenum">
              <a:rPr lang="en-US" smtClean="0"/>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984ED3-0A26-466E-9119-AEC6D927E7CC}" type="slidenum">
              <a:rPr lang="en-US" smtClean="0"/>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984ED3-0A26-466E-9119-AEC6D927E7CC}" type="slidenum">
              <a:rPr lang="en-US" smtClean="0"/>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984ED3-0A26-466E-9119-AEC6D927E7CC}" type="slidenum">
              <a:rPr lang="en-US" smtClean="0"/>
              <a:pPr/>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984ED3-0A26-466E-9119-AEC6D927E7CC}" type="slidenum">
              <a:rPr lang="en-US" smtClean="0"/>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984ED3-0A26-466E-9119-AEC6D927E7CC}" type="slidenum">
              <a:rPr lang="en-US" smtClean="0"/>
              <a:pPr/>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984ED3-0A26-466E-9119-AEC6D927E7CC}" type="slidenum">
              <a:rPr lang="en-US" smtClean="0"/>
              <a:pPr/>
              <a:t>18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0"/>
          </a:xfrm>
        </p:spPr>
        <p:txBody>
          <a:bodyPr/>
          <a:lstStyle>
            <a:lvl1pPr>
              <a:lnSpc>
                <a:spcPct val="100000"/>
              </a:lnSpc>
              <a:defRPr/>
            </a:lvl1pPr>
          </a:lstStyle>
          <a:p>
            <a:r>
              <a:rPr lang="en-US" dirty="0" smtClean="0"/>
              <a:t>Click to edit Master title style</a:t>
            </a:r>
            <a:endParaRPr lang="en-US" dirty="0"/>
          </a:p>
        </p:txBody>
      </p:sp>
    </p:spTree>
  </p:cSld>
  <p:clrMapOvr>
    <a:masterClrMapping/>
  </p:clrMapOvr>
  <p:transition/>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9144000" cy="6858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Tree>
  </p:cSld>
  <p:clrMap bg1="dk1" tx1="lt1" bg2="dk2" tx2="lt2" accent1="accent1" accent2="accent2" accent3="accent3" accent4="accent4" accent5="accent5" accent6="accent6" hlink="hlink" folHlink="folHlink"/>
  <p:sldLayoutIdLst>
    <p:sldLayoutId id="2147483654" r:id="rId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352800"/>
          </a:xfrm>
        </p:spPr>
        <p:txBody>
          <a:bodyPr>
            <a:noAutofit/>
          </a:bodyPr>
          <a:lstStyle/>
          <a:p>
            <a:r>
              <a:rPr lang="en-US" sz="7200" dirty="0" err="1" smtClean="0"/>
              <a:t>ēlayya</a:t>
            </a:r>
            <a:r>
              <a:rPr lang="en-US" sz="7200" dirty="0" smtClean="0"/>
              <a:t> </a:t>
            </a:r>
            <a:r>
              <a:rPr lang="en-US" sz="7200" dirty="0" err="1" smtClean="0"/>
              <a:t>ēlayya</a:t>
            </a:r>
            <a:r>
              <a:rPr lang="en-US" sz="7200" dirty="0" smtClean="0"/>
              <a:t> taka </a:t>
            </a:r>
            <a:endParaRPr lang="en-US" sz="7200" dirty="0"/>
          </a:p>
        </p:txBody>
      </p:sp>
      <p:sp>
        <p:nvSpPr>
          <p:cNvPr id="3" name="Title 1"/>
          <p:cNvSpPr txBox="1">
            <a:spLocks/>
          </p:cNvSpPr>
          <p:nvPr/>
        </p:nvSpPr>
        <p:spPr>
          <a:xfrm>
            <a:off x="0" y="3429000"/>
            <a:ext cx="9144000" cy="3429000"/>
          </a:xfrm>
          <a:prstGeom prst="rect">
            <a:avLst/>
          </a:prstGeom>
        </p:spPr>
        <p:txBody>
          <a:bodyPr vert="horz" lIns="91440" tIns="45720" rIns="91440" bIns="45720" rtlCol="0" anchor="ctr">
            <a:noAutofit/>
          </a:bodyPr>
          <a:lstStyle/>
          <a:p>
            <a:pPr algn="ctr"/>
            <a:r>
              <a:rPr lang="en-US" sz="7200" dirty="0" smtClean="0">
                <a:solidFill>
                  <a:srgbClr val="FFFF00"/>
                </a:solidFill>
              </a:rPr>
              <a:t>2025</a:t>
            </a:r>
          </a:p>
          <a:p>
            <a:pPr algn="ctr"/>
            <a:r>
              <a:rPr lang="en-IN" sz="7200" dirty="0" smtClean="0">
                <a:solidFill>
                  <a:srgbClr val="FFFF00"/>
                </a:solidFill>
              </a:rPr>
              <a:t>(Malayalam)</a:t>
            </a:r>
            <a:endParaRPr lang="en-US" sz="7200" dirty="0">
              <a:solidFill>
                <a:srgbClr val="FFFF00"/>
              </a:solidFill>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4114800"/>
          </a:xfrm>
        </p:spPr>
        <p:txBody>
          <a:bodyPr>
            <a:noAutofit/>
          </a:bodyPr>
          <a:lstStyle/>
          <a:p>
            <a:r>
              <a:rPr lang="en-US" sz="6000" dirty="0" err="1" smtClean="0"/>
              <a:t>ēlayya</a:t>
            </a:r>
            <a:r>
              <a:rPr lang="en-US" sz="6000" dirty="0" smtClean="0"/>
              <a:t> </a:t>
            </a:r>
            <a:r>
              <a:rPr lang="en-US" sz="6000" dirty="0" err="1" smtClean="0"/>
              <a:t>ēlayya</a:t>
            </a:r>
            <a:r>
              <a:rPr lang="en-US" sz="6000" dirty="0" smtClean="0"/>
              <a:t> taka </a:t>
            </a:r>
            <a:br>
              <a:rPr lang="en-US" sz="6000" dirty="0" smtClean="0"/>
            </a:br>
            <a:r>
              <a:rPr lang="en-US" sz="6000" dirty="0" err="1" smtClean="0"/>
              <a:t>ēlayya</a:t>
            </a:r>
            <a:r>
              <a:rPr lang="en-US" sz="6000" dirty="0" smtClean="0"/>
              <a:t> taka </a:t>
            </a:r>
            <a:r>
              <a:rPr lang="en-US" sz="6000" dirty="0" err="1" smtClean="0"/>
              <a:t>ēlayya</a:t>
            </a:r>
            <a:r>
              <a:rPr lang="en-US" sz="6000" dirty="0" smtClean="0"/>
              <a:t/>
            </a:r>
            <a:br>
              <a:rPr lang="en-US" sz="6000" dirty="0" smtClean="0"/>
            </a:br>
            <a:r>
              <a:rPr lang="en-US" sz="6000" dirty="0" err="1" smtClean="0"/>
              <a:t>ēlayya</a:t>
            </a:r>
            <a:r>
              <a:rPr lang="en-US" sz="6000" dirty="0" smtClean="0"/>
              <a:t> </a:t>
            </a:r>
            <a:r>
              <a:rPr lang="en-US" sz="6000" dirty="0" err="1" smtClean="0"/>
              <a:t>ēlayya</a:t>
            </a:r>
            <a:r>
              <a:rPr lang="en-US" sz="6000" dirty="0" smtClean="0"/>
              <a:t> taka </a:t>
            </a:r>
            <a:br>
              <a:rPr lang="en-US" sz="6000" dirty="0" smtClean="0"/>
            </a:br>
            <a:r>
              <a:rPr lang="en-US" sz="6000" dirty="0" err="1" smtClean="0"/>
              <a:t>ēlayya</a:t>
            </a:r>
            <a:r>
              <a:rPr lang="en-US" sz="6000" dirty="0" smtClean="0"/>
              <a:t> taka </a:t>
            </a:r>
            <a:r>
              <a:rPr lang="en-US" sz="6000" dirty="0" err="1" smtClean="0"/>
              <a:t>ēlayya</a:t>
            </a:r>
            <a:endParaRPr lang="en-US" sz="6000" dirty="0"/>
          </a:p>
        </p:txBody>
      </p:sp>
      <p:sp>
        <p:nvSpPr>
          <p:cNvPr id="3" name="Title 1"/>
          <p:cNvSpPr txBox="1">
            <a:spLocks/>
          </p:cNvSpPr>
          <p:nvPr/>
        </p:nvSpPr>
        <p:spPr>
          <a:xfrm>
            <a:off x="0" y="3429000"/>
            <a:ext cx="9144000" cy="3429000"/>
          </a:xfrm>
          <a:prstGeom prst="rect">
            <a:avLst/>
          </a:prstGeom>
        </p:spPr>
        <p:txBody>
          <a:bodyPr vert="horz" lIns="91440" tIns="45720" rIns="91440" bIns="45720" rtlCol="0" anchor="ctr">
            <a:noAutofit/>
          </a:bodyPr>
          <a:lstStyle/>
          <a:p>
            <a:pPr algn="ctr"/>
            <a:r>
              <a:rPr lang="en-US" sz="6000" dirty="0" smtClean="0">
                <a:solidFill>
                  <a:srgbClr val="FFFF00"/>
                </a:solidFill>
              </a:rPr>
              <a:t>A rhythmic chorus of joy</a:t>
            </a:r>
            <a:endParaRPr lang="en-US" sz="6000" dirty="0">
              <a:solidFill>
                <a:srgbClr val="FFFF00"/>
              </a:solidFill>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429000"/>
          </a:xfrm>
        </p:spPr>
        <p:txBody>
          <a:bodyPr>
            <a:noAutofit/>
          </a:bodyPr>
          <a:lstStyle/>
          <a:p>
            <a:r>
              <a:rPr lang="en-US" sz="5400" dirty="0" err="1" smtClean="0"/>
              <a:t>pūntiṅkaḷ</a:t>
            </a:r>
            <a:r>
              <a:rPr lang="en-US" sz="5400" dirty="0" smtClean="0"/>
              <a:t> </a:t>
            </a:r>
            <a:r>
              <a:rPr lang="en-US" sz="5400" dirty="0" err="1" smtClean="0"/>
              <a:t>mānattudicca</a:t>
            </a:r>
            <a:r>
              <a:rPr lang="en-US" sz="5400" dirty="0" smtClean="0"/>
              <a:t> </a:t>
            </a:r>
            <a:r>
              <a:rPr lang="en-US" sz="5400" dirty="0" err="1" smtClean="0"/>
              <a:t>pōl</a:t>
            </a:r>
            <a:r>
              <a:rPr lang="en-US" sz="5400" dirty="0" smtClean="0"/>
              <a:t/>
            </a:r>
            <a:br>
              <a:rPr lang="en-US" sz="5400" dirty="0" smtClean="0"/>
            </a:br>
            <a:r>
              <a:rPr lang="en-US" sz="5400" dirty="0" err="1" smtClean="0"/>
              <a:t>enn-uṇṇikkaṇṇanō</a:t>
            </a:r>
            <a:r>
              <a:rPr lang="en-US" sz="5400" dirty="0" smtClean="0"/>
              <a:t> </a:t>
            </a:r>
            <a:r>
              <a:rPr lang="en-US" sz="5400" dirty="0" err="1" smtClean="0"/>
              <a:t>ēzhazhaku</a:t>
            </a:r>
            <a:r>
              <a:rPr lang="en-US" sz="5400" dirty="0" smtClean="0"/>
              <a:t/>
            </a:r>
            <a:br>
              <a:rPr lang="en-US" sz="5400" dirty="0" smtClean="0"/>
            </a:br>
            <a:r>
              <a:rPr lang="en-US" sz="5400" dirty="0" err="1" smtClean="0"/>
              <a:t>pūñcēla</a:t>
            </a:r>
            <a:r>
              <a:rPr lang="en-US" sz="5400" dirty="0" smtClean="0"/>
              <a:t> </a:t>
            </a:r>
            <a:r>
              <a:rPr lang="en-US" sz="5400" dirty="0" err="1" smtClean="0"/>
              <a:t>ñoṙiññ-uḍuttiṭṭu</a:t>
            </a:r>
            <a:r>
              <a:rPr lang="en-US" sz="5400" dirty="0" smtClean="0"/>
              <a:t/>
            </a:r>
            <a:br>
              <a:rPr lang="en-US" sz="5400" dirty="0" smtClean="0"/>
            </a:br>
            <a:r>
              <a:rPr lang="en-US" sz="5400" dirty="0" err="1" smtClean="0"/>
              <a:t>gōkkaḷe</a:t>
            </a:r>
            <a:r>
              <a:rPr lang="en-US" sz="5400" dirty="0" smtClean="0"/>
              <a:t> </a:t>
            </a:r>
            <a:r>
              <a:rPr lang="en-US" sz="5400" dirty="0" err="1" smtClean="0"/>
              <a:t>mēkkānāy</a:t>
            </a:r>
            <a:r>
              <a:rPr lang="en-US" sz="5400" dirty="0" smtClean="0"/>
              <a:t> </a:t>
            </a:r>
            <a:r>
              <a:rPr lang="en-US" sz="5400" dirty="0" err="1" smtClean="0"/>
              <a:t>gōpabālan</a:t>
            </a:r>
            <a:endParaRPr lang="en-US" sz="5400" dirty="0"/>
          </a:p>
        </p:txBody>
      </p:sp>
      <p:sp>
        <p:nvSpPr>
          <p:cNvPr id="3" name="Title 1"/>
          <p:cNvSpPr txBox="1">
            <a:spLocks/>
          </p:cNvSpPr>
          <p:nvPr/>
        </p:nvSpPr>
        <p:spPr>
          <a:xfrm>
            <a:off x="0" y="3429000"/>
            <a:ext cx="9144000" cy="3429000"/>
          </a:xfrm>
          <a:prstGeom prst="rect">
            <a:avLst/>
          </a:prstGeom>
        </p:spPr>
        <p:txBody>
          <a:bodyPr vert="horz" lIns="91440" tIns="45720" rIns="91440" bIns="45720" rtlCol="0" anchor="ctr">
            <a:noAutofit/>
          </a:bodyPr>
          <a:lstStyle/>
          <a:p>
            <a:pPr algn="ctr"/>
            <a:r>
              <a:rPr lang="en-US" sz="4000" dirty="0" smtClean="0">
                <a:solidFill>
                  <a:srgbClr val="FFFF00"/>
                </a:solidFill>
              </a:rPr>
              <a:t>My baby Krishna is as radiant as the full moon in the sky, as dazzling as the colors of the rainbow. The young cowherd boy ties on his yellow raiment, ready to lead the cows into the forest.</a:t>
            </a:r>
            <a:endParaRPr lang="en-US" sz="4000" dirty="0">
              <a:solidFill>
                <a:srgbClr val="FFFF00"/>
              </a:solidFill>
            </a:endParaRP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4114800"/>
          </a:xfrm>
        </p:spPr>
        <p:txBody>
          <a:bodyPr>
            <a:noAutofit/>
          </a:bodyPr>
          <a:lstStyle/>
          <a:p>
            <a:r>
              <a:rPr lang="en-US" sz="6000" dirty="0" err="1" smtClean="0"/>
              <a:t>ēlayya</a:t>
            </a:r>
            <a:r>
              <a:rPr lang="en-US" sz="6000" dirty="0" smtClean="0"/>
              <a:t> </a:t>
            </a:r>
            <a:r>
              <a:rPr lang="en-US" sz="6000" dirty="0" err="1" smtClean="0"/>
              <a:t>ēlayya</a:t>
            </a:r>
            <a:r>
              <a:rPr lang="en-US" sz="6000" dirty="0" smtClean="0"/>
              <a:t> taka </a:t>
            </a:r>
            <a:br>
              <a:rPr lang="en-US" sz="6000" dirty="0" smtClean="0"/>
            </a:br>
            <a:r>
              <a:rPr lang="en-US" sz="6000" dirty="0" err="1" smtClean="0"/>
              <a:t>ēlayya</a:t>
            </a:r>
            <a:r>
              <a:rPr lang="en-US" sz="6000" dirty="0" smtClean="0"/>
              <a:t> taka </a:t>
            </a:r>
            <a:r>
              <a:rPr lang="en-US" sz="6000" dirty="0" err="1" smtClean="0"/>
              <a:t>ēlayya</a:t>
            </a:r>
            <a:r>
              <a:rPr lang="en-US" sz="6000" dirty="0" smtClean="0"/>
              <a:t/>
            </a:r>
            <a:br>
              <a:rPr lang="en-US" sz="6000" dirty="0" smtClean="0"/>
            </a:br>
            <a:r>
              <a:rPr lang="en-US" sz="6000" dirty="0" err="1" smtClean="0"/>
              <a:t>ēlayya</a:t>
            </a:r>
            <a:r>
              <a:rPr lang="en-US" sz="6000" dirty="0" smtClean="0"/>
              <a:t> </a:t>
            </a:r>
            <a:r>
              <a:rPr lang="en-US" sz="6000" dirty="0" err="1" smtClean="0"/>
              <a:t>ēlayya</a:t>
            </a:r>
            <a:r>
              <a:rPr lang="en-US" sz="6000" dirty="0" smtClean="0"/>
              <a:t> taka </a:t>
            </a:r>
            <a:br>
              <a:rPr lang="en-US" sz="6000" dirty="0" smtClean="0"/>
            </a:br>
            <a:r>
              <a:rPr lang="en-US" sz="6000" dirty="0" err="1" smtClean="0"/>
              <a:t>ēlayya</a:t>
            </a:r>
            <a:r>
              <a:rPr lang="en-US" sz="6000" dirty="0" smtClean="0"/>
              <a:t> taka </a:t>
            </a:r>
            <a:r>
              <a:rPr lang="en-US" sz="6000" dirty="0" err="1" smtClean="0"/>
              <a:t>ēlayya</a:t>
            </a:r>
            <a:endParaRPr lang="en-US" sz="6000" dirty="0"/>
          </a:p>
        </p:txBody>
      </p:sp>
      <p:sp>
        <p:nvSpPr>
          <p:cNvPr id="3" name="Title 1"/>
          <p:cNvSpPr txBox="1">
            <a:spLocks/>
          </p:cNvSpPr>
          <p:nvPr/>
        </p:nvSpPr>
        <p:spPr>
          <a:xfrm>
            <a:off x="0" y="3429000"/>
            <a:ext cx="9144000" cy="3429000"/>
          </a:xfrm>
          <a:prstGeom prst="rect">
            <a:avLst/>
          </a:prstGeom>
        </p:spPr>
        <p:txBody>
          <a:bodyPr vert="horz" lIns="91440" tIns="45720" rIns="91440" bIns="45720" rtlCol="0" anchor="ctr">
            <a:noAutofit/>
          </a:bodyPr>
          <a:lstStyle/>
          <a:p>
            <a:pPr algn="ctr"/>
            <a:r>
              <a:rPr lang="en-US" sz="6000" dirty="0" smtClean="0">
                <a:solidFill>
                  <a:srgbClr val="FFFF00"/>
                </a:solidFill>
              </a:rPr>
              <a:t>A rhythmic chorus of joy</a:t>
            </a:r>
            <a:endParaRPr lang="en-US" sz="6000" dirty="0">
              <a:solidFill>
                <a:srgbClr val="FFFF00"/>
              </a:solidFill>
            </a:endParaRP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429000"/>
          </a:xfrm>
        </p:spPr>
        <p:txBody>
          <a:bodyPr>
            <a:noAutofit/>
          </a:bodyPr>
          <a:lstStyle/>
          <a:p>
            <a:r>
              <a:rPr lang="en-US" sz="5400" dirty="0" err="1" smtClean="0"/>
              <a:t>kālikkōl-eḍutta</a:t>
            </a:r>
            <a:r>
              <a:rPr lang="en-US" sz="5400" dirty="0" smtClean="0"/>
              <a:t> </a:t>
            </a:r>
            <a:r>
              <a:rPr lang="en-US" sz="5400" dirty="0" err="1" smtClean="0"/>
              <a:t>nērattu</a:t>
            </a:r>
            <a:r>
              <a:rPr lang="en-US" sz="5400" dirty="0" smtClean="0"/>
              <a:t/>
            </a:r>
            <a:br>
              <a:rPr lang="en-US" sz="5400" dirty="0" smtClean="0"/>
            </a:br>
            <a:r>
              <a:rPr lang="en-US" sz="5400" dirty="0" err="1" smtClean="0"/>
              <a:t>amma</a:t>
            </a:r>
            <a:r>
              <a:rPr lang="en-US" sz="5400" dirty="0" smtClean="0"/>
              <a:t> </a:t>
            </a:r>
            <a:r>
              <a:rPr lang="en-US" sz="5400" dirty="0" err="1" smtClean="0"/>
              <a:t>yaśōda</a:t>
            </a:r>
            <a:r>
              <a:rPr lang="en-US" sz="5400" dirty="0" smtClean="0"/>
              <a:t> </a:t>
            </a:r>
            <a:r>
              <a:rPr lang="en-US" sz="5400" dirty="0" err="1" smtClean="0"/>
              <a:t>mozhiññu</a:t>
            </a:r>
            <a:r>
              <a:rPr lang="en-US" sz="5400" dirty="0" smtClean="0"/>
              <a:t> </a:t>
            </a:r>
            <a:r>
              <a:rPr lang="en-US" sz="5400" dirty="0" err="1" smtClean="0"/>
              <a:t>kaṇṇā</a:t>
            </a:r>
            <a:r>
              <a:rPr lang="en-US" sz="5400" dirty="0" smtClean="0"/>
              <a:t/>
            </a:r>
            <a:br>
              <a:rPr lang="en-US" sz="5400" dirty="0" smtClean="0"/>
            </a:br>
            <a:r>
              <a:rPr lang="en-US" sz="5400" dirty="0" err="1" smtClean="0"/>
              <a:t>ennuṇṇī</a:t>
            </a:r>
            <a:r>
              <a:rPr lang="en-US" sz="5400" dirty="0" smtClean="0"/>
              <a:t> </a:t>
            </a:r>
            <a:r>
              <a:rPr lang="en-US" sz="5400" dirty="0" err="1" smtClean="0"/>
              <a:t>ponnuṇṇī</a:t>
            </a:r>
            <a:r>
              <a:rPr lang="en-US" sz="5400" dirty="0" smtClean="0"/>
              <a:t> </a:t>
            </a:r>
            <a:r>
              <a:rPr lang="en-US" sz="5400" dirty="0" err="1" smtClean="0"/>
              <a:t>nī</a:t>
            </a:r>
            <a:r>
              <a:rPr lang="en-US" sz="5400" dirty="0" smtClean="0"/>
              <a:t/>
            </a:r>
            <a:br>
              <a:rPr lang="en-US" sz="5400" dirty="0" smtClean="0"/>
            </a:br>
            <a:r>
              <a:rPr lang="en-US" sz="5400" dirty="0" err="1" smtClean="0"/>
              <a:t>veyilattu</a:t>
            </a:r>
            <a:r>
              <a:rPr lang="en-US" sz="5400" dirty="0" smtClean="0"/>
              <a:t> </a:t>
            </a:r>
            <a:r>
              <a:rPr lang="en-US" sz="5400" dirty="0" err="1" smtClean="0"/>
              <a:t>vāḍi</a:t>
            </a:r>
            <a:r>
              <a:rPr lang="en-US" sz="5400" dirty="0" smtClean="0"/>
              <a:t> </a:t>
            </a:r>
            <a:r>
              <a:rPr lang="en-US" sz="5400" dirty="0" err="1" smtClean="0"/>
              <a:t>naḍakkarutē</a:t>
            </a:r>
            <a:endParaRPr lang="en-US" sz="5400" dirty="0"/>
          </a:p>
        </p:txBody>
      </p:sp>
      <p:sp>
        <p:nvSpPr>
          <p:cNvPr id="3" name="Title 1"/>
          <p:cNvSpPr txBox="1">
            <a:spLocks/>
          </p:cNvSpPr>
          <p:nvPr/>
        </p:nvSpPr>
        <p:spPr>
          <a:xfrm>
            <a:off x="0" y="3429000"/>
            <a:ext cx="9144000" cy="3429000"/>
          </a:xfrm>
          <a:prstGeom prst="rect">
            <a:avLst/>
          </a:prstGeom>
        </p:spPr>
        <p:txBody>
          <a:bodyPr vert="horz" lIns="91440" tIns="45720" rIns="91440" bIns="45720" rtlCol="0" anchor="ctr">
            <a:noAutofit/>
          </a:bodyPr>
          <a:lstStyle/>
          <a:p>
            <a:pPr algn="ctr"/>
            <a:r>
              <a:rPr lang="en-US" sz="4400" dirty="0" smtClean="0">
                <a:solidFill>
                  <a:srgbClr val="FFFF00"/>
                </a:solidFill>
              </a:rPr>
              <a:t>As he lifts his herding stick to depart, Mother </a:t>
            </a:r>
            <a:r>
              <a:rPr lang="en-US" sz="4400" dirty="0" err="1" smtClean="0">
                <a:solidFill>
                  <a:srgbClr val="FFFF00"/>
                </a:solidFill>
              </a:rPr>
              <a:t>Yashoda</a:t>
            </a:r>
            <a:r>
              <a:rPr lang="en-US" sz="4400" dirty="0" smtClean="0">
                <a:solidFill>
                  <a:srgbClr val="FFFF00"/>
                </a:solidFill>
              </a:rPr>
              <a:t> calls out: “Krishna, my darling, my golden child—do not wander out in the heat of the midday sun.”</a:t>
            </a: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4114800"/>
          </a:xfrm>
        </p:spPr>
        <p:txBody>
          <a:bodyPr>
            <a:noAutofit/>
          </a:bodyPr>
          <a:lstStyle/>
          <a:p>
            <a:r>
              <a:rPr lang="en-US" sz="6000" dirty="0" err="1" smtClean="0"/>
              <a:t>ēlayya</a:t>
            </a:r>
            <a:r>
              <a:rPr lang="en-US" sz="6000" dirty="0" smtClean="0"/>
              <a:t> </a:t>
            </a:r>
            <a:r>
              <a:rPr lang="en-US" sz="6000" dirty="0" err="1" smtClean="0"/>
              <a:t>ēlayya</a:t>
            </a:r>
            <a:r>
              <a:rPr lang="en-US" sz="6000" dirty="0" smtClean="0"/>
              <a:t> taka </a:t>
            </a:r>
            <a:br>
              <a:rPr lang="en-US" sz="6000" dirty="0" smtClean="0"/>
            </a:br>
            <a:r>
              <a:rPr lang="en-US" sz="6000" dirty="0" err="1" smtClean="0"/>
              <a:t>ēlayya</a:t>
            </a:r>
            <a:r>
              <a:rPr lang="en-US" sz="6000" dirty="0" smtClean="0"/>
              <a:t> taka </a:t>
            </a:r>
            <a:r>
              <a:rPr lang="en-US" sz="6000" dirty="0" err="1" smtClean="0"/>
              <a:t>ēlayya</a:t>
            </a:r>
            <a:r>
              <a:rPr lang="en-US" sz="6000" dirty="0" smtClean="0"/>
              <a:t/>
            </a:r>
            <a:br>
              <a:rPr lang="en-US" sz="6000" dirty="0" smtClean="0"/>
            </a:br>
            <a:r>
              <a:rPr lang="en-US" sz="6000" dirty="0" err="1" smtClean="0"/>
              <a:t>ēlayya</a:t>
            </a:r>
            <a:r>
              <a:rPr lang="en-US" sz="6000" dirty="0" smtClean="0"/>
              <a:t> </a:t>
            </a:r>
            <a:r>
              <a:rPr lang="en-US" sz="6000" dirty="0" err="1" smtClean="0"/>
              <a:t>ēlayya</a:t>
            </a:r>
            <a:r>
              <a:rPr lang="en-US" sz="6000" dirty="0" smtClean="0"/>
              <a:t> taka </a:t>
            </a:r>
            <a:br>
              <a:rPr lang="en-US" sz="6000" dirty="0" smtClean="0"/>
            </a:br>
            <a:r>
              <a:rPr lang="en-US" sz="6000" dirty="0" err="1" smtClean="0"/>
              <a:t>ēlayya</a:t>
            </a:r>
            <a:r>
              <a:rPr lang="en-US" sz="6000" dirty="0" smtClean="0"/>
              <a:t> taka </a:t>
            </a:r>
            <a:r>
              <a:rPr lang="en-US" sz="6000" dirty="0" err="1" smtClean="0"/>
              <a:t>ēlayya</a:t>
            </a:r>
            <a:endParaRPr lang="en-US" sz="6000" dirty="0"/>
          </a:p>
        </p:txBody>
      </p:sp>
      <p:sp>
        <p:nvSpPr>
          <p:cNvPr id="3" name="Title 1"/>
          <p:cNvSpPr txBox="1">
            <a:spLocks/>
          </p:cNvSpPr>
          <p:nvPr/>
        </p:nvSpPr>
        <p:spPr>
          <a:xfrm>
            <a:off x="0" y="3429000"/>
            <a:ext cx="9144000" cy="3429000"/>
          </a:xfrm>
          <a:prstGeom prst="rect">
            <a:avLst/>
          </a:prstGeom>
        </p:spPr>
        <p:txBody>
          <a:bodyPr vert="horz" lIns="91440" tIns="45720" rIns="91440" bIns="45720" rtlCol="0" anchor="ctr">
            <a:noAutofit/>
          </a:bodyPr>
          <a:lstStyle/>
          <a:p>
            <a:pPr algn="ctr"/>
            <a:r>
              <a:rPr lang="en-US" sz="6000" dirty="0" smtClean="0">
                <a:solidFill>
                  <a:srgbClr val="FFFF00"/>
                </a:solidFill>
              </a:rPr>
              <a:t>A rhythmic chorus of joy</a:t>
            </a:r>
            <a:endParaRPr lang="en-US" sz="6000" dirty="0">
              <a:solidFill>
                <a:srgbClr val="FFFF00"/>
              </a:solidFill>
            </a:endParaRP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429000"/>
          </a:xfrm>
        </p:spPr>
        <p:txBody>
          <a:bodyPr>
            <a:noAutofit/>
          </a:bodyPr>
          <a:lstStyle/>
          <a:p>
            <a:r>
              <a:rPr lang="en-US" sz="5400" dirty="0" err="1" smtClean="0"/>
              <a:t>kaṇṇanō</a:t>
            </a:r>
            <a:r>
              <a:rPr lang="en-US" sz="5400" dirty="0" smtClean="0"/>
              <a:t> </a:t>
            </a:r>
            <a:r>
              <a:rPr lang="en-US" sz="5400" dirty="0" err="1" smtClean="0"/>
              <a:t>pāloḷi</a:t>
            </a:r>
            <a:r>
              <a:rPr lang="en-US" sz="5400" dirty="0" smtClean="0"/>
              <a:t> </a:t>
            </a:r>
            <a:r>
              <a:rPr lang="en-US" sz="5400" dirty="0" err="1" smtClean="0"/>
              <a:t>puñciri</a:t>
            </a:r>
            <a:r>
              <a:rPr lang="en-US" sz="5400" dirty="0" smtClean="0"/>
              <a:t/>
            </a:r>
            <a:br>
              <a:rPr lang="en-US" sz="5400" dirty="0" smtClean="0"/>
            </a:br>
            <a:r>
              <a:rPr lang="en-US" sz="5400" dirty="0" err="1" smtClean="0"/>
              <a:t>onnaṅg-eṙiññu</a:t>
            </a:r>
            <a:r>
              <a:rPr lang="en-US" sz="5400" dirty="0" smtClean="0"/>
              <a:t> </a:t>
            </a:r>
            <a:r>
              <a:rPr lang="en-US" sz="5400" dirty="0" err="1" smtClean="0"/>
              <a:t>koḍuttu</a:t>
            </a:r>
            <a:r>
              <a:rPr lang="en-US" sz="5400" dirty="0" smtClean="0"/>
              <a:t> </a:t>
            </a:r>
            <a:r>
              <a:rPr lang="en-US" sz="5400" dirty="0" err="1" smtClean="0"/>
              <a:t>cemme</a:t>
            </a:r>
            <a:r>
              <a:rPr lang="en-US" sz="5400" dirty="0" smtClean="0"/>
              <a:t/>
            </a:r>
            <a:br>
              <a:rPr lang="en-US" sz="5400" dirty="0" smtClean="0"/>
            </a:br>
            <a:r>
              <a:rPr lang="en-US" sz="5400" dirty="0" err="1" smtClean="0"/>
              <a:t>ammaye</a:t>
            </a:r>
            <a:r>
              <a:rPr lang="en-US" sz="5400" dirty="0" smtClean="0"/>
              <a:t> </a:t>
            </a:r>
            <a:r>
              <a:rPr lang="en-US" sz="5400" dirty="0" err="1" smtClean="0"/>
              <a:t>vāri</a:t>
            </a:r>
            <a:r>
              <a:rPr lang="en-US" sz="5400" dirty="0" smtClean="0"/>
              <a:t> </a:t>
            </a:r>
            <a:r>
              <a:rPr lang="en-US" sz="5400" dirty="0" err="1" smtClean="0"/>
              <a:t>puṇarnniṭṭu</a:t>
            </a:r>
            <a:r>
              <a:rPr lang="en-US" sz="5400" dirty="0" smtClean="0"/>
              <a:t/>
            </a:r>
            <a:br>
              <a:rPr lang="en-US" sz="5400" dirty="0" smtClean="0"/>
            </a:br>
            <a:r>
              <a:rPr lang="en-US" sz="5400" dirty="0" err="1" smtClean="0"/>
              <a:t>kaviḷil</a:t>
            </a:r>
            <a:r>
              <a:rPr lang="en-US" sz="5400" dirty="0" smtClean="0"/>
              <a:t> </a:t>
            </a:r>
            <a:r>
              <a:rPr lang="en-US" sz="5400" dirty="0" err="1" smtClean="0"/>
              <a:t>orumma</a:t>
            </a:r>
            <a:r>
              <a:rPr lang="en-US" sz="5400" dirty="0" smtClean="0"/>
              <a:t> </a:t>
            </a:r>
            <a:r>
              <a:rPr lang="en-US" sz="5400" dirty="0" err="1" smtClean="0"/>
              <a:t>koḍuttu</a:t>
            </a:r>
            <a:r>
              <a:rPr lang="en-US" sz="5400" dirty="0" smtClean="0"/>
              <a:t> </a:t>
            </a:r>
            <a:r>
              <a:rPr lang="en-US" sz="5400" dirty="0" err="1" smtClean="0"/>
              <a:t>melle</a:t>
            </a:r>
            <a:endParaRPr lang="en-US" sz="5400" dirty="0"/>
          </a:p>
        </p:txBody>
      </p:sp>
      <p:sp>
        <p:nvSpPr>
          <p:cNvPr id="3" name="Title 1"/>
          <p:cNvSpPr txBox="1">
            <a:spLocks/>
          </p:cNvSpPr>
          <p:nvPr/>
        </p:nvSpPr>
        <p:spPr>
          <a:xfrm>
            <a:off x="0" y="3429000"/>
            <a:ext cx="9144000" cy="3429000"/>
          </a:xfrm>
          <a:prstGeom prst="rect">
            <a:avLst/>
          </a:prstGeom>
        </p:spPr>
        <p:txBody>
          <a:bodyPr vert="horz" lIns="91440" tIns="45720" rIns="91440" bIns="45720" rtlCol="0" anchor="ctr">
            <a:noAutofit/>
          </a:bodyPr>
          <a:lstStyle/>
          <a:p>
            <a:pPr algn="ctr"/>
            <a:r>
              <a:rPr lang="en-US" sz="4800" dirty="0" smtClean="0">
                <a:solidFill>
                  <a:srgbClr val="FFFF00"/>
                </a:solidFill>
              </a:rPr>
              <a:t>Krishna gave his mother a tender smile, embraced her warmly, and placed a gentle kiss on her cheek.</a:t>
            </a: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4114800"/>
          </a:xfrm>
        </p:spPr>
        <p:txBody>
          <a:bodyPr>
            <a:noAutofit/>
          </a:bodyPr>
          <a:lstStyle/>
          <a:p>
            <a:r>
              <a:rPr lang="en-US" sz="6000" dirty="0" err="1" smtClean="0"/>
              <a:t>ēlayya</a:t>
            </a:r>
            <a:r>
              <a:rPr lang="en-US" sz="6000" dirty="0" smtClean="0"/>
              <a:t> </a:t>
            </a:r>
            <a:r>
              <a:rPr lang="en-US" sz="6000" dirty="0" err="1" smtClean="0"/>
              <a:t>ēlayya</a:t>
            </a:r>
            <a:r>
              <a:rPr lang="en-US" sz="6000" dirty="0" smtClean="0"/>
              <a:t> taka </a:t>
            </a:r>
            <a:br>
              <a:rPr lang="en-US" sz="6000" dirty="0" smtClean="0"/>
            </a:br>
            <a:r>
              <a:rPr lang="en-US" sz="6000" dirty="0" err="1" smtClean="0"/>
              <a:t>ēlayya</a:t>
            </a:r>
            <a:r>
              <a:rPr lang="en-US" sz="6000" dirty="0" smtClean="0"/>
              <a:t> taka </a:t>
            </a:r>
            <a:r>
              <a:rPr lang="en-US" sz="6000" dirty="0" err="1" smtClean="0"/>
              <a:t>ēlayya</a:t>
            </a:r>
            <a:r>
              <a:rPr lang="en-US" sz="6000" dirty="0" smtClean="0"/>
              <a:t/>
            </a:r>
            <a:br>
              <a:rPr lang="en-US" sz="6000" dirty="0" smtClean="0"/>
            </a:br>
            <a:r>
              <a:rPr lang="en-US" sz="6000" dirty="0" err="1" smtClean="0"/>
              <a:t>ēlayya</a:t>
            </a:r>
            <a:r>
              <a:rPr lang="en-US" sz="6000" dirty="0" smtClean="0"/>
              <a:t> </a:t>
            </a:r>
            <a:r>
              <a:rPr lang="en-US" sz="6000" dirty="0" err="1" smtClean="0"/>
              <a:t>ēlayya</a:t>
            </a:r>
            <a:r>
              <a:rPr lang="en-US" sz="6000" dirty="0" smtClean="0"/>
              <a:t> taka </a:t>
            </a:r>
            <a:br>
              <a:rPr lang="en-US" sz="6000" dirty="0" smtClean="0"/>
            </a:br>
            <a:r>
              <a:rPr lang="en-US" sz="6000" dirty="0" err="1" smtClean="0"/>
              <a:t>ēlayya</a:t>
            </a:r>
            <a:r>
              <a:rPr lang="en-US" sz="6000" dirty="0" smtClean="0"/>
              <a:t> taka </a:t>
            </a:r>
            <a:r>
              <a:rPr lang="en-US" sz="6000" dirty="0" err="1" smtClean="0"/>
              <a:t>ēlayya</a:t>
            </a:r>
            <a:endParaRPr lang="en-US" sz="6000" dirty="0"/>
          </a:p>
        </p:txBody>
      </p:sp>
      <p:sp>
        <p:nvSpPr>
          <p:cNvPr id="3" name="Title 1"/>
          <p:cNvSpPr txBox="1">
            <a:spLocks/>
          </p:cNvSpPr>
          <p:nvPr/>
        </p:nvSpPr>
        <p:spPr>
          <a:xfrm>
            <a:off x="0" y="3429000"/>
            <a:ext cx="9144000" cy="3429000"/>
          </a:xfrm>
          <a:prstGeom prst="rect">
            <a:avLst/>
          </a:prstGeom>
        </p:spPr>
        <p:txBody>
          <a:bodyPr vert="horz" lIns="91440" tIns="45720" rIns="91440" bIns="45720" rtlCol="0" anchor="ctr">
            <a:noAutofit/>
          </a:bodyPr>
          <a:lstStyle/>
          <a:p>
            <a:pPr algn="ctr"/>
            <a:r>
              <a:rPr lang="en-US" sz="6000" dirty="0" smtClean="0">
                <a:solidFill>
                  <a:srgbClr val="FFFF00"/>
                </a:solidFill>
              </a:rPr>
              <a:t>A rhythmic chorus of joy</a:t>
            </a:r>
            <a:endParaRPr lang="en-US" sz="6000" dirty="0">
              <a:solidFill>
                <a:srgbClr val="FFFF00"/>
              </a:solidFill>
            </a:endParaRP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429000"/>
          </a:xfrm>
        </p:spPr>
        <p:txBody>
          <a:bodyPr>
            <a:noAutofit/>
          </a:bodyPr>
          <a:lstStyle/>
          <a:p>
            <a:r>
              <a:rPr lang="en-US" sz="4800" dirty="0" err="1" smtClean="0"/>
              <a:t>illammē</a:t>
            </a:r>
            <a:r>
              <a:rPr lang="en-US" sz="4800" dirty="0" smtClean="0"/>
              <a:t> </a:t>
            </a:r>
            <a:r>
              <a:rPr lang="en-US" sz="4800" dirty="0" err="1" smtClean="0"/>
              <a:t>veyilu</a:t>
            </a:r>
            <a:r>
              <a:rPr lang="en-US" sz="4800" dirty="0" smtClean="0"/>
              <a:t> </a:t>
            </a:r>
            <a:r>
              <a:rPr lang="en-US" sz="4800" dirty="0" err="1" smtClean="0"/>
              <a:t>kaṇḍālī</a:t>
            </a:r>
            <a:r>
              <a:rPr lang="en-US" sz="4800" dirty="0" smtClean="0"/>
              <a:t/>
            </a:r>
            <a:br>
              <a:rPr lang="en-US" sz="4800" dirty="0" smtClean="0"/>
            </a:br>
            <a:r>
              <a:rPr lang="en-US" sz="4800" dirty="0" err="1" smtClean="0"/>
              <a:t>kaṇṇanum</a:t>
            </a:r>
            <a:r>
              <a:rPr lang="en-US" sz="4800" dirty="0" smtClean="0"/>
              <a:t> </a:t>
            </a:r>
            <a:r>
              <a:rPr lang="en-US" sz="4800" dirty="0" err="1" smtClean="0"/>
              <a:t>telloru</a:t>
            </a:r>
            <a:r>
              <a:rPr lang="en-US" sz="4800" dirty="0" smtClean="0"/>
              <a:t> </a:t>
            </a:r>
            <a:r>
              <a:rPr lang="en-US" sz="4800" dirty="0" err="1" smtClean="0"/>
              <a:t>pēḍiyāṇē</a:t>
            </a:r>
            <a:r>
              <a:rPr lang="en-US" sz="4800" dirty="0" smtClean="0"/>
              <a:t/>
            </a:r>
            <a:br>
              <a:rPr lang="en-US" sz="4800" dirty="0" smtClean="0"/>
            </a:br>
            <a:r>
              <a:rPr lang="en-US" sz="4800" dirty="0" err="1" smtClean="0"/>
              <a:t>ammēḍe</a:t>
            </a:r>
            <a:r>
              <a:rPr lang="en-US" sz="4800" dirty="0" smtClean="0"/>
              <a:t> </a:t>
            </a:r>
            <a:r>
              <a:rPr lang="en-US" sz="4800" dirty="0" err="1" smtClean="0"/>
              <a:t>kaṇṇane</a:t>
            </a:r>
            <a:r>
              <a:rPr lang="en-US" sz="4800" dirty="0" smtClean="0"/>
              <a:t> </a:t>
            </a:r>
            <a:r>
              <a:rPr lang="en-US" sz="4800" dirty="0" err="1" smtClean="0"/>
              <a:t>ellārum</a:t>
            </a:r>
            <a:r>
              <a:rPr lang="en-US" sz="4800" dirty="0" smtClean="0"/>
              <a:t/>
            </a:r>
            <a:br>
              <a:rPr lang="en-US" sz="4800" dirty="0" smtClean="0"/>
            </a:br>
            <a:r>
              <a:rPr lang="en-US" sz="4800" dirty="0" err="1" smtClean="0"/>
              <a:t>kaṙumban</a:t>
            </a:r>
            <a:r>
              <a:rPr lang="en-US" sz="4800" dirty="0" smtClean="0"/>
              <a:t> </a:t>
            </a:r>
            <a:r>
              <a:rPr lang="en-US" sz="4800" dirty="0" err="1" smtClean="0"/>
              <a:t>ennum</a:t>
            </a:r>
            <a:r>
              <a:rPr lang="en-US" sz="4800" dirty="0" smtClean="0"/>
              <a:t> </a:t>
            </a:r>
            <a:r>
              <a:rPr lang="en-US" sz="4800" dirty="0" err="1" smtClean="0"/>
              <a:t>viḷikkunnuṇḍē</a:t>
            </a:r>
            <a:endParaRPr lang="en-US" sz="4800" dirty="0"/>
          </a:p>
        </p:txBody>
      </p:sp>
      <p:sp>
        <p:nvSpPr>
          <p:cNvPr id="3" name="Title 1"/>
          <p:cNvSpPr txBox="1">
            <a:spLocks/>
          </p:cNvSpPr>
          <p:nvPr/>
        </p:nvSpPr>
        <p:spPr>
          <a:xfrm>
            <a:off x="0" y="3429000"/>
            <a:ext cx="9144000" cy="3429000"/>
          </a:xfrm>
          <a:prstGeom prst="rect">
            <a:avLst/>
          </a:prstGeom>
        </p:spPr>
        <p:txBody>
          <a:bodyPr vert="horz" lIns="91440" tIns="45720" rIns="91440" bIns="45720" rtlCol="0" anchor="ctr">
            <a:noAutofit/>
          </a:bodyPr>
          <a:lstStyle/>
          <a:p>
            <a:pPr algn="ctr"/>
            <a:r>
              <a:rPr lang="en-US" sz="4800" dirty="0" smtClean="0">
                <a:solidFill>
                  <a:srgbClr val="FFFF00"/>
                </a:solidFill>
              </a:rPr>
              <a:t>“Mother,” he said, “even I feel a little afraid of the midday sun. After all, everyone calls your Krishna ‘the dark one…’”</a:t>
            </a: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4114800"/>
          </a:xfrm>
        </p:spPr>
        <p:txBody>
          <a:bodyPr>
            <a:noAutofit/>
          </a:bodyPr>
          <a:lstStyle/>
          <a:p>
            <a:r>
              <a:rPr lang="en-US" sz="6000" dirty="0" err="1" smtClean="0"/>
              <a:t>ēlayya</a:t>
            </a:r>
            <a:r>
              <a:rPr lang="en-US" sz="6000" dirty="0" smtClean="0"/>
              <a:t> </a:t>
            </a:r>
            <a:r>
              <a:rPr lang="en-US" sz="6000" dirty="0" err="1" smtClean="0"/>
              <a:t>ēlayya</a:t>
            </a:r>
            <a:r>
              <a:rPr lang="en-US" sz="6000" dirty="0" smtClean="0"/>
              <a:t> taka </a:t>
            </a:r>
            <a:br>
              <a:rPr lang="en-US" sz="6000" dirty="0" smtClean="0"/>
            </a:br>
            <a:r>
              <a:rPr lang="en-US" sz="6000" dirty="0" err="1" smtClean="0"/>
              <a:t>ēlayya</a:t>
            </a:r>
            <a:r>
              <a:rPr lang="en-US" sz="6000" dirty="0" smtClean="0"/>
              <a:t> taka </a:t>
            </a:r>
            <a:r>
              <a:rPr lang="en-US" sz="6000" dirty="0" err="1" smtClean="0"/>
              <a:t>ēlayya</a:t>
            </a:r>
            <a:r>
              <a:rPr lang="en-US" sz="6000" dirty="0" smtClean="0"/>
              <a:t/>
            </a:r>
            <a:br>
              <a:rPr lang="en-US" sz="6000" dirty="0" smtClean="0"/>
            </a:br>
            <a:r>
              <a:rPr lang="en-US" sz="6000" dirty="0" err="1" smtClean="0"/>
              <a:t>ēlayya</a:t>
            </a:r>
            <a:r>
              <a:rPr lang="en-US" sz="6000" dirty="0" smtClean="0"/>
              <a:t> </a:t>
            </a:r>
            <a:r>
              <a:rPr lang="en-US" sz="6000" dirty="0" err="1" smtClean="0"/>
              <a:t>ēlayya</a:t>
            </a:r>
            <a:r>
              <a:rPr lang="en-US" sz="6000" dirty="0" smtClean="0"/>
              <a:t> taka </a:t>
            </a:r>
            <a:br>
              <a:rPr lang="en-US" sz="6000" dirty="0" smtClean="0"/>
            </a:br>
            <a:r>
              <a:rPr lang="en-US" sz="6000" dirty="0" err="1" smtClean="0"/>
              <a:t>ēlayya</a:t>
            </a:r>
            <a:r>
              <a:rPr lang="en-US" sz="6000" dirty="0" smtClean="0"/>
              <a:t> taka </a:t>
            </a:r>
            <a:r>
              <a:rPr lang="en-US" sz="6000" dirty="0" err="1" smtClean="0"/>
              <a:t>ēlayya</a:t>
            </a:r>
            <a:endParaRPr lang="en-US" sz="6000" dirty="0"/>
          </a:p>
        </p:txBody>
      </p:sp>
      <p:sp>
        <p:nvSpPr>
          <p:cNvPr id="3" name="Title 1"/>
          <p:cNvSpPr txBox="1">
            <a:spLocks/>
          </p:cNvSpPr>
          <p:nvPr/>
        </p:nvSpPr>
        <p:spPr>
          <a:xfrm>
            <a:off x="0" y="3429000"/>
            <a:ext cx="9144000" cy="3429000"/>
          </a:xfrm>
          <a:prstGeom prst="rect">
            <a:avLst/>
          </a:prstGeom>
        </p:spPr>
        <p:txBody>
          <a:bodyPr vert="horz" lIns="91440" tIns="45720" rIns="91440" bIns="45720" rtlCol="0" anchor="ctr">
            <a:noAutofit/>
          </a:bodyPr>
          <a:lstStyle/>
          <a:p>
            <a:pPr algn="ctr"/>
            <a:r>
              <a:rPr lang="en-US" sz="6000" dirty="0" smtClean="0">
                <a:solidFill>
                  <a:srgbClr val="FFFF00"/>
                </a:solidFill>
              </a:rPr>
              <a:t>A rhythmic chorus of joy</a:t>
            </a:r>
            <a:endParaRPr lang="en-US" sz="6000" dirty="0">
              <a:solidFill>
                <a:srgbClr val="FFFF00"/>
              </a:solidFill>
            </a:endParaRP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429000"/>
          </a:xfrm>
        </p:spPr>
        <p:txBody>
          <a:bodyPr>
            <a:noAutofit/>
          </a:bodyPr>
          <a:lstStyle/>
          <a:p>
            <a:r>
              <a:rPr lang="en-US" sz="4800" dirty="0" err="1" smtClean="0"/>
              <a:t>uṇṇīḍe</a:t>
            </a:r>
            <a:r>
              <a:rPr lang="en-US" sz="4800" dirty="0" smtClean="0"/>
              <a:t> </a:t>
            </a:r>
            <a:r>
              <a:rPr lang="en-US" sz="4800" dirty="0" err="1" smtClean="0"/>
              <a:t>vāḍiya</a:t>
            </a:r>
            <a:r>
              <a:rPr lang="en-US" sz="4800" dirty="0" smtClean="0"/>
              <a:t> </a:t>
            </a:r>
            <a:r>
              <a:rPr lang="en-US" sz="4800" dirty="0" err="1" smtClean="0"/>
              <a:t>pūmukham</a:t>
            </a:r>
            <a:r>
              <a:rPr lang="en-US" sz="4800" dirty="0" smtClean="0"/>
              <a:t/>
            </a:r>
            <a:br>
              <a:rPr lang="en-US" sz="4800" dirty="0" smtClean="0"/>
            </a:br>
            <a:r>
              <a:rPr lang="en-US" sz="4800" dirty="0" err="1" smtClean="0"/>
              <a:t>tellaṅg-uyartti</a:t>
            </a:r>
            <a:r>
              <a:rPr lang="en-US" sz="4800" dirty="0" smtClean="0"/>
              <a:t> </a:t>
            </a:r>
            <a:r>
              <a:rPr lang="en-US" sz="4800" dirty="0" err="1" smtClean="0"/>
              <a:t>yaśōda</a:t>
            </a:r>
            <a:r>
              <a:rPr lang="en-US" sz="4800" dirty="0" smtClean="0"/>
              <a:t> </a:t>
            </a:r>
            <a:r>
              <a:rPr lang="en-US" sz="4800" dirty="0" err="1" smtClean="0"/>
              <a:t>melle</a:t>
            </a:r>
            <a:r>
              <a:rPr lang="en-US" sz="4800" dirty="0" smtClean="0"/>
              <a:t/>
            </a:r>
            <a:br>
              <a:rPr lang="en-US" sz="4800" dirty="0" smtClean="0"/>
            </a:br>
            <a:r>
              <a:rPr lang="en-US" sz="4800" dirty="0" err="1" smtClean="0"/>
              <a:t>ennuṇṇi</a:t>
            </a:r>
            <a:r>
              <a:rPr lang="en-US" sz="4800" dirty="0" smtClean="0"/>
              <a:t> </a:t>
            </a:r>
            <a:r>
              <a:rPr lang="en-US" sz="4800" dirty="0" err="1" smtClean="0"/>
              <a:t>kaṇṇande</a:t>
            </a:r>
            <a:r>
              <a:rPr lang="en-US" sz="4800" dirty="0" smtClean="0"/>
              <a:t> </a:t>
            </a:r>
            <a:r>
              <a:rPr lang="en-US" sz="4800" dirty="0" err="1" smtClean="0"/>
              <a:t>mēnikku</a:t>
            </a:r>
            <a:r>
              <a:rPr lang="en-US" sz="4800" dirty="0" smtClean="0"/>
              <a:t/>
            </a:r>
            <a:br>
              <a:rPr lang="en-US" sz="4800" dirty="0" smtClean="0"/>
            </a:br>
            <a:r>
              <a:rPr lang="en-US" sz="4800" dirty="0" err="1" smtClean="0"/>
              <a:t>pattaramāṫṫuḷḷa</a:t>
            </a:r>
            <a:r>
              <a:rPr lang="en-US" sz="4800" dirty="0" smtClean="0"/>
              <a:t> </a:t>
            </a:r>
            <a:r>
              <a:rPr lang="en-US" sz="4800" dirty="0" err="1" smtClean="0"/>
              <a:t>kāntiyāṇē</a:t>
            </a:r>
            <a:endParaRPr lang="en-US" sz="4800" dirty="0"/>
          </a:p>
        </p:txBody>
      </p:sp>
      <p:sp>
        <p:nvSpPr>
          <p:cNvPr id="3" name="Title 1"/>
          <p:cNvSpPr txBox="1">
            <a:spLocks/>
          </p:cNvSpPr>
          <p:nvPr/>
        </p:nvSpPr>
        <p:spPr>
          <a:xfrm>
            <a:off x="0" y="3429000"/>
            <a:ext cx="9144000" cy="3429000"/>
          </a:xfrm>
          <a:prstGeom prst="rect">
            <a:avLst/>
          </a:prstGeom>
        </p:spPr>
        <p:txBody>
          <a:bodyPr vert="horz" lIns="91440" tIns="45720" rIns="91440" bIns="45720" rtlCol="0" anchor="ctr">
            <a:noAutofit/>
          </a:bodyPr>
          <a:lstStyle/>
          <a:p>
            <a:pPr algn="ctr"/>
            <a:r>
              <a:rPr lang="en-US" sz="4400" dirty="0" err="1" smtClean="0">
                <a:solidFill>
                  <a:srgbClr val="FFFF00"/>
                </a:solidFill>
              </a:rPr>
              <a:t>Yashoda</a:t>
            </a:r>
            <a:r>
              <a:rPr lang="en-US" sz="4400" dirty="0" smtClean="0">
                <a:solidFill>
                  <a:srgbClr val="FFFF00"/>
                </a:solidFill>
              </a:rPr>
              <a:t> gently lifted her Krishna and gazed tenderly at his despondent face. “My child,” she said softly, “your body shines like molten gold. </a:t>
            </a: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4114800"/>
          </a:xfrm>
        </p:spPr>
        <p:txBody>
          <a:bodyPr>
            <a:noAutofit/>
          </a:bodyPr>
          <a:lstStyle/>
          <a:p>
            <a:r>
              <a:rPr lang="en-US" sz="6000" dirty="0" err="1" smtClean="0"/>
              <a:t>ēlayya</a:t>
            </a:r>
            <a:r>
              <a:rPr lang="en-US" sz="6000" dirty="0" smtClean="0"/>
              <a:t> </a:t>
            </a:r>
            <a:r>
              <a:rPr lang="en-US" sz="6000" dirty="0" err="1" smtClean="0"/>
              <a:t>ēlayya</a:t>
            </a:r>
            <a:r>
              <a:rPr lang="en-US" sz="6000" dirty="0" smtClean="0"/>
              <a:t> taka </a:t>
            </a:r>
            <a:br>
              <a:rPr lang="en-US" sz="6000" dirty="0" smtClean="0"/>
            </a:br>
            <a:r>
              <a:rPr lang="en-US" sz="6000" dirty="0" err="1" smtClean="0"/>
              <a:t>ēlayya</a:t>
            </a:r>
            <a:r>
              <a:rPr lang="en-US" sz="6000" dirty="0" smtClean="0"/>
              <a:t> taka </a:t>
            </a:r>
            <a:r>
              <a:rPr lang="en-US" sz="6000" dirty="0" err="1" smtClean="0"/>
              <a:t>ēlayya</a:t>
            </a:r>
            <a:r>
              <a:rPr lang="en-US" sz="6000" dirty="0" smtClean="0"/>
              <a:t/>
            </a:r>
            <a:br>
              <a:rPr lang="en-US" sz="6000" dirty="0" smtClean="0"/>
            </a:br>
            <a:r>
              <a:rPr lang="en-US" sz="6000" dirty="0" err="1" smtClean="0"/>
              <a:t>ēlayya</a:t>
            </a:r>
            <a:r>
              <a:rPr lang="en-US" sz="6000" dirty="0" smtClean="0"/>
              <a:t> </a:t>
            </a:r>
            <a:r>
              <a:rPr lang="en-US" sz="6000" dirty="0" err="1" smtClean="0"/>
              <a:t>ēlayya</a:t>
            </a:r>
            <a:r>
              <a:rPr lang="en-US" sz="6000" dirty="0" smtClean="0"/>
              <a:t> taka </a:t>
            </a:r>
            <a:br>
              <a:rPr lang="en-US" sz="6000" dirty="0" smtClean="0"/>
            </a:br>
            <a:r>
              <a:rPr lang="en-US" sz="6000" dirty="0" err="1" smtClean="0"/>
              <a:t>ēlayya</a:t>
            </a:r>
            <a:r>
              <a:rPr lang="en-US" sz="6000" dirty="0" smtClean="0"/>
              <a:t> taka </a:t>
            </a:r>
            <a:r>
              <a:rPr lang="en-US" sz="6000" dirty="0" err="1" smtClean="0"/>
              <a:t>ēlayya</a:t>
            </a:r>
            <a:endParaRPr lang="en-US" sz="6000" dirty="0"/>
          </a:p>
        </p:txBody>
      </p:sp>
      <p:sp>
        <p:nvSpPr>
          <p:cNvPr id="3" name="Title 1"/>
          <p:cNvSpPr txBox="1">
            <a:spLocks/>
          </p:cNvSpPr>
          <p:nvPr/>
        </p:nvSpPr>
        <p:spPr>
          <a:xfrm>
            <a:off x="0" y="3429000"/>
            <a:ext cx="9144000" cy="3429000"/>
          </a:xfrm>
          <a:prstGeom prst="rect">
            <a:avLst/>
          </a:prstGeom>
        </p:spPr>
        <p:txBody>
          <a:bodyPr vert="horz" lIns="91440" tIns="45720" rIns="91440" bIns="45720" rtlCol="0" anchor="ctr">
            <a:noAutofit/>
          </a:bodyPr>
          <a:lstStyle/>
          <a:p>
            <a:pPr algn="ctr"/>
            <a:r>
              <a:rPr lang="en-US" sz="6000" dirty="0" smtClean="0">
                <a:solidFill>
                  <a:srgbClr val="FFFF00"/>
                </a:solidFill>
              </a:rPr>
              <a:t>A rhythmic chorus of joy</a:t>
            </a:r>
            <a:endParaRPr lang="en-US" sz="6000" dirty="0">
              <a:solidFill>
                <a:srgbClr val="FFFF00"/>
              </a:solidFill>
            </a:endParaRP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429000"/>
          </a:xfrm>
        </p:spPr>
        <p:txBody>
          <a:bodyPr>
            <a:noAutofit/>
          </a:bodyPr>
          <a:lstStyle/>
          <a:p>
            <a:r>
              <a:rPr lang="en-US" sz="4800" dirty="0" err="1" smtClean="0"/>
              <a:t>tāmara</a:t>
            </a:r>
            <a:r>
              <a:rPr lang="en-US" sz="4800" dirty="0" smtClean="0"/>
              <a:t> </a:t>
            </a:r>
            <a:r>
              <a:rPr lang="en-US" sz="4800" dirty="0" err="1" smtClean="0"/>
              <a:t>itaḷin-okkum</a:t>
            </a:r>
            <a:r>
              <a:rPr lang="en-US" sz="4800" dirty="0" smtClean="0"/>
              <a:t/>
            </a:r>
            <a:br>
              <a:rPr lang="en-US" sz="4800" dirty="0" smtClean="0"/>
            </a:br>
            <a:r>
              <a:rPr lang="en-US" sz="4800" dirty="0" err="1" smtClean="0"/>
              <a:t>nīṇḍiḍam</a:t>
            </a:r>
            <a:r>
              <a:rPr lang="en-US" sz="4800" dirty="0" smtClean="0"/>
              <a:t> </a:t>
            </a:r>
            <a:r>
              <a:rPr lang="en-US" sz="4800" dirty="0" err="1" smtClean="0"/>
              <a:t>peṭṭa</a:t>
            </a:r>
            <a:r>
              <a:rPr lang="en-US" sz="4800" dirty="0" smtClean="0"/>
              <a:t> </a:t>
            </a:r>
            <a:r>
              <a:rPr lang="en-US" sz="4800" dirty="0" err="1" smtClean="0"/>
              <a:t>mizhi</a:t>
            </a:r>
            <a:r>
              <a:rPr lang="en-US" sz="4800" dirty="0" smtClean="0"/>
              <a:t> </a:t>
            </a:r>
            <a:r>
              <a:rPr lang="en-US" sz="4800" dirty="0" err="1" smtClean="0"/>
              <a:t>azhakum</a:t>
            </a:r>
            <a:r>
              <a:rPr lang="en-US" sz="4800" dirty="0" smtClean="0"/>
              <a:t/>
            </a:r>
            <a:br>
              <a:rPr lang="en-US" sz="4800" dirty="0" smtClean="0"/>
            </a:br>
            <a:r>
              <a:rPr lang="en-US" sz="4800" dirty="0" err="1" smtClean="0"/>
              <a:t>mullappū</a:t>
            </a:r>
            <a:r>
              <a:rPr lang="en-US" sz="4800" dirty="0" smtClean="0"/>
              <a:t> </a:t>
            </a:r>
            <a:r>
              <a:rPr lang="en-US" sz="4800" dirty="0" err="1" smtClean="0"/>
              <a:t>moṭṭine</a:t>
            </a:r>
            <a:r>
              <a:rPr lang="en-US" sz="4800" dirty="0" smtClean="0"/>
              <a:t> </a:t>
            </a:r>
            <a:r>
              <a:rPr lang="en-US" sz="4800" dirty="0" err="1" smtClean="0"/>
              <a:t>vellunna</a:t>
            </a:r>
            <a:r>
              <a:rPr lang="en-US" sz="4800" dirty="0" smtClean="0"/>
              <a:t/>
            </a:r>
            <a:br>
              <a:rPr lang="en-US" sz="4800" dirty="0" smtClean="0"/>
            </a:br>
            <a:r>
              <a:rPr lang="en-US" sz="4800" dirty="0" err="1" smtClean="0"/>
              <a:t>kānti</a:t>
            </a:r>
            <a:r>
              <a:rPr lang="en-US" sz="4800" dirty="0" smtClean="0"/>
              <a:t> </a:t>
            </a:r>
            <a:r>
              <a:rPr lang="en-US" sz="4800" dirty="0" err="1" smtClean="0"/>
              <a:t>ezhum</a:t>
            </a:r>
            <a:r>
              <a:rPr lang="en-US" sz="4800" dirty="0" smtClean="0"/>
              <a:t> </a:t>
            </a:r>
            <a:r>
              <a:rPr lang="en-US" sz="4800" dirty="0" err="1" smtClean="0"/>
              <a:t>naṙum</a:t>
            </a:r>
            <a:r>
              <a:rPr lang="en-US" sz="4800" dirty="0" smtClean="0"/>
              <a:t> </a:t>
            </a:r>
            <a:r>
              <a:rPr lang="en-US" sz="4800" dirty="0" err="1" smtClean="0"/>
              <a:t>puñciriyum</a:t>
            </a:r>
            <a:endParaRPr lang="en-US" sz="4800" dirty="0"/>
          </a:p>
        </p:txBody>
      </p:sp>
      <p:sp>
        <p:nvSpPr>
          <p:cNvPr id="3" name="Title 1"/>
          <p:cNvSpPr txBox="1">
            <a:spLocks/>
          </p:cNvSpPr>
          <p:nvPr/>
        </p:nvSpPr>
        <p:spPr>
          <a:xfrm>
            <a:off x="0" y="3429000"/>
            <a:ext cx="9144000" cy="3429000"/>
          </a:xfrm>
          <a:prstGeom prst="rect">
            <a:avLst/>
          </a:prstGeom>
        </p:spPr>
        <p:txBody>
          <a:bodyPr vert="horz" lIns="91440" tIns="45720" rIns="91440" bIns="45720" rtlCol="0" anchor="ctr">
            <a:noAutofit/>
          </a:bodyPr>
          <a:lstStyle/>
          <a:p>
            <a:pPr algn="ctr"/>
            <a:r>
              <a:rPr lang="en-US" sz="4400" dirty="0" smtClean="0">
                <a:solidFill>
                  <a:srgbClr val="FFFF00"/>
                </a:solidFill>
              </a:rPr>
              <a:t>Your eyes are long and lovely, like the petals of a blooming lotus, and when you smile, your teeth resemble fresh jasmine flowers.”</a:t>
            </a: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4114800"/>
          </a:xfrm>
        </p:spPr>
        <p:txBody>
          <a:bodyPr>
            <a:noAutofit/>
          </a:bodyPr>
          <a:lstStyle/>
          <a:p>
            <a:r>
              <a:rPr lang="en-US" sz="6000" dirty="0" err="1" smtClean="0"/>
              <a:t>ēlayya</a:t>
            </a:r>
            <a:r>
              <a:rPr lang="en-US" sz="6000" dirty="0" smtClean="0"/>
              <a:t> </a:t>
            </a:r>
            <a:r>
              <a:rPr lang="en-US" sz="6000" dirty="0" err="1" smtClean="0"/>
              <a:t>ēlayya</a:t>
            </a:r>
            <a:r>
              <a:rPr lang="en-US" sz="6000" dirty="0" smtClean="0"/>
              <a:t> taka </a:t>
            </a:r>
            <a:br>
              <a:rPr lang="en-US" sz="6000" dirty="0" smtClean="0"/>
            </a:br>
            <a:r>
              <a:rPr lang="en-US" sz="6000" dirty="0" err="1" smtClean="0"/>
              <a:t>ēlayya</a:t>
            </a:r>
            <a:r>
              <a:rPr lang="en-US" sz="6000" dirty="0" smtClean="0"/>
              <a:t> taka </a:t>
            </a:r>
            <a:r>
              <a:rPr lang="en-US" sz="6000" dirty="0" err="1" smtClean="0"/>
              <a:t>ēlayya</a:t>
            </a:r>
            <a:r>
              <a:rPr lang="en-US" sz="6000" dirty="0" smtClean="0"/>
              <a:t/>
            </a:r>
            <a:br>
              <a:rPr lang="en-US" sz="6000" dirty="0" smtClean="0"/>
            </a:br>
            <a:r>
              <a:rPr lang="en-US" sz="6000" dirty="0" err="1" smtClean="0"/>
              <a:t>ēlayya</a:t>
            </a:r>
            <a:r>
              <a:rPr lang="en-US" sz="6000" dirty="0" smtClean="0"/>
              <a:t> </a:t>
            </a:r>
            <a:r>
              <a:rPr lang="en-US" sz="6000" dirty="0" err="1" smtClean="0"/>
              <a:t>ēlayya</a:t>
            </a:r>
            <a:r>
              <a:rPr lang="en-US" sz="6000" dirty="0" smtClean="0"/>
              <a:t> taka </a:t>
            </a:r>
            <a:br>
              <a:rPr lang="en-US" sz="6000" dirty="0" smtClean="0"/>
            </a:br>
            <a:r>
              <a:rPr lang="en-US" sz="6000" dirty="0" err="1" smtClean="0"/>
              <a:t>ēlayya</a:t>
            </a:r>
            <a:r>
              <a:rPr lang="en-US" sz="6000" dirty="0" smtClean="0"/>
              <a:t> taka </a:t>
            </a:r>
            <a:r>
              <a:rPr lang="en-US" sz="6000" dirty="0" err="1" smtClean="0"/>
              <a:t>ēlayya</a:t>
            </a:r>
            <a:endParaRPr lang="en-US" sz="6000" dirty="0"/>
          </a:p>
        </p:txBody>
      </p:sp>
      <p:sp>
        <p:nvSpPr>
          <p:cNvPr id="3" name="Title 1"/>
          <p:cNvSpPr txBox="1">
            <a:spLocks/>
          </p:cNvSpPr>
          <p:nvPr/>
        </p:nvSpPr>
        <p:spPr>
          <a:xfrm>
            <a:off x="0" y="3429000"/>
            <a:ext cx="9144000" cy="3429000"/>
          </a:xfrm>
          <a:prstGeom prst="rect">
            <a:avLst/>
          </a:prstGeom>
        </p:spPr>
        <p:txBody>
          <a:bodyPr vert="horz" lIns="91440" tIns="45720" rIns="91440" bIns="45720" rtlCol="0" anchor="ctr">
            <a:noAutofit/>
          </a:bodyPr>
          <a:lstStyle/>
          <a:p>
            <a:pPr algn="ctr"/>
            <a:r>
              <a:rPr lang="en-US" sz="6000" dirty="0" smtClean="0">
                <a:solidFill>
                  <a:srgbClr val="FFFF00"/>
                </a:solidFill>
              </a:rPr>
              <a:t>A rhythmic chorus of joy</a:t>
            </a:r>
            <a:endParaRPr lang="en-US" sz="6000" dirty="0">
              <a:solidFill>
                <a:srgbClr val="FFFF00"/>
              </a:solidFill>
            </a:endParaRP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429000"/>
          </a:xfrm>
        </p:spPr>
        <p:txBody>
          <a:bodyPr>
            <a:noAutofit/>
          </a:bodyPr>
          <a:lstStyle/>
          <a:p>
            <a:r>
              <a:rPr lang="en-US" sz="4800" dirty="0" err="1" smtClean="0"/>
              <a:t>neṫṫiye</a:t>
            </a:r>
            <a:r>
              <a:rPr lang="en-US" sz="4800" dirty="0" smtClean="0"/>
              <a:t> </a:t>
            </a:r>
            <a:r>
              <a:rPr lang="en-US" sz="4800" dirty="0" err="1" smtClean="0"/>
              <a:t>śōbhanam</a:t>
            </a:r>
            <a:r>
              <a:rPr lang="en-US" sz="4800" dirty="0" smtClean="0"/>
              <a:t> </a:t>
            </a:r>
            <a:r>
              <a:rPr lang="en-US" sz="4800" dirty="0" err="1" smtClean="0"/>
              <a:t>ākkum</a:t>
            </a:r>
            <a:r>
              <a:rPr lang="en-US" sz="4800" dirty="0" smtClean="0"/>
              <a:t/>
            </a:r>
            <a:br>
              <a:rPr lang="en-US" sz="4800" dirty="0" smtClean="0"/>
            </a:br>
            <a:r>
              <a:rPr lang="en-US" sz="4800" dirty="0" err="1" smtClean="0"/>
              <a:t>karivaṇḍu</a:t>
            </a:r>
            <a:r>
              <a:rPr lang="en-US" sz="4800" dirty="0" smtClean="0"/>
              <a:t> </a:t>
            </a:r>
            <a:r>
              <a:rPr lang="en-US" sz="4800" dirty="0" err="1" smtClean="0"/>
              <a:t>pōluḷḷa</a:t>
            </a:r>
            <a:r>
              <a:rPr lang="en-US" sz="4800" dirty="0" smtClean="0"/>
              <a:t> </a:t>
            </a:r>
            <a:r>
              <a:rPr lang="en-US" sz="4800" dirty="0" err="1" smtClean="0"/>
              <a:t>aḷakaṅgaḷum</a:t>
            </a:r>
            <a:r>
              <a:rPr lang="en-US" sz="4800" dirty="0" smtClean="0"/>
              <a:t/>
            </a:r>
            <a:br>
              <a:rPr lang="en-US" sz="4800" dirty="0" smtClean="0"/>
            </a:br>
            <a:r>
              <a:rPr lang="en-US" sz="4800" dirty="0" err="1" smtClean="0"/>
              <a:t>ammaykku</a:t>
            </a:r>
            <a:r>
              <a:rPr lang="en-US" sz="4800" dirty="0" smtClean="0"/>
              <a:t> </a:t>
            </a:r>
            <a:r>
              <a:rPr lang="en-US" sz="4800" dirty="0" err="1" smtClean="0"/>
              <a:t>vātsalyam</a:t>
            </a:r>
            <a:r>
              <a:rPr lang="en-US" sz="4800" dirty="0" smtClean="0"/>
              <a:t> </a:t>
            </a:r>
            <a:r>
              <a:rPr lang="en-US" sz="4800" dirty="0" err="1" smtClean="0"/>
              <a:t>tōnnikkum</a:t>
            </a:r>
            <a:r>
              <a:rPr lang="en-US" sz="4800" dirty="0" smtClean="0"/>
              <a:t/>
            </a:r>
            <a:br>
              <a:rPr lang="en-US" sz="4800" dirty="0" smtClean="0"/>
            </a:br>
            <a:r>
              <a:rPr lang="en-US" sz="4800" dirty="0" err="1" smtClean="0"/>
              <a:t>kusṛtikkuṭṭan</a:t>
            </a:r>
            <a:r>
              <a:rPr lang="en-US" sz="4800" dirty="0" smtClean="0"/>
              <a:t> </a:t>
            </a:r>
            <a:r>
              <a:rPr lang="en-US" sz="4800" dirty="0" err="1" smtClean="0"/>
              <a:t>āṇende</a:t>
            </a:r>
            <a:r>
              <a:rPr lang="en-US" sz="4800" dirty="0" smtClean="0"/>
              <a:t> </a:t>
            </a:r>
            <a:r>
              <a:rPr lang="en-US" sz="4800" dirty="0" err="1" smtClean="0"/>
              <a:t>kaṇṇan</a:t>
            </a:r>
            <a:endParaRPr lang="en-US" sz="4800" dirty="0"/>
          </a:p>
        </p:txBody>
      </p:sp>
      <p:sp>
        <p:nvSpPr>
          <p:cNvPr id="3" name="Title 1"/>
          <p:cNvSpPr txBox="1">
            <a:spLocks/>
          </p:cNvSpPr>
          <p:nvPr/>
        </p:nvSpPr>
        <p:spPr>
          <a:xfrm>
            <a:off x="0" y="3429000"/>
            <a:ext cx="9144000" cy="3429000"/>
          </a:xfrm>
          <a:prstGeom prst="rect">
            <a:avLst/>
          </a:prstGeom>
        </p:spPr>
        <p:txBody>
          <a:bodyPr vert="horz" lIns="91440" tIns="45720" rIns="91440" bIns="45720" rtlCol="0" anchor="ctr">
            <a:noAutofit/>
          </a:bodyPr>
          <a:lstStyle/>
          <a:p>
            <a:pPr algn="ctr"/>
            <a:r>
              <a:rPr lang="en-US" sz="4400" dirty="0" smtClean="0">
                <a:solidFill>
                  <a:srgbClr val="FFFF00"/>
                </a:solidFill>
              </a:rPr>
              <a:t>“Dark curls decorate your brow like playful black bees in flight. My Krishna, your mischief only deepens my tenderness.</a:t>
            </a: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4114800"/>
          </a:xfrm>
        </p:spPr>
        <p:txBody>
          <a:bodyPr>
            <a:noAutofit/>
          </a:bodyPr>
          <a:lstStyle/>
          <a:p>
            <a:r>
              <a:rPr lang="en-US" sz="6000" dirty="0" err="1" smtClean="0"/>
              <a:t>ēlayya</a:t>
            </a:r>
            <a:r>
              <a:rPr lang="en-US" sz="6000" dirty="0" smtClean="0"/>
              <a:t> </a:t>
            </a:r>
            <a:r>
              <a:rPr lang="en-US" sz="6000" dirty="0" err="1" smtClean="0"/>
              <a:t>ēlayya</a:t>
            </a:r>
            <a:r>
              <a:rPr lang="en-US" sz="6000" dirty="0" smtClean="0"/>
              <a:t> taka </a:t>
            </a:r>
            <a:br>
              <a:rPr lang="en-US" sz="6000" dirty="0" smtClean="0"/>
            </a:br>
            <a:r>
              <a:rPr lang="en-US" sz="6000" dirty="0" err="1" smtClean="0"/>
              <a:t>ēlayya</a:t>
            </a:r>
            <a:r>
              <a:rPr lang="en-US" sz="6000" dirty="0" smtClean="0"/>
              <a:t> taka </a:t>
            </a:r>
            <a:r>
              <a:rPr lang="en-US" sz="6000" dirty="0" err="1" smtClean="0"/>
              <a:t>ēlayya</a:t>
            </a:r>
            <a:r>
              <a:rPr lang="en-US" sz="6000" dirty="0" smtClean="0"/>
              <a:t/>
            </a:r>
            <a:br>
              <a:rPr lang="en-US" sz="6000" dirty="0" smtClean="0"/>
            </a:br>
            <a:r>
              <a:rPr lang="en-US" sz="6000" dirty="0" err="1" smtClean="0"/>
              <a:t>ēlayya</a:t>
            </a:r>
            <a:r>
              <a:rPr lang="en-US" sz="6000" dirty="0" smtClean="0"/>
              <a:t> </a:t>
            </a:r>
            <a:r>
              <a:rPr lang="en-US" sz="6000" dirty="0" err="1" smtClean="0"/>
              <a:t>ēlayya</a:t>
            </a:r>
            <a:r>
              <a:rPr lang="en-US" sz="6000" dirty="0" smtClean="0"/>
              <a:t> taka </a:t>
            </a:r>
            <a:br>
              <a:rPr lang="en-US" sz="6000" dirty="0" smtClean="0"/>
            </a:br>
            <a:r>
              <a:rPr lang="en-US" sz="6000" dirty="0" err="1" smtClean="0"/>
              <a:t>ēlayya</a:t>
            </a:r>
            <a:r>
              <a:rPr lang="en-US" sz="6000" dirty="0" smtClean="0"/>
              <a:t> taka </a:t>
            </a:r>
            <a:r>
              <a:rPr lang="en-US" sz="6000" dirty="0" err="1" smtClean="0"/>
              <a:t>ēlayya</a:t>
            </a:r>
            <a:endParaRPr lang="en-US" sz="6000" dirty="0"/>
          </a:p>
        </p:txBody>
      </p:sp>
      <p:sp>
        <p:nvSpPr>
          <p:cNvPr id="3" name="Title 1"/>
          <p:cNvSpPr txBox="1">
            <a:spLocks/>
          </p:cNvSpPr>
          <p:nvPr/>
        </p:nvSpPr>
        <p:spPr>
          <a:xfrm>
            <a:off x="0" y="3429000"/>
            <a:ext cx="9144000" cy="3429000"/>
          </a:xfrm>
          <a:prstGeom prst="rect">
            <a:avLst/>
          </a:prstGeom>
        </p:spPr>
        <p:txBody>
          <a:bodyPr vert="horz" lIns="91440" tIns="45720" rIns="91440" bIns="45720" rtlCol="0" anchor="ctr">
            <a:noAutofit/>
          </a:bodyPr>
          <a:lstStyle/>
          <a:p>
            <a:pPr algn="ctr"/>
            <a:r>
              <a:rPr lang="en-US" sz="6000" dirty="0" smtClean="0">
                <a:solidFill>
                  <a:srgbClr val="FFFF00"/>
                </a:solidFill>
              </a:rPr>
              <a:t>A rhythmic chorus of joy</a:t>
            </a:r>
            <a:endParaRPr lang="en-US" sz="6000" dirty="0">
              <a:solidFill>
                <a:srgbClr val="FFFF00"/>
              </a:solidFill>
            </a:endParaRPr>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429000"/>
          </a:xfrm>
        </p:spPr>
        <p:txBody>
          <a:bodyPr>
            <a:noAutofit/>
          </a:bodyPr>
          <a:lstStyle/>
          <a:p>
            <a:r>
              <a:rPr lang="en-US" sz="4800" dirty="0" err="1" smtClean="0"/>
              <a:t>ennuṇṇī</a:t>
            </a:r>
            <a:r>
              <a:rPr lang="en-US" sz="4800" dirty="0" smtClean="0"/>
              <a:t> </a:t>
            </a:r>
            <a:r>
              <a:rPr lang="en-US" sz="4800" dirty="0" err="1" smtClean="0"/>
              <a:t>ponnuṇṇī</a:t>
            </a:r>
            <a:r>
              <a:rPr lang="en-US" sz="4800" dirty="0" smtClean="0"/>
              <a:t> </a:t>
            </a:r>
            <a:r>
              <a:rPr lang="en-US" sz="4800" dirty="0" err="1" smtClean="0"/>
              <a:t>nī</a:t>
            </a:r>
            <a:r>
              <a:rPr lang="en-US" sz="4800" dirty="0" smtClean="0"/>
              <a:t/>
            </a:r>
            <a:br>
              <a:rPr lang="en-US" sz="4800" dirty="0" smtClean="0"/>
            </a:br>
            <a:r>
              <a:rPr lang="en-US" sz="4800" dirty="0" err="1" smtClean="0"/>
              <a:t>ammēḍe</a:t>
            </a:r>
            <a:r>
              <a:rPr lang="en-US" sz="4800" dirty="0" smtClean="0"/>
              <a:t> </a:t>
            </a:r>
            <a:r>
              <a:rPr lang="en-US" sz="4800" dirty="0" err="1" smtClean="0"/>
              <a:t>kuṭṭikkuṙumban</a:t>
            </a:r>
            <a:r>
              <a:rPr lang="en-US" sz="4800" dirty="0" smtClean="0"/>
              <a:t> </a:t>
            </a:r>
            <a:r>
              <a:rPr lang="en-US" sz="4800" dirty="0" err="1" smtClean="0"/>
              <a:t>āṇē</a:t>
            </a:r>
            <a:r>
              <a:rPr lang="en-US" sz="4800" dirty="0" smtClean="0"/>
              <a:t/>
            </a:r>
            <a:br>
              <a:rPr lang="en-US" sz="4800" dirty="0" smtClean="0"/>
            </a:br>
            <a:r>
              <a:rPr lang="en-US" sz="4800" dirty="0" err="1" smtClean="0"/>
              <a:t>ennuṇṇī</a:t>
            </a:r>
            <a:r>
              <a:rPr lang="en-US" sz="4800" dirty="0" smtClean="0"/>
              <a:t> </a:t>
            </a:r>
            <a:r>
              <a:rPr lang="en-US" sz="4800" dirty="0" err="1" smtClean="0"/>
              <a:t>ponnuṇṇī</a:t>
            </a:r>
            <a:r>
              <a:rPr lang="en-US" sz="4800" dirty="0" smtClean="0"/>
              <a:t> </a:t>
            </a:r>
            <a:r>
              <a:rPr lang="en-US" sz="4800" dirty="0" err="1" smtClean="0"/>
              <a:t>nī</a:t>
            </a:r>
            <a:r>
              <a:rPr lang="en-US" sz="4800" dirty="0" smtClean="0"/>
              <a:t/>
            </a:r>
            <a:br>
              <a:rPr lang="en-US" sz="4800" dirty="0" smtClean="0"/>
            </a:br>
            <a:r>
              <a:rPr lang="en-US" sz="4800" dirty="0" err="1" smtClean="0"/>
              <a:t>ammēḍe</a:t>
            </a:r>
            <a:r>
              <a:rPr lang="en-US" sz="4800" dirty="0" smtClean="0"/>
              <a:t> </a:t>
            </a:r>
            <a:r>
              <a:rPr lang="en-US" sz="4800" dirty="0" err="1" smtClean="0"/>
              <a:t>taṅkattiḍambāṇē</a:t>
            </a:r>
            <a:endParaRPr lang="en-US" sz="4800" dirty="0"/>
          </a:p>
        </p:txBody>
      </p:sp>
      <p:sp>
        <p:nvSpPr>
          <p:cNvPr id="3" name="Title 1"/>
          <p:cNvSpPr txBox="1">
            <a:spLocks/>
          </p:cNvSpPr>
          <p:nvPr/>
        </p:nvSpPr>
        <p:spPr>
          <a:xfrm>
            <a:off x="0" y="3429000"/>
            <a:ext cx="9144000" cy="3429000"/>
          </a:xfrm>
          <a:prstGeom prst="rect">
            <a:avLst/>
          </a:prstGeom>
        </p:spPr>
        <p:txBody>
          <a:bodyPr vert="horz" lIns="91440" tIns="45720" rIns="91440" bIns="45720" rtlCol="0" anchor="ctr">
            <a:noAutofit/>
          </a:bodyPr>
          <a:lstStyle/>
          <a:p>
            <a:pPr algn="ctr"/>
            <a:r>
              <a:rPr lang="en-US" sz="4400" dirty="0" smtClean="0">
                <a:solidFill>
                  <a:srgbClr val="FFFF00"/>
                </a:solidFill>
              </a:rPr>
              <a:t>You are my very own child, my darling one—Mother’s little one, full of delightful mischief. You are my festive vision of the Divine, crafted in gold.”</a:t>
            </a: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4114800"/>
          </a:xfrm>
        </p:spPr>
        <p:txBody>
          <a:bodyPr>
            <a:noAutofit/>
          </a:bodyPr>
          <a:lstStyle/>
          <a:p>
            <a:r>
              <a:rPr lang="en-US" sz="6000" dirty="0" err="1" smtClean="0"/>
              <a:t>ēlayya</a:t>
            </a:r>
            <a:r>
              <a:rPr lang="en-US" sz="6000" dirty="0" smtClean="0"/>
              <a:t> </a:t>
            </a:r>
            <a:r>
              <a:rPr lang="en-US" sz="6000" dirty="0" err="1" smtClean="0"/>
              <a:t>ēlayya</a:t>
            </a:r>
            <a:r>
              <a:rPr lang="en-US" sz="6000" dirty="0" smtClean="0"/>
              <a:t> taka </a:t>
            </a:r>
            <a:br>
              <a:rPr lang="en-US" sz="6000" dirty="0" smtClean="0"/>
            </a:br>
            <a:r>
              <a:rPr lang="en-US" sz="6000" dirty="0" err="1" smtClean="0"/>
              <a:t>ēlayya</a:t>
            </a:r>
            <a:r>
              <a:rPr lang="en-US" sz="6000" dirty="0" smtClean="0"/>
              <a:t> taka </a:t>
            </a:r>
            <a:r>
              <a:rPr lang="en-US" sz="6000" dirty="0" err="1" smtClean="0"/>
              <a:t>ēlayya</a:t>
            </a:r>
            <a:r>
              <a:rPr lang="en-US" sz="6000" dirty="0" smtClean="0"/>
              <a:t/>
            </a:r>
            <a:br>
              <a:rPr lang="en-US" sz="6000" dirty="0" smtClean="0"/>
            </a:br>
            <a:r>
              <a:rPr lang="en-US" sz="6000" dirty="0" err="1" smtClean="0"/>
              <a:t>ēlayya</a:t>
            </a:r>
            <a:r>
              <a:rPr lang="en-US" sz="6000" dirty="0" smtClean="0"/>
              <a:t> </a:t>
            </a:r>
            <a:r>
              <a:rPr lang="en-US" sz="6000" dirty="0" err="1" smtClean="0"/>
              <a:t>ēlayya</a:t>
            </a:r>
            <a:r>
              <a:rPr lang="en-US" sz="6000" dirty="0" smtClean="0"/>
              <a:t> taka </a:t>
            </a:r>
            <a:br>
              <a:rPr lang="en-US" sz="6000" dirty="0" smtClean="0"/>
            </a:br>
            <a:r>
              <a:rPr lang="en-US" sz="6000" dirty="0" err="1" smtClean="0"/>
              <a:t>ēlayya</a:t>
            </a:r>
            <a:r>
              <a:rPr lang="en-US" sz="6000" dirty="0" smtClean="0"/>
              <a:t> taka </a:t>
            </a:r>
            <a:r>
              <a:rPr lang="en-US" sz="6000" dirty="0" err="1" smtClean="0"/>
              <a:t>ēlayya</a:t>
            </a:r>
            <a:endParaRPr lang="en-US" sz="6000" dirty="0"/>
          </a:p>
        </p:txBody>
      </p:sp>
      <p:sp>
        <p:nvSpPr>
          <p:cNvPr id="3" name="Title 1"/>
          <p:cNvSpPr txBox="1">
            <a:spLocks/>
          </p:cNvSpPr>
          <p:nvPr/>
        </p:nvSpPr>
        <p:spPr>
          <a:xfrm>
            <a:off x="0" y="3429000"/>
            <a:ext cx="9144000" cy="3429000"/>
          </a:xfrm>
          <a:prstGeom prst="rect">
            <a:avLst/>
          </a:prstGeom>
        </p:spPr>
        <p:txBody>
          <a:bodyPr vert="horz" lIns="91440" tIns="45720" rIns="91440" bIns="45720" rtlCol="0" anchor="ctr">
            <a:noAutofit/>
          </a:bodyPr>
          <a:lstStyle/>
          <a:p>
            <a:pPr algn="ctr"/>
            <a:r>
              <a:rPr lang="en-US" sz="6000" dirty="0" smtClean="0">
                <a:solidFill>
                  <a:srgbClr val="FFFF00"/>
                </a:solidFill>
              </a:rPr>
              <a:t>A rhythmic chorus of joy</a:t>
            </a:r>
            <a:endParaRPr lang="en-US" sz="6000" dirty="0">
              <a:solidFill>
                <a:srgbClr val="FFFF00"/>
              </a:solidFill>
            </a:endParaRPr>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2872</TotalTime>
  <Words>353</Words>
  <Application>Microsoft Office PowerPoint</Application>
  <PresentationFormat>On-screen Show (4:3)</PresentationFormat>
  <Paragraphs>55</Paragraphs>
  <Slides>18</Slides>
  <Notes>18</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ēlayya ēlayya taka </vt:lpstr>
      <vt:lpstr>ēlayya ēlayya taka  ēlayya taka ēlayya ēlayya ēlayya taka  ēlayya taka ēlayya</vt:lpstr>
      <vt:lpstr>pūntiṅkaḷ mānattudicca pōl enn-uṇṇikkaṇṇanō ēzhazhaku pūñcēla ñoṙiññ-uḍuttiṭṭu gōkkaḷe mēkkānāy gōpabālan</vt:lpstr>
      <vt:lpstr>ēlayya ēlayya taka  ēlayya taka ēlayya ēlayya ēlayya taka  ēlayya taka ēlayya</vt:lpstr>
      <vt:lpstr>kālikkōl-eḍutta nērattu amma yaśōda mozhiññu kaṇṇā ennuṇṇī ponnuṇṇī nī veyilattu vāḍi naḍakkarutē</vt:lpstr>
      <vt:lpstr>ēlayya ēlayya taka  ēlayya taka ēlayya ēlayya ēlayya taka  ēlayya taka ēlayya</vt:lpstr>
      <vt:lpstr>kaṇṇanō pāloḷi puñciri onnaṅg-eṙiññu koḍuttu cemme ammaye vāri puṇarnniṭṭu kaviḷil orumma koḍuttu melle</vt:lpstr>
      <vt:lpstr>ēlayya ēlayya taka  ēlayya taka ēlayya ēlayya ēlayya taka  ēlayya taka ēlayya</vt:lpstr>
      <vt:lpstr>illammē veyilu kaṇḍālī kaṇṇanum telloru pēḍiyāṇē ammēḍe kaṇṇane ellārum kaṙumban ennum viḷikkunnuṇḍē</vt:lpstr>
      <vt:lpstr>ēlayya ēlayya taka  ēlayya taka ēlayya ēlayya ēlayya taka  ēlayya taka ēlayya</vt:lpstr>
      <vt:lpstr>uṇṇīḍe vāḍiya pūmukham tellaṅg-uyartti yaśōda melle ennuṇṇi kaṇṇande mēnikku pattaramāṫṫuḷḷa kāntiyāṇē</vt:lpstr>
      <vt:lpstr>ēlayya ēlayya taka  ēlayya taka ēlayya ēlayya ēlayya taka  ēlayya taka ēlayya</vt:lpstr>
      <vt:lpstr>tāmara itaḷin-okkum nīṇḍiḍam peṭṭa mizhi azhakum mullappū moṭṭine vellunna kānti ezhum naṙum puñciriyum</vt:lpstr>
      <vt:lpstr>ēlayya ēlayya taka  ēlayya taka ēlayya ēlayya ēlayya taka  ēlayya taka ēlayya</vt:lpstr>
      <vt:lpstr>neṫṫiye śōbhanam ākkum karivaṇḍu pōluḷḷa aḷakaṅgaḷum ammaykku vātsalyam tōnnikkum kusṛtikkuṭṭan āṇende kaṇṇan</vt:lpstr>
      <vt:lpstr>ēlayya ēlayya taka  ēlayya taka ēlayya ēlayya ēlayya taka  ēlayya taka ēlayya</vt:lpstr>
      <vt:lpstr>ennuṇṇī ponnuṇṇī nī ammēḍe kuṭṭikkuṙumban āṇē ennuṇṇī ponnuṇṇī nī ammēḍe taṅkattiḍambāṇē</vt:lpstr>
      <vt:lpstr>ēlayya ēlayya taka  ēlayya taka ēlayya ēlayya ēlayya taka  ēlayya taka ēlayya</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Cars Blocking the way</dc:title>
  <dc:creator>amritam</dc:creator>
  <cp:lastModifiedBy>AMMA</cp:lastModifiedBy>
  <cp:revision>327</cp:revision>
  <dcterms:created xsi:type="dcterms:W3CDTF">2006-08-16T00:00:00Z</dcterms:created>
  <dcterms:modified xsi:type="dcterms:W3CDTF">2025-08-19T14:37:18Z</dcterms:modified>
</cp:coreProperties>
</file>