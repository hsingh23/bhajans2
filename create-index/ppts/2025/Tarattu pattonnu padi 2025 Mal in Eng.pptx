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1" r:id="rId9"/>
    <p:sldId id="262" r:id="rId10"/>
    <p:sldId id="267" r:id="rId11"/>
    <p:sldId id="263" r:id="rId12"/>
    <p:sldId id="264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C040C-AC37-4136-8533-24EA4B000982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9BA31-332F-4240-A0A2-61B3865249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uṇṇikkaṇṇan uṙaṅgiya nēram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Little Krishna drifted off to sleep, listening to Mother Yashoda’s lullaby.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veṇṇa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orukkānāy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yaśōda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kaṇṇande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cārattu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naḍannu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Quietly, she rose from beside her slumbering child and went away to churn butter.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uṇṇikkaṇṇan uṙaṅgiya nēram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Little Krishna drifted off to sleep, listening to Mother Yashoda’s lullaby.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tuṙann-onnu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nōkki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cuṫṫum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neṫṫi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cuḷiccu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gōpālan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 awoke, missing the warmth of her arms. He looked around, a faint furrow on his brow.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veṇṇayō ammaykk-innēṫṫam priyam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ennu ninacc-aṅgeṇiṫṫu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So, my mother loves churning butter more than she loves me?—the thought crossed his mind as he stood up from where he lay.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uṇṇikkaṇṇan uṙaṅgiya nēram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Little Krishna drifted off to sleep, listening to Mother Yashoda’s lullaby.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kālikaḷ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kūṭṭattil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etti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melle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tiriññ-onnu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nōkki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stepped outside and stood among his beloved cows. Slowly, he turned to look back toward his home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yaśōda viḷiccu ‘kaṇṇā!’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ādhiyāy ōḍi aṇaññu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—there he saw his mother, calling out, “Kanna!” She came running, anxious and full of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uṇṇikkaṇṇan uṙaṅgiya nēram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Little Krishna drifted off to sleep, listening to Mother Yashoda’s lullaby.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entē ninakku piṇakkam kaṇṇā?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ōmalkkurunnē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“Why are you upset with me, Kanna? Aren’t you Mother’s dearest darling?” she asked gently,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kaṇṇīru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kaṇḍa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yaśōda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puṇarnnu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seeing the tears welling up in his eyes. She lifted him into her arms and held him tenderly close.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tārāṭṭu-pāṭṭonnu pāḍi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uṇṇikkaṇṇan uṙaṅgiya nēram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Little Krishna drifted off to sleep, listening to Mother Yashoda’s lullaby.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tārāṭṭu-pāṭṭonnu pāḍi</vt:lpstr>
      <vt:lpstr>tārāṭṭu-pāṭṭonnu pāḍi uṇṇikkaṇṇan uṙaṅgiya nēram</vt:lpstr>
      <vt:lpstr>veṇṇa orukkānāy  amma yaśōda kaṇṇande cārattu  ninnu naḍannu</vt:lpstr>
      <vt:lpstr>tārāṭṭu-pāṭṭonnu pāḍi uṇṇikkaṇṇan uṙaṅgiya nēram</vt:lpstr>
      <vt:lpstr>kaṇṇu tuṙann-onnu  nōkki cuṫṫum neṫṫi cuḷiccu gōpālan</vt:lpstr>
      <vt:lpstr>veṇṇayō ammaykk-innēṫṫam priyam ennu ninacc-aṅgeṇiṫṫu</vt:lpstr>
      <vt:lpstr>tārāṭṭu-pāṭṭonnu pāḍi uṇṇikkaṇṇan uṙaṅgiya nēram</vt:lpstr>
      <vt:lpstr>kālikaḷ kūṭṭattil  etti kaṇṇan melle tiriññ-onnu nōkki</vt:lpstr>
      <vt:lpstr>amma yaśōda viḷiccu ‘kaṇṇā!’ ādhiyāy ōḍi aṇaññu</vt:lpstr>
      <vt:lpstr>tārāṭṭu-pāṭṭonnu pāḍi uṇṇikkaṇṇan uṙaṅgiya nēram</vt:lpstr>
      <vt:lpstr>entē ninakku piṇakkam kaṇṇā? amma tan ōmalkkurunnē</vt:lpstr>
      <vt:lpstr>kaṇṇande kaṇṇīru  kaṇḍa yaśōda kaṇṇane vāri puṇarnnu</vt:lpstr>
      <vt:lpstr>tārāṭṭu-pāṭṭonnu pāḍi uṇṇikkaṇṇan uṙaṅgiya nēram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tārāṭṭu-pāṭṭonnu pāḍi</dc:title>
  <dc:creator>Amrita</dc:creator>
  <cp:lastModifiedBy>AMMA</cp:lastModifiedBy>
  <cp:revision>3</cp:revision>
  <dcterms:created xsi:type="dcterms:W3CDTF">2025-07-07T15:45:58Z</dcterms:created>
  <dcterms:modified xsi:type="dcterms:W3CDTF">2025-08-31T14:41:12Z</dcterms:modified>
</cp:coreProperties>
</file>