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469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7606C-ADCD-4597-B67A-608353F9D157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F90E-EB2B-4D43-B145-1F5C84D900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7606C-ADCD-4597-B67A-608353F9D157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F90E-EB2B-4D43-B145-1F5C84D900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7606C-ADCD-4597-B67A-608353F9D157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F90E-EB2B-4D43-B145-1F5C84D900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7606C-ADCD-4597-B67A-608353F9D157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F90E-EB2B-4D43-B145-1F5C84D900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7606C-ADCD-4597-B67A-608353F9D157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F90E-EB2B-4D43-B145-1F5C84D900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7606C-ADCD-4597-B67A-608353F9D157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F90E-EB2B-4D43-B145-1F5C84D900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7606C-ADCD-4597-B67A-608353F9D157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F90E-EB2B-4D43-B145-1F5C84D900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7606C-ADCD-4597-B67A-608353F9D157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F90E-EB2B-4D43-B145-1F5C84D900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7606C-ADCD-4597-B67A-608353F9D157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F90E-EB2B-4D43-B145-1F5C84D900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7606C-ADCD-4597-B67A-608353F9D157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F90E-EB2B-4D43-B145-1F5C84D900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7606C-ADCD-4597-B67A-608353F9D157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F90E-EB2B-4D43-B145-1F5C84D900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97606C-ADCD-4597-B67A-608353F9D157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6F90E-EB2B-4D43-B145-1F5C84D9005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śaravaṇabhava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śaravaṇabhava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śaravaṇabhava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dirty="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IN" sz="5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56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śaravaṇabhava śaravaṇabhava śaravaṇabhava ṣaṇmukhā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āṇḍavanē aṙumukhanē vaḷḷi maṇavāḷanē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Lord Saravana, Shanmugha—the six-faced one, beloved husband of Valli...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śaṅkarikkum śivanumāy oru kuññu vēlavanuṇḍē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kuññu vēlavan kuññu vēlum koṇḍōḍi naḍakkaṇa nēram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dirty="0" smtClean="0">
                <a:solidFill>
                  <a:srgbClr val="FFFF00"/>
                </a:solidFill>
                <a:latin typeface="Calibri"/>
              </a:rPr>
              <a:t>Shiva and </a:t>
            </a:r>
            <a:r>
              <a:rPr lang="en-US" sz="5600" dirty="0" err="1" smtClean="0">
                <a:solidFill>
                  <a:srgbClr val="FFFF00"/>
                </a:solidFill>
                <a:latin typeface="Calibri"/>
              </a:rPr>
              <a:t>Parvati</a:t>
            </a:r>
            <a:r>
              <a:rPr lang="en-US" sz="5600" dirty="0" smtClean="0">
                <a:solidFill>
                  <a:srgbClr val="FFFF00"/>
                </a:solidFill>
                <a:latin typeface="Calibri"/>
              </a:rPr>
              <a:t> had a child, Vela—Lord </a:t>
            </a:r>
            <a:r>
              <a:rPr lang="en-US" sz="5600" dirty="0" err="1" smtClean="0">
                <a:solidFill>
                  <a:srgbClr val="FFFF00"/>
                </a:solidFill>
                <a:latin typeface="Calibri"/>
              </a:rPr>
              <a:t>Subramania</a:t>
            </a:r>
            <a:r>
              <a:rPr lang="en-US" sz="5600" dirty="0" smtClean="0">
                <a:solidFill>
                  <a:srgbClr val="FFFF00"/>
                </a:solidFill>
                <a:latin typeface="Calibri"/>
              </a:rPr>
              <a:t>—running about with his little spear,</a:t>
            </a:r>
            <a:endParaRPr lang="en-US" sz="56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ēṭṭanāya gaṇapatiyumāy matsarikkaṇa nēram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kuññumayil ēṙi vēlavan ulaku cuṫṫaṇa kaṇḍō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200" smtClean="0">
                <a:solidFill>
                  <a:srgbClr val="FFFF00"/>
                </a:solidFill>
                <a:latin typeface="Calibri"/>
              </a:rPr>
              <a:t>competing with his elder brother, Ganapathi. Did you see him soar on his youthful peacock, racing off to circle the world?</a:t>
            </a:r>
            <a:endParaRPr lang="en-US" sz="5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matsarattil tōṫṫu pōyi piṇaṅgi pōkaṇa vēlan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paḷaniyil pōy maunam ārnnu kuḍiyirikkaṇa nēram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He lost the competition and went off in a sulk, climbing the Palani hills, where he remained in silence.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ammayum punar-acchanum ōti tiriye varika uṇṇī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ini orikkalum tirike varikayilla ennu vēlan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His mother, and then his father, called out, “Come back, my son!” But Velan replied, “I will never, ever return.”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vēlavande vākku kēṭṭu paśupatiyum umayum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anugrahiccu vēlavane paḷani āṇḍavan ākki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Hearing his words, Uma and Pashupathi blessed him and made him lord of the Palani mountain.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dēva-sainyādhipanāy śakti vaṭivēlan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vaḷḷi maṇavāḷanāy śakti kārttikēyan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400" smtClean="0">
                <a:solidFill>
                  <a:srgbClr val="FFFF00"/>
                </a:solidFill>
                <a:latin typeface="Calibri"/>
              </a:rPr>
              <a:t>The mighty Velan became the commander of the gods and the husband of Valli. He is known as Karthikeya, the most powerful.</a:t>
            </a:r>
            <a:endParaRPr lang="en-US" sz="5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dēvayāniye variccu śaṅkara-tanayan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tārakane nigrahiccu śakti vaṭivēlan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 son of Shiva married Devayani. The mighty Vela slew the asura Taraka.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bhaktajana-rakṣakanāy sundara-vaṭivēlan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pālkkāvaḍi bhasmakkāvaḍi nērcca nērnnu bhaktar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The beautiful Velan became the protector of his devotees, who surrender their burdens at his feet, offering Kavadis of milk and sacred ash.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230</Words>
  <Application>Microsoft Office PowerPoint</Application>
  <PresentationFormat>On-screen Show (4:3)</PresentationFormat>
  <Paragraphs>21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śaravaṇabhava śaravaṇabhava śaravaṇabhava</vt:lpstr>
      <vt:lpstr>śaravaṇabhava śaravaṇabhava śaravaṇabhava ṣaṇmukhā āṇḍavanē aṙumukhanē vaḷḷi maṇavāḷanē</vt:lpstr>
      <vt:lpstr>śaṅkarikkum śivanumāy oru kuññu vēlavanuṇḍē kuññu vēlavan kuññu vēlum koṇḍōḍi naḍakkaṇa nēram</vt:lpstr>
      <vt:lpstr>ēṭṭanāya gaṇapatiyumāy matsarikkaṇa nēram kuññumayil ēṙi vēlavan ulaku cuṫṫaṇa kaṇḍō</vt:lpstr>
      <vt:lpstr>matsarattil tōṫṫu pōyi piṇaṅgi pōkaṇa vēlan paḷaniyil pōy maunam ārnnu kuḍiyirikkaṇa nēram</vt:lpstr>
      <vt:lpstr>ammayum punar-acchanum ōti tiriye varika uṇṇī ini orikkalum tirike varikayilla ennu vēlan</vt:lpstr>
      <vt:lpstr>vēlavande vākku kēṭṭu paśupatiyum umayum  anugrahiccu vēlavane paḷani āṇḍavan ākki</vt:lpstr>
      <vt:lpstr>dēva-sainyādhipanāy śakti vaṭivēlan vaḷḷi maṇavāḷanāy śakti kārttikēyan</vt:lpstr>
      <vt:lpstr>dēvayāniye variccu śaṅkara-tanayan tārakane nigrahiccu śakti vaṭivēlan</vt:lpstr>
      <vt:lpstr>bhaktajana-rakṣakanāy sundara-vaṭivēlan pālkkāvaḍi bhasmakkāvaḍi nērcca nērnnu bhaktar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śaravaṇabhava śaravaṇabhava śaravaṇabhava ṣaṇmukhā āṇḍavanē aṙumukhanē vaḷḷi maṇavāḷanē</dc:title>
  <dc:creator>Amrita</dc:creator>
  <cp:lastModifiedBy>AMMA</cp:lastModifiedBy>
  <cp:revision>2</cp:revision>
  <dcterms:created xsi:type="dcterms:W3CDTF">2025-06-02T11:28:18Z</dcterms:created>
  <dcterms:modified xsi:type="dcterms:W3CDTF">2025-10-26T21:53:34Z</dcterms:modified>
</cp:coreProperties>
</file>