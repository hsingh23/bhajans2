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2207-4019-4554-BE0E-E36690E4B5E0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DD246-11E5-4BC2-B75E-5F60DFA032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2207-4019-4554-BE0E-E36690E4B5E0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DD246-11E5-4BC2-B75E-5F60DFA032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2207-4019-4554-BE0E-E36690E4B5E0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DD246-11E5-4BC2-B75E-5F60DFA032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2207-4019-4554-BE0E-E36690E4B5E0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DD246-11E5-4BC2-B75E-5F60DFA032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2207-4019-4554-BE0E-E36690E4B5E0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DD246-11E5-4BC2-B75E-5F60DFA032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2207-4019-4554-BE0E-E36690E4B5E0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DD246-11E5-4BC2-B75E-5F60DFA032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2207-4019-4554-BE0E-E36690E4B5E0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DD246-11E5-4BC2-B75E-5F60DFA032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2207-4019-4554-BE0E-E36690E4B5E0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DD246-11E5-4BC2-B75E-5F60DFA032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2207-4019-4554-BE0E-E36690E4B5E0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DD246-11E5-4BC2-B75E-5F60DFA032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2207-4019-4554-BE0E-E36690E4B5E0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DD246-11E5-4BC2-B75E-5F60DFA032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812207-4019-4554-BE0E-E36690E4B5E0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7DD246-11E5-4BC2-B75E-5F60DFA0322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12207-4019-4554-BE0E-E36690E4B5E0}" type="datetimeFigureOut">
              <a:rPr lang="en-US" smtClean="0"/>
              <a:t>6/28/2025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7DD246-11E5-4BC2-B75E-5F60DFA0322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cāriḍāṙilla ñān ennaka vātil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cāriḍāṙilla ñān ennaka vātil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āśayōḍ-ennum nin āgamattināy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I do not close the doors of my heart—each day, I wait in longing for your arrival.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000" smtClean="0">
                <a:solidFill>
                  <a:srgbClr val="FFFFFF"/>
                </a:solidFill>
                <a:latin typeface="Calibri"/>
              </a:rPr>
              <a:t>āmōdamōḍ-en manavīṇā-tantrikaḷ</a:t>
            </a:r>
            <a:br>
              <a:rPr lang="en-US" sz="5000" smtClean="0">
                <a:solidFill>
                  <a:srgbClr val="FFFFFF"/>
                </a:solidFill>
                <a:latin typeface="Calibri"/>
              </a:rPr>
            </a:br>
            <a:r>
              <a:rPr lang="en-US" sz="5000" smtClean="0">
                <a:solidFill>
                  <a:srgbClr val="FFFFFF"/>
                </a:solidFill>
                <a:latin typeface="Calibri"/>
              </a:rPr>
              <a:t>ānanda-rāgam utirkkukayāy vīṇḍum</a:t>
            </a:r>
            <a:br>
              <a:rPr lang="en-US" sz="5000" smtClean="0">
                <a:solidFill>
                  <a:srgbClr val="FFFFFF"/>
                </a:solidFill>
                <a:latin typeface="Calibri"/>
              </a:rPr>
            </a:br>
            <a:r>
              <a:rPr lang="en-US" sz="5000" smtClean="0">
                <a:solidFill>
                  <a:srgbClr val="FFFFFF"/>
                </a:solidFill>
                <a:latin typeface="Calibri"/>
              </a:rPr>
              <a:t>prēmāśru-gānam pozhikkukayāyi</a:t>
            </a:r>
            <a:endParaRPr lang="en-US" sz="5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veena of my mind plays joyful melodies, overflowing with songs of love and yearning.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ennile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enna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bhāvam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akannu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pōyi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kāṇunnat-ennu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ñān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ā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mātṛ-caitanyam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will this ego dissolve? When will I behold the pure consciousness of the Mother within?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ennuḷḷil ēṙi nī vannu teḷikkumō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sarvacarācara-sīmayaṫṫā bōdham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Will you come and dwell in my heart, filling me with the awareness that sees no separation among beings?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ānanda-nṛttam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caviṭṭi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nī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en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hṛttil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aṙivinde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advaita-prabha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parattīḍumō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Will you dance in bliss within me, radiating the light of non-dual knowledge?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sapta-varṇṇaṅgaḷe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onnākki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māṫṫunna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prēma-prapañcattil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ātmabhāvam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100" smtClean="0">
                <a:solidFill>
                  <a:srgbClr val="FFFF00"/>
                </a:solidFill>
                <a:latin typeface="Calibri"/>
              </a:rPr>
              <a:t>You are the true Self of this universe of love, transforming the seven hues of the rainbow into the brilliance of pure white light.</a:t>
            </a:r>
            <a:endParaRPr lang="en-US" sz="5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harita-varṇṇābhamām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prakṛti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tannuḷḷil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ninn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-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uyarunn-itamma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tan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praṇava-dhvani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Mother’s Omkara echoes from within Nature decked in countless shades of green.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ōrō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aṇuvilum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teḷiyunn-itamma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tan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paramārtha-tatvatin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nityabhāvam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In every atom, your eternal essence shines forth revealing you as the Supreme Reality that pervades all.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175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cāriḍāṙilla ñān ennaka vātil</vt:lpstr>
      <vt:lpstr>cāriḍāṙilla ñān ennaka vātil āśayōḍ-ennum nin āgamattināy</vt:lpstr>
      <vt:lpstr>āmōdamōḍ-en manavīṇā-tantrikaḷ ānanda-rāgam utirkkukayāy vīṇḍum prēmāśru-gānam pozhikkukayāyi</vt:lpstr>
      <vt:lpstr>ennile ñān enna bhāvam akannu pōyi kāṇunnat-ennu ñān  ā mātṛ-caitanyam</vt:lpstr>
      <vt:lpstr>ennuḷḷil ēṙi nī vannu teḷikkumō sarvacarācara-sīmayaṫṫā bōdham</vt:lpstr>
      <vt:lpstr>ānanda-nṛttam  caviṭṭi nī en hṛttil aṙivinde advaita-prabha parattīḍumō</vt:lpstr>
      <vt:lpstr>sapta-varṇṇaṅgaḷe  onnākki māṫṫunna prēma-prapañcattil ātmabhāvam</vt:lpstr>
      <vt:lpstr>harita-varṇṇābhamām  prakṛti tannuḷḷil ninn- uyarunn-itamma tan  praṇava-dhvani</vt:lpstr>
      <vt:lpstr>ōrō aṇuvilum  teḷiyunn-itamma tan paramārtha-tatvatin nityabhāvam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cāriḍāṙilla ñān ennaka vātil</dc:title>
  <dc:creator>Amrita</dc:creator>
  <cp:lastModifiedBy>Amrita</cp:lastModifiedBy>
  <cp:revision>1</cp:revision>
  <dcterms:created xsi:type="dcterms:W3CDTF">2025-06-28T10:54:19Z</dcterms:created>
  <dcterms:modified xsi:type="dcterms:W3CDTF">2025-06-28T10:56:33Z</dcterms:modified>
</cp:coreProperties>
</file>