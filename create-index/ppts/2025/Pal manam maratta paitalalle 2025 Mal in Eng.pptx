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7" r:id="rId2"/>
    <p:sldId id="291" r:id="rId3"/>
    <p:sldId id="290" r:id="rId4"/>
    <p:sldId id="288" r:id="rId5"/>
    <p:sldId id="292" r:id="rId6"/>
    <p:sldId id="289" r:id="rId7"/>
    <p:sldId id="29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pālmaṇam</a:t>
            </a:r>
            <a:r>
              <a:rPr lang="en-US" sz="6600" dirty="0" smtClean="0"/>
              <a:t> </a:t>
            </a:r>
            <a:r>
              <a:rPr lang="en-US" sz="6600" dirty="0" err="1" smtClean="0"/>
              <a:t>māṙātta</a:t>
            </a:r>
            <a:r>
              <a:rPr lang="en-US" sz="6600" dirty="0" smtClean="0"/>
              <a:t> </a:t>
            </a:r>
            <a:r>
              <a:rPr lang="en-US" sz="6600" dirty="0" err="1" smtClean="0"/>
              <a:t>paital</a:t>
            </a:r>
            <a:r>
              <a:rPr lang="en-US" sz="6600" dirty="0" smtClean="0"/>
              <a:t> </a:t>
            </a:r>
            <a:r>
              <a:rPr lang="en-US" sz="6600" dirty="0" err="1" smtClean="0"/>
              <a:t>allē</a:t>
            </a:r>
            <a:r>
              <a:rPr lang="en-US" sz="6600" dirty="0" smtClean="0"/>
              <a:t> </a:t>
            </a:r>
            <a:r>
              <a:rPr lang="en-US" sz="6600" dirty="0" err="1" smtClean="0"/>
              <a:t>ammē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dirty="0" smtClean="0">
                <a:solidFill>
                  <a:srgbClr val="FFFF00"/>
                </a:solidFill>
              </a:rPr>
              <a:t>(Malayalam)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pālmaṇam</a:t>
            </a:r>
            <a:r>
              <a:rPr lang="en-US" sz="6000" dirty="0" smtClean="0"/>
              <a:t> </a:t>
            </a:r>
            <a:r>
              <a:rPr lang="en-US" sz="6000" dirty="0" err="1" smtClean="0"/>
              <a:t>māṙātta</a:t>
            </a:r>
            <a:r>
              <a:rPr lang="en-US" sz="6000" dirty="0" smtClean="0"/>
              <a:t> </a:t>
            </a:r>
            <a:r>
              <a:rPr lang="en-US" sz="6000" dirty="0" err="1" smtClean="0"/>
              <a:t>paital</a:t>
            </a:r>
            <a:r>
              <a:rPr lang="en-US" sz="6000" dirty="0" smtClean="0"/>
              <a:t> </a:t>
            </a:r>
            <a:r>
              <a:rPr lang="en-US" sz="6000" dirty="0" err="1" smtClean="0"/>
              <a:t>allē</a:t>
            </a:r>
            <a:r>
              <a:rPr lang="en-US" sz="6000" dirty="0" smtClean="0"/>
              <a:t> </a:t>
            </a:r>
            <a:r>
              <a:rPr lang="en-US" sz="6000" dirty="0" err="1" smtClean="0"/>
              <a:t>ammē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pēlava</a:t>
            </a:r>
            <a:r>
              <a:rPr lang="en-US" sz="6000" dirty="0" smtClean="0"/>
              <a:t> </a:t>
            </a:r>
            <a:r>
              <a:rPr lang="en-US" sz="6000" dirty="0" err="1" smtClean="0"/>
              <a:t>kaikaḷāl</a:t>
            </a:r>
            <a:r>
              <a:rPr lang="en-US" sz="6000" dirty="0" smtClean="0"/>
              <a:t> </a:t>
            </a:r>
            <a:r>
              <a:rPr lang="en-US" sz="6000" dirty="0" err="1" smtClean="0"/>
              <a:t>onn-eḍukkū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O Mother, am I not but a small infant? Will you not gather me into your soft arms,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jñānappāl</a:t>
            </a:r>
            <a:r>
              <a:rPr lang="en-US" sz="6000" dirty="0" smtClean="0"/>
              <a:t> </a:t>
            </a:r>
            <a:r>
              <a:rPr lang="en-US" sz="6000" dirty="0" err="1" smtClean="0"/>
              <a:t>ūṭṭi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pālikkaṇē</a:t>
            </a:r>
            <a:r>
              <a:rPr lang="en-US" sz="6000" dirty="0" smtClean="0"/>
              <a:t> </a:t>
            </a:r>
            <a:r>
              <a:rPr lang="en-US" sz="6000" dirty="0" err="1" smtClean="0"/>
              <a:t>cemmē</a:t>
            </a:r>
            <a:r>
              <a:rPr lang="en-US" sz="6000" dirty="0" smtClean="0"/>
              <a:t> - </a:t>
            </a:r>
            <a:r>
              <a:rPr lang="en-US" sz="6000" dirty="0" err="1" smtClean="0"/>
              <a:t>jñānattāl</a:t>
            </a:r>
            <a:r>
              <a:rPr lang="en-US" sz="6000" dirty="0" smtClean="0"/>
              <a:t> </a:t>
            </a:r>
            <a:r>
              <a:rPr lang="en-US" sz="6000" dirty="0" err="1" smtClean="0"/>
              <a:t>uttama</a:t>
            </a:r>
            <a:r>
              <a:rPr lang="en-US" sz="6000" dirty="0" smtClean="0"/>
              <a:t> </a:t>
            </a:r>
            <a:r>
              <a:rPr lang="en-US" sz="6000" dirty="0" err="1" smtClean="0"/>
              <a:t>putran</a:t>
            </a:r>
            <a:r>
              <a:rPr lang="en-US" sz="6000" dirty="0" smtClean="0"/>
              <a:t> </a:t>
            </a:r>
            <a:r>
              <a:rPr lang="en-US" sz="6000" dirty="0" err="1" smtClean="0"/>
              <a:t>ākkū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feed </a:t>
            </a:r>
            <a:r>
              <a:rPr lang="en-US" sz="5400" dirty="0" smtClean="0">
                <a:solidFill>
                  <a:srgbClr val="FFFF00"/>
                </a:solidFill>
              </a:rPr>
              <a:t>me the milk of wisdom, and protect me? Grant me knowledge and make me your worthy son.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entin-ennō</a:t>
            </a:r>
            <a:r>
              <a:rPr lang="en-US" sz="6600" dirty="0" smtClean="0"/>
              <a:t> </a:t>
            </a:r>
            <a:r>
              <a:rPr lang="en-US" sz="6600" dirty="0" err="1" smtClean="0"/>
              <a:t>vyatha</a:t>
            </a:r>
            <a:r>
              <a:rPr lang="en-US" sz="6600" dirty="0" smtClean="0"/>
              <a:t> </a:t>
            </a:r>
            <a:r>
              <a:rPr lang="en-US" sz="6600" dirty="0" err="1" smtClean="0"/>
              <a:t>ētin-ennō</a:t>
            </a:r>
            <a:r>
              <a:rPr lang="en-US" sz="6600" dirty="0" smtClean="0"/>
              <a:t> </a:t>
            </a:r>
            <a:r>
              <a:rPr lang="en-US" sz="6600" dirty="0" err="1" smtClean="0"/>
              <a:t>ivan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jīvitam</a:t>
            </a:r>
            <a:r>
              <a:rPr lang="en-US" sz="6600" dirty="0" smtClean="0"/>
              <a:t> </a:t>
            </a:r>
            <a:r>
              <a:rPr lang="en-US" sz="6600" dirty="0" err="1" smtClean="0"/>
              <a:t>entenn-aṙiññiḍāte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O auspicious Mother, not knowing why I am grieving, not knowing the purpose of this life,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manam</a:t>
            </a:r>
            <a:r>
              <a:rPr lang="en-US" sz="6000" dirty="0" smtClean="0"/>
              <a:t> </a:t>
            </a:r>
            <a:r>
              <a:rPr lang="en-US" sz="6000" dirty="0" err="1" smtClean="0"/>
              <a:t>enna</a:t>
            </a:r>
            <a:r>
              <a:rPr lang="en-US" sz="6000" dirty="0" smtClean="0"/>
              <a:t> </a:t>
            </a:r>
            <a:r>
              <a:rPr lang="en-US" sz="6000" dirty="0" err="1" smtClean="0"/>
              <a:t>tōṇi</a:t>
            </a:r>
            <a:r>
              <a:rPr lang="en-US" sz="6000" dirty="0" smtClean="0"/>
              <a:t> </a:t>
            </a:r>
            <a:r>
              <a:rPr lang="en-US" sz="6000" dirty="0" err="1" smtClean="0"/>
              <a:t>tuzhaññiḍunnu</a:t>
            </a:r>
            <a:r>
              <a:rPr lang="en-US" sz="6000" dirty="0" smtClean="0"/>
              <a:t> </a:t>
            </a:r>
            <a:r>
              <a:rPr lang="en-US" sz="6000" dirty="0" err="1" smtClean="0"/>
              <a:t>śivē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māyā</a:t>
            </a:r>
            <a:r>
              <a:rPr lang="en-US" sz="6000" dirty="0" smtClean="0"/>
              <a:t> </a:t>
            </a:r>
            <a:r>
              <a:rPr lang="en-US" sz="6000" dirty="0" err="1" smtClean="0"/>
              <a:t>kaḍalilēkk-āññiḍunnu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I </a:t>
            </a:r>
            <a:r>
              <a:rPr lang="en-US" sz="6000" dirty="0" smtClean="0">
                <a:solidFill>
                  <a:srgbClr val="FFFF00"/>
                </a:solidFill>
              </a:rPr>
              <a:t>am rowing the boat of my mind towards the ocean of Maya.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māyā</a:t>
            </a:r>
            <a:r>
              <a:rPr lang="en-US" sz="6000" dirty="0" smtClean="0"/>
              <a:t> </a:t>
            </a:r>
            <a:r>
              <a:rPr lang="en-US" sz="6000" dirty="0" err="1" smtClean="0"/>
              <a:t>kinākkaḷil</a:t>
            </a:r>
            <a:r>
              <a:rPr lang="en-US" sz="6000" dirty="0" smtClean="0"/>
              <a:t> </a:t>
            </a:r>
            <a:r>
              <a:rPr lang="en-US" sz="6000" dirty="0" err="1" smtClean="0"/>
              <a:t>āzhnniḍunn</a:t>
            </a:r>
            <a:r>
              <a:rPr lang="en-US" sz="6000" dirty="0" smtClean="0"/>
              <a:t>-en </a:t>
            </a:r>
            <a:r>
              <a:rPr lang="en-US" sz="6000" dirty="0" smtClean="0"/>
              <a:t>- ī </a:t>
            </a:r>
            <a:r>
              <a:rPr lang="en-US" sz="6000" dirty="0" err="1" smtClean="0"/>
              <a:t>mānasa-poykayil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varillē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Will you not come to the pond of my mind that is sinking in the dream of </a:t>
            </a:r>
            <a:r>
              <a:rPr lang="en-US" sz="5400" dirty="0" err="1" smtClean="0">
                <a:solidFill>
                  <a:srgbClr val="FFFF00"/>
                </a:solidFill>
              </a:rPr>
              <a:t>maya</a:t>
            </a:r>
            <a:r>
              <a:rPr lang="en-US" sz="5400" dirty="0" smtClean="0">
                <a:solidFill>
                  <a:srgbClr val="FFFF00"/>
                </a:solidFill>
              </a:rPr>
              <a:t>?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mānava</a:t>
            </a:r>
            <a:r>
              <a:rPr lang="en-US" sz="5400" dirty="0" smtClean="0"/>
              <a:t> </a:t>
            </a:r>
            <a:r>
              <a:rPr lang="en-US" sz="5400" dirty="0" err="1" smtClean="0"/>
              <a:t>janmam</a:t>
            </a:r>
            <a:r>
              <a:rPr lang="en-US" sz="5400" dirty="0" smtClean="0"/>
              <a:t> </a:t>
            </a:r>
            <a:r>
              <a:rPr lang="en-US" sz="5400" dirty="0" err="1" smtClean="0"/>
              <a:t>kṛtārttham</a:t>
            </a:r>
            <a:r>
              <a:rPr lang="en-US" sz="5400" dirty="0" smtClean="0"/>
              <a:t> </a:t>
            </a:r>
            <a:r>
              <a:rPr lang="en-US" sz="5400" dirty="0" err="1" smtClean="0"/>
              <a:t>ākkuvān</a:t>
            </a:r>
            <a:r>
              <a:rPr lang="en-US" sz="5400" dirty="0" smtClean="0"/>
              <a:t> </a:t>
            </a:r>
            <a:r>
              <a:rPr lang="en-US" sz="5400" dirty="0" err="1" smtClean="0"/>
              <a:t>ammē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māṙōḍu</a:t>
            </a:r>
            <a:r>
              <a:rPr lang="en-US" sz="5400" dirty="0" smtClean="0"/>
              <a:t> </a:t>
            </a:r>
            <a:r>
              <a:rPr lang="en-US" sz="5400" dirty="0" err="1" smtClean="0"/>
              <a:t>cērttaṅg-aṇaykkukillē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O </a:t>
            </a:r>
            <a:r>
              <a:rPr lang="en-US" sz="6000" dirty="0" smtClean="0">
                <a:solidFill>
                  <a:srgbClr val="FFFF00"/>
                </a:solidFill>
              </a:rPr>
              <a:t>Mother will you not draw me close to your heart and make this human birth worthwhile?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2865</TotalTime>
  <Words>163</Words>
  <Application>Microsoft Office PowerPoint</Application>
  <PresentationFormat>On-screen Show (4:3)</PresentationFormat>
  <Paragraphs>22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pālmaṇam māṙātta paital allē ammē</vt:lpstr>
      <vt:lpstr>pālmaṇam māṙātta paital allē ammē pēlava kaikaḷāl onn-eḍukkū</vt:lpstr>
      <vt:lpstr>jñānappāl ūṭṭi nī pālikkaṇē cemmē - jñānattāl uttama putran ākkū</vt:lpstr>
      <vt:lpstr>entin-ennō vyatha ētin-ennō ivan jīvitam entenn-aṙiññiḍāte</vt:lpstr>
      <vt:lpstr>manam enna tōṇi tuzhaññiḍunnu śivē māyā kaḍalilēkk-āññiḍunnu</vt:lpstr>
      <vt:lpstr>māyā kinākkaḷil āzhnniḍunn-en - ī mānasa-poykayil nī varillē</vt:lpstr>
      <vt:lpstr>mānava janmam kṛtārttham ākkuvān ammē māṙōḍu cērttaṅg-aṇaykkukillē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323</cp:revision>
  <dcterms:created xsi:type="dcterms:W3CDTF">2006-08-16T00:00:00Z</dcterms:created>
  <dcterms:modified xsi:type="dcterms:W3CDTF">2025-05-08T18:06:16Z</dcterms:modified>
</cp:coreProperties>
</file>