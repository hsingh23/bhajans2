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7" r:id="rId2"/>
    <p:sldId id="296" r:id="rId3"/>
    <p:sldId id="293" r:id="rId4"/>
    <p:sldId id="288" r:id="rId5"/>
    <p:sldId id="289" r:id="rId6"/>
    <p:sldId id="294" r:id="rId7"/>
    <p:sldId id="290" r:id="rId8"/>
    <p:sldId id="291" r:id="rId9"/>
    <p:sldId id="295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58" d="100"/>
          <a:sy n="58" d="100"/>
        </p:scale>
        <p:origin x="-1398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en-US" sz="7200" dirty="0" smtClean="0"/>
              <a:t>I was lost in the darkness</a:t>
            </a:r>
            <a:br>
              <a:rPr lang="en-US" sz="7200" dirty="0" smtClean="0"/>
            </a:br>
            <a:r>
              <a:rPr lang="en-US" sz="7200" dirty="0" smtClean="0">
                <a:solidFill>
                  <a:srgbClr val="FFFF00"/>
                </a:solidFill>
              </a:rPr>
              <a:t>2025</a:t>
            </a:r>
            <a:br>
              <a:rPr lang="en-US" sz="7200" dirty="0" smtClean="0">
                <a:solidFill>
                  <a:srgbClr val="FFFF00"/>
                </a:solidFill>
              </a:rPr>
            </a:br>
            <a:r>
              <a:rPr lang="en-US" sz="7200" dirty="0" smtClean="0">
                <a:solidFill>
                  <a:srgbClr val="FFFF00"/>
                </a:solidFill>
              </a:rPr>
              <a:t>(English)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en-US" sz="7200" dirty="0" smtClean="0"/>
              <a:t>I was lost in the darkness</a:t>
            </a:r>
            <a:br>
              <a:rPr lang="en-US" sz="7200" dirty="0" smtClean="0"/>
            </a:br>
            <a:r>
              <a:rPr lang="en-US" sz="7200" dirty="0" smtClean="0"/>
              <a:t>In the shadows of ignorance</a:t>
            </a:r>
            <a:endParaRPr lang="en-US" sz="7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/>
              <a:t>Nowhere to go, </a:t>
            </a:r>
            <a:br>
              <a:rPr lang="en-US" sz="7200" dirty="0" smtClean="0"/>
            </a:br>
            <a:r>
              <a:rPr lang="en-US" sz="7200" dirty="0" smtClean="0"/>
              <a:t>I looked upon you</a:t>
            </a:r>
            <a:br>
              <a:rPr lang="en-US" sz="7200" dirty="0" smtClean="0"/>
            </a:br>
            <a:r>
              <a:rPr lang="en-US" sz="7200" dirty="0" smtClean="0"/>
              <a:t>You lit the fire in me</a:t>
            </a:r>
            <a:endParaRPr lang="en-US" sz="7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br>
              <a:rPr lang="en-US" sz="7200" dirty="0" smtClean="0"/>
            </a:br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r>
              <a:rPr lang="en-US" sz="7200" dirty="0" err="1" smtClean="0"/>
              <a:t>Amma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>I see the truth I long for</a:t>
            </a:r>
            <a:endParaRPr lang="en-US" sz="7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I was lost in the parched world</a:t>
            </a:r>
            <a:br>
              <a:rPr lang="en-US" sz="7200" dirty="0" smtClean="0"/>
            </a:br>
            <a:r>
              <a:rPr lang="en-US" sz="7200" dirty="0" smtClean="0"/>
              <a:t>Craving for </a:t>
            </a:r>
            <a:br>
              <a:rPr lang="en-US" sz="7200" dirty="0" smtClean="0"/>
            </a:br>
            <a:r>
              <a:rPr lang="en-US" sz="7200" dirty="0" smtClean="0"/>
              <a:t>peace of mind</a:t>
            </a:r>
            <a:endParaRPr lang="en-US" sz="7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/>
              <a:t>Stuck in the desert, </a:t>
            </a:r>
            <a:br>
              <a:rPr lang="en-US" sz="7200" dirty="0" smtClean="0"/>
            </a:br>
            <a:r>
              <a:rPr lang="en-US" sz="7200" dirty="0" smtClean="0"/>
              <a:t>I looked upon you</a:t>
            </a:r>
            <a:br>
              <a:rPr lang="en-US" sz="7200" dirty="0" smtClean="0"/>
            </a:br>
            <a:r>
              <a:rPr lang="en-US" sz="7200" dirty="0" smtClean="0"/>
              <a:t>You showered </a:t>
            </a:r>
            <a:br>
              <a:rPr lang="en-US" sz="7200" dirty="0" smtClean="0"/>
            </a:br>
            <a:r>
              <a:rPr lang="en-US" sz="7200" dirty="0" smtClean="0"/>
              <a:t>love on me</a:t>
            </a:r>
            <a:endParaRPr lang="en-US" sz="7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br>
              <a:rPr lang="en-US" sz="7200" dirty="0" smtClean="0"/>
            </a:br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r>
              <a:rPr lang="en-US" sz="7200" dirty="0" err="1" smtClean="0"/>
              <a:t>Amma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>I feel the love I long for</a:t>
            </a:r>
            <a:endParaRPr lang="en-US" sz="7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I was lost in </a:t>
            </a:r>
            <a:br>
              <a:rPr lang="en-US" sz="7200" dirty="0" smtClean="0"/>
            </a:br>
            <a:r>
              <a:rPr lang="en-US" sz="7200" dirty="0" smtClean="0"/>
              <a:t>the lifeless world</a:t>
            </a:r>
            <a:br>
              <a:rPr lang="en-US" sz="7200" dirty="0" smtClean="0"/>
            </a:br>
            <a:r>
              <a:rPr lang="en-US" sz="7200" dirty="0" smtClean="0"/>
              <a:t>Caught in </a:t>
            </a:r>
            <a:br>
              <a:rPr lang="en-US" sz="7200" dirty="0" smtClean="0"/>
            </a:br>
            <a:r>
              <a:rPr lang="en-US" sz="7200" dirty="0" smtClean="0"/>
              <a:t>the grasp of fear</a:t>
            </a:r>
            <a:endParaRPr lang="en-US" sz="72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/>
              <a:t>Searching for life, </a:t>
            </a:r>
            <a:br>
              <a:rPr lang="en-US" sz="7200" dirty="0" smtClean="0"/>
            </a:br>
            <a:r>
              <a:rPr lang="en-US" sz="7200" dirty="0" smtClean="0"/>
              <a:t>I looked upon you</a:t>
            </a:r>
            <a:br>
              <a:rPr lang="en-US" sz="7200" dirty="0" smtClean="0"/>
            </a:br>
            <a:r>
              <a:rPr lang="en-US" sz="7200" dirty="0" smtClean="0"/>
              <a:t>You breathed </a:t>
            </a:r>
            <a:br>
              <a:rPr lang="en-US" sz="7200" dirty="0" smtClean="0"/>
            </a:br>
            <a:r>
              <a:rPr lang="en-US" sz="7200" dirty="0" smtClean="0"/>
              <a:t>life into me</a:t>
            </a:r>
            <a:endParaRPr lang="en-US" sz="72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br>
              <a:rPr lang="en-US" sz="7200" dirty="0" smtClean="0"/>
            </a:br>
            <a:r>
              <a:rPr lang="en-US" sz="7200" dirty="0" err="1" smtClean="0"/>
              <a:t>Amma</a:t>
            </a:r>
            <a:r>
              <a:rPr lang="en-US" sz="7200" dirty="0" smtClean="0"/>
              <a:t> </a:t>
            </a:r>
            <a:r>
              <a:rPr lang="en-US" sz="7200" dirty="0" err="1" smtClean="0"/>
              <a:t>Amma</a:t>
            </a:r>
            <a:endParaRPr lang="en-US" sz="72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2873</TotalTime>
  <Words>44</Words>
  <Application>Microsoft Office PowerPoint</Application>
  <PresentationFormat>On-screen Show (4:3)</PresentationFormat>
  <Paragraphs>12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 was lost in the darkness 2025 (English)</vt:lpstr>
      <vt:lpstr>I was lost in the darkness In the shadows of ignorance</vt:lpstr>
      <vt:lpstr>Nowhere to go,  I looked upon you You lit the fire in me</vt:lpstr>
      <vt:lpstr>Amma Amma  Amma Amma I see the truth I long for</vt:lpstr>
      <vt:lpstr>I was lost in the parched world Craving for  peace of mind</vt:lpstr>
      <vt:lpstr>Stuck in the desert,  I looked upon you You showered  love on me</vt:lpstr>
      <vt:lpstr>Amma Amma  Amma Amma I feel the love I long for</vt:lpstr>
      <vt:lpstr>I was lost in  the lifeless world Caught in  the grasp of fear</vt:lpstr>
      <vt:lpstr>Searching for life,  I looked upon you You breathed  life into me</vt:lpstr>
      <vt:lpstr>Amma Amma  Amma Amma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 Ganga</cp:lastModifiedBy>
  <cp:revision>323</cp:revision>
  <dcterms:created xsi:type="dcterms:W3CDTF">2006-08-16T00:00:00Z</dcterms:created>
  <dcterms:modified xsi:type="dcterms:W3CDTF">2025-05-17T12:06:25Z</dcterms:modified>
</cp:coreProperties>
</file>