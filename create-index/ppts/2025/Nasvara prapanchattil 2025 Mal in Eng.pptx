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2D14D-9276-4A35-8BEC-452F6B1CC5A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89F18-FD1B-44EF-8E69-038AA05B1E3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naśvara-prapañcattil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naśvara-prapañcattil uṇma tēḍi alaññu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nanma enikk-entennu aṙiññu nalkēṇam 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In this unstable, perishable world, I wandered in search of the imperishable truth.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duḥkha-bhārattil taḷarnnōrō vēḷayilum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uḷkkarutt-ēki nayiccoru dēvi nī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you alone know what is truly good and beneficial for me, please grant me that.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aham enna bōdham enne bhrāntam-ākkīḍāte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ātma-viśvāsattāḷ dhīrayākkiḍaṇē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800" smtClean="0">
                <a:solidFill>
                  <a:srgbClr val="FFFF00"/>
                </a:solidFill>
                <a:latin typeface="Calibri"/>
              </a:rPr>
              <a:t>You are the goddess who gave me inner strength and guided me when I was crushed under the weight of sorrow. Let me not be deluded by the sense of “I.” Instead, grant me faith in my true self and fill me with courage.</a:t>
            </a:r>
            <a:endParaRPr lang="en-US" sz="3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satyamāyuḷḷorī pātayil iḍaṙāte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sadguruvāy-amma enne nayikkaṇē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you are the Satguru, lead me on the path of truth without letting me falter or lose strength.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rāgavum dvēṣavum enne bharikkāte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snēhavum śāntiyum ennil niṙaykkaṇē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neither attachment nor aversion rule over me; Instead, fill my heart with love and peace.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ennēkkāḷ enne aṙiyunna jagadambē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enne nī ninnōḍu cērttu rakṣikkaṇē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 of the universe, you know me better than I know myself. Let me merge in you, and rescue me…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naśvara-prapañcattil</vt:lpstr>
      <vt:lpstr>naśvara-prapañcattil uṇma tēḍi alaññu ñān nanma enikk-entennu aṙiññu nalkēṇam ammē</vt:lpstr>
      <vt:lpstr>duḥkha-bhārattil taḷarnnōrō vēḷayilum uḷkkarutt-ēki nayiccoru dēvi nī</vt:lpstr>
      <vt:lpstr>aham enna bōdham enne bhrāntam-ākkīḍāte ātma-viśvāsattāḷ dhīrayākkiḍaṇē</vt:lpstr>
      <vt:lpstr>satyamāyuḷḷorī pātayil iḍaṙāte sadguruvāy-amma enne nayikkaṇē</vt:lpstr>
      <vt:lpstr>rāgavum dvēṣavum enne bharikkāte snēhavum śāntiyum ennil niṙaykkaṇē</vt:lpstr>
      <vt:lpstr>ennēkkāḷ enne aṙiyunna jagadambē enne nī ninnōḍu cērttu rakṣikkaṇē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naśvara-prapañcattil</dc:title>
  <dc:creator>Amrita</dc:creator>
  <cp:lastModifiedBy>Amrita</cp:lastModifiedBy>
  <cp:revision>1</cp:revision>
  <dcterms:created xsi:type="dcterms:W3CDTF">2025-07-28T13:16:17Z</dcterms:created>
  <dcterms:modified xsi:type="dcterms:W3CDTF">2025-07-28T13:17:09Z</dcterms:modified>
</cp:coreProperties>
</file>