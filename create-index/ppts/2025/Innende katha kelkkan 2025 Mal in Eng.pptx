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48800-3DE6-4E1F-8116-51FCF971CD9C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BAC84-0D24-48F9-A077-E1F6701977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innende katha keḷkkān veṇṇayum uṇḍiḍān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innende katha keḷkkān veṇṇayum uṇḍiḍān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ennōmal kaṇṇane kāttirunnu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ñān kāttirunnu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I wait expectantly for Krishna, hoping he will come to hear my stories and eat the fresh butter I’ve lovingly set aside for him.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pīlittirumuḍi cūḍiḍum uṇṇikkāy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kācciya pālum ñān karuti vaccu – ennarikil vaccu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He will come—with a peacock feather tucked into the knot of his hair, my beautiful Krishna. I’ve boiled milk and kept it warm nearby, waiting with longing in my heart.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ōḍa-kuzhalumāy ōḍi aṇaññīḍum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ambāḍi-kaṇṇanō entu bhaṅgi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entu bhaṅgi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he comes running, flute in hand, he is so very beautiful to behold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vaśyamām puñciri kārvarṇṇa niṙamēni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vēṇḍilla vēṙini nī tanne mati ini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—his smile so alluring, his body the color of storm-laden clouds. I need nothing, no one else. I want only you, my Krishna!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ōrkkuvān ottiri kāraṇam kaṇḍu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kaṇṇane kāṇāykil tāṅgumō ñān ini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find endless reasons to remember you. But how will my heart bear it, if I can no longer see 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entu ñān nalkēṇam ennuṇṇi kaṇṇanāy?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manam ponnākki nalkīḍum ñān ini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What more can I give you, my beloved Krishna? I shall purify my mind and offer it to you.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vanamāla ninakkāyi kōrttu vaccu atil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enneyum nannāyi cērttu vaccu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have strung a garland of wildflowers for you—and with it, I’ve strung my heart.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varṇṇā varuka en kaṇṇā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nanda-mukundā harē gōpabālā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Come, my Krishna, cloud-hued one! Come, protector of the world, embodiment of bliss—come, O son of Nanda!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innende katha keḷkkān veṇṇayum uṇḍiḍān</vt:lpstr>
      <vt:lpstr>innende katha keḷkkān veṇṇayum uṇḍiḍān ennōmal kaṇṇane kāttirunnu ñān kāttirunnu</vt:lpstr>
      <vt:lpstr>pīlittirumuḍi cūḍiḍum uṇṇikkāy kācciya pālum ñān karuti vaccu – ennarikil vaccu</vt:lpstr>
      <vt:lpstr>ōḍa-kuzhalumāy ōḍi aṇaññīḍum ambāḍi-kaṇṇanō entu bhaṅgi entu bhaṅgi </vt:lpstr>
      <vt:lpstr>vaśyamām puñciri kārvarṇṇa niṙamēni vēṇḍilla vēṙini nī tanne mati ini</vt:lpstr>
      <vt:lpstr>ōrkkuvān ottiri kāraṇam kaṇḍu ñān kaṇṇane kāṇāykil tāṅgumō ñān ini</vt:lpstr>
      <vt:lpstr>entu ñān nalkēṇam ennuṇṇi kaṇṇanāy? en manam ponnākki nalkīḍum ñān ini</vt:lpstr>
      <vt:lpstr>vanamāla ninakkāyi kōrttu vaccu atil enneyum nannāyi cērttu vaccu</vt:lpstr>
      <vt:lpstr>kārmukil varṇṇā varuka en kaṇṇā nanda-mukundā harē gōpabālā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innende katha keḷkkān veṇṇayum uṇḍiḍān</dc:title>
  <dc:creator>Amrita</dc:creator>
  <cp:lastModifiedBy>Amrita</cp:lastModifiedBy>
  <cp:revision>3</cp:revision>
  <dcterms:created xsi:type="dcterms:W3CDTF">2025-07-07T15:21:57Z</dcterms:created>
  <dcterms:modified xsi:type="dcterms:W3CDTF">2025-07-07T15:48:07Z</dcterms:modified>
</cp:coreProperties>
</file>