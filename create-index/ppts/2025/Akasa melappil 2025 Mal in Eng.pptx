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F095E-FBA7-48C9-BF4F-7DAFF0C576E0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B43AB-F846-4209-A59F-AB4C111623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F095E-FBA7-48C9-BF4F-7DAFF0C576E0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B43AB-F846-4209-A59F-AB4C111623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F095E-FBA7-48C9-BF4F-7DAFF0C576E0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B43AB-F846-4209-A59F-AB4C111623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F095E-FBA7-48C9-BF4F-7DAFF0C576E0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B43AB-F846-4209-A59F-AB4C111623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F095E-FBA7-48C9-BF4F-7DAFF0C576E0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B43AB-F846-4209-A59F-AB4C111623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F095E-FBA7-48C9-BF4F-7DAFF0C576E0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B43AB-F846-4209-A59F-AB4C111623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F095E-FBA7-48C9-BF4F-7DAFF0C576E0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B43AB-F846-4209-A59F-AB4C111623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F095E-FBA7-48C9-BF4F-7DAFF0C576E0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B43AB-F846-4209-A59F-AB4C111623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F095E-FBA7-48C9-BF4F-7DAFF0C576E0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B43AB-F846-4209-A59F-AB4C111623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F095E-FBA7-48C9-BF4F-7DAFF0C576E0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B43AB-F846-4209-A59F-AB4C111623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F095E-FBA7-48C9-BF4F-7DAFF0C576E0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B43AB-F846-4209-A59F-AB4C111623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AF095E-FBA7-48C9-BF4F-7DAFF0C576E0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2B43AB-F846-4209-A59F-AB4C1116239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ākāśa-mēlāppil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ākāśa-mēlāppil kārmēgha-tuṇḍonnu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peyyuvānāyi vitumbi nilpū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In the sky above, a dark rain cloud waits eagerly to pour down as rain.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āzhi tan tīrattum ammayām kārmēgham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vātsalya-varṣavumāy kāttirippū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By the sea, the radiant Mother, dark as a rain cloud, waits to shower tender compassion.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tantanam tintōm taka taka tantanam tintōm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tantanam tintōm taka taka tantanam tintōm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Traditional music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smtClean="0">
                <a:solidFill>
                  <a:srgbClr val="FFFFFF"/>
                </a:solidFill>
                <a:latin typeface="Calibri"/>
              </a:rPr>
              <a:t>ākāśa-mēlāppil minnunna minnalil</a:t>
            </a:r>
            <a:br>
              <a:rPr lang="en-US" sz="5800" smtClean="0">
                <a:solidFill>
                  <a:srgbClr val="FFFFFF"/>
                </a:solidFill>
                <a:latin typeface="Calibri"/>
              </a:rPr>
            </a:br>
            <a:r>
              <a:rPr lang="en-US" sz="5800" smtClean="0">
                <a:solidFill>
                  <a:srgbClr val="FFFFFF"/>
                </a:solidFill>
                <a:latin typeface="Calibri"/>
              </a:rPr>
              <a:t>mālōkar-ellām bhayappeḍavē</a:t>
            </a:r>
            <a:endParaRPr lang="en-US" sz="58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100" smtClean="0">
                <a:solidFill>
                  <a:srgbClr val="FFFF00"/>
                </a:solidFill>
                <a:latin typeface="Calibri"/>
              </a:rPr>
              <a:t>People tremble in fear at the brilliant lightning streaks that flash across the sky,</a:t>
            </a:r>
            <a:endParaRPr lang="en-US" sz="6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smtClean="0">
                <a:solidFill>
                  <a:srgbClr val="FFFFFF"/>
                </a:solidFill>
                <a:latin typeface="Calibri"/>
              </a:rPr>
              <a:t>ammayām kārmēghakkaṇ kaḍākṣikkavē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mālōkarkk-ellām uḷppuḷakam</a:t>
            </a:r>
            <a:endParaRPr lang="en-US" sz="6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smtClean="0">
                <a:solidFill>
                  <a:srgbClr val="FFFF00"/>
                </a:solidFill>
                <a:latin typeface="Calibri"/>
              </a:rPr>
              <a:t>but when touched by the brilliance of Mother’s glance, their hearts overflow with joy.</a:t>
            </a:r>
            <a:endParaRPr lang="en-US" sz="5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tantanam tintōm taka taka tantanam tintōm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tantanam tintōm taka taka tantanam tintōm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Traditional music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ākāśa-mēlāppil poṭṭi puṙappeḍum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mēgha-nādaṅgaḷāl ñeṭṭi viṙaykkavē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People tremble in fear at the thunderclaps that echo across the sky.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āzhi tan tīratte kārmēgha-tuṇḍinde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cuṇḍilāy kāṇām orindra-dhanussu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800" smtClean="0">
                <a:solidFill>
                  <a:srgbClr val="FFFF00"/>
                </a:solidFill>
                <a:latin typeface="Calibri"/>
              </a:rPr>
              <a:t>But when they behold the rainbow-like smile upon Mother’s lips—she who shines with the radiant beauty of a dark rain cloud…</a:t>
            </a:r>
            <a:endParaRPr lang="en-US" sz="4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tantanam tintōm taka taka tantanam tintōm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tantanam tintōm taka taka tantanam tintōm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Traditional music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900" smtClean="0">
                <a:solidFill>
                  <a:srgbClr val="FFFFFF"/>
                </a:solidFill>
                <a:latin typeface="Calibri"/>
              </a:rPr>
              <a:t>āru kaṇḍālum akam kuḷirkkum pinne</a:t>
            </a:r>
            <a:br>
              <a:rPr lang="en-US" sz="5900" smtClean="0">
                <a:solidFill>
                  <a:srgbClr val="FFFFFF"/>
                </a:solidFill>
                <a:latin typeface="Calibri"/>
              </a:rPr>
            </a:br>
            <a:r>
              <a:rPr lang="en-US" sz="5900" smtClean="0">
                <a:solidFill>
                  <a:srgbClr val="FFFFFF"/>
                </a:solidFill>
                <a:latin typeface="Calibri"/>
              </a:rPr>
              <a:t>ā savidhattilāy cērnn-aṇayum</a:t>
            </a:r>
            <a:endParaRPr lang="en-US" sz="5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…their minds are soothed and refreshed, and they come to her abode.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smtClean="0">
                <a:solidFill>
                  <a:srgbClr val="FFFFFF"/>
                </a:solidFill>
                <a:latin typeface="Calibri"/>
              </a:rPr>
              <a:t>āzhi tan tīrattu samsāra-vahniyil</a:t>
            </a:r>
            <a:br>
              <a:rPr lang="en-US" sz="5800" smtClean="0">
                <a:solidFill>
                  <a:srgbClr val="FFFFFF"/>
                </a:solidFill>
                <a:latin typeface="Calibri"/>
              </a:rPr>
            </a:br>
            <a:r>
              <a:rPr lang="en-US" sz="5800" smtClean="0">
                <a:solidFill>
                  <a:srgbClr val="FFFFFF"/>
                </a:solidFill>
                <a:latin typeface="Calibri"/>
              </a:rPr>
              <a:t>ātapippōrkk-ellām ātma-śānti</a:t>
            </a:r>
            <a:endParaRPr lang="en-US" sz="58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By the sea, in Mother’s compassionate presence, all who are scorched by the fire of samsara find serenity of mind.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amma tan sannidhi ātma-śānti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in Mother’s compassionate presence, all who are scorched by the fire of samsara find serenity of mind.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216</Words>
  <Application>Microsoft Office PowerPoint</Application>
  <PresentationFormat>On-screen Show (4:3)</PresentationFormat>
  <Paragraphs>27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ākāśa-mēlāppil</vt:lpstr>
      <vt:lpstr>ākāśa-mēlāppil kārmēgha-tuṇḍonnu peyyuvānāyi vitumbi nilpū</vt:lpstr>
      <vt:lpstr>āzhi tan tīrattum ammayām kārmēgham vātsalya-varṣavumāy kāttirippū</vt:lpstr>
      <vt:lpstr>tantanam tintōm taka taka tantanam tintōm tantanam tintōm taka taka tantanam tintōm</vt:lpstr>
      <vt:lpstr>ākāśa-mēlāppil minnunna minnalil mālōkar-ellām bhayappeḍavē</vt:lpstr>
      <vt:lpstr>ammayām kārmēghakkaṇ kaḍākṣikkavē mālōkarkk-ellām uḷppuḷakam</vt:lpstr>
      <vt:lpstr>tantanam tintōm taka taka tantanam tintōm tantanam tintōm taka taka tantanam tintōm</vt:lpstr>
      <vt:lpstr>ākāśa-mēlāppil poṭṭi puṙappeḍum mēgha-nādaṅgaḷāl ñeṭṭi viṙaykkavē</vt:lpstr>
      <vt:lpstr>āzhi tan tīratte kārmēgha-tuṇḍinde cuṇḍilāy kāṇām orindra-dhanussu</vt:lpstr>
      <vt:lpstr>tantanam tintōm taka taka tantanam tintōm tantanam tintōm taka taka tantanam tintōm</vt:lpstr>
      <vt:lpstr>āru kaṇḍālum akam kuḷirkkum pinne ā savidhattilāy cērnn-aṇayum</vt:lpstr>
      <vt:lpstr>āzhi tan tīrattu samsāra-vahniyil ātapippōrkk-ellām ātma-śānti</vt:lpstr>
      <vt:lpstr>amma tan sannidhi ātma-śānti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ākāśa-mēlāppil</dc:title>
  <dc:creator>Amrita</dc:creator>
  <cp:lastModifiedBy>Amrita</cp:lastModifiedBy>
  <cp:revision>1</cp:revision>
  <dcterms:created xsi:type="dcterms:W3CDTF">2025-08-30T10:25:54Z</dcterms:created>
  <dcterms:modified xsi:type="dcterms:W3CDTF">2025-08-30T10:26:15Z</dcterms:modified>
</cp:coreProperties>
</file>