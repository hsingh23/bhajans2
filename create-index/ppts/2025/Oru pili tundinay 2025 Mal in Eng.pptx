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6" r:id="rId7"/>
    <p:sldId id="263" r:id="rId8"/>
    <p:sldId id="264" r:id="rId9"/>
    <p:sldId id="267" r:id="rId10"/>
    <p:sldId id="268" r:id="rId11"/>
    <p:sldId id="269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D5F47-5FDF-4C25-9B05-2D9301C1E028}" type="datetimeFigureOut">
              <a:rPr lang="en-US" smtClean="0"/>
              <a:pPr/>
              <a:t>9-Sep-2025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EDED1-0328-4747-9343-B49098942D6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pīlituṇḍināy ñān alaññu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oru pīlituṇḍināy ñān alaññu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orāyiram pīlippū nī kaniññu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When I wandered in search of just a sliver of your love, a tiny piece of your peacock feather, you gave me a thousand in return.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karaḷoru muḷantaṇḍāy mādhavādharam cērnnu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anupama-lahariyil svayam maṙannu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heart became a flute, and I lost myself in loving devotion as you held it gently to your lips.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gōpakiśōrande vāymalar tūkiya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nādāmṛtattil aliññu cērnnu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Lord of the Gopis, I dissolved in the beautiful melody you played.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paribhavam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maṙannu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tirumizhi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tuṙannu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hṛdayam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orukkiya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naṙuveṇṇa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nukarnnu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All my feelings of neglect vanished when you opened your eyes. You tasted the fresh butter churned from the depths of my heart.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kaṇṇīr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muttine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900" dirty="0" smtClean="0">
                <a:solidFill>
                  <a:srgbClr val="FFFFFF"/>
                </a:solidFill>
                <a:latin typeface="Calibri"/>
              </a:rPr>
            </a:b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puṇarnnu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prēma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900" dirty="0" smtClean="0">
                <a:solidFill>
                  <a:srgbClr val="FFFFFF"/>
                </a:solidFill>
                <a:latin typeface="Calibri"/>
              </a:rPr>
            </a:b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sāgara-yamunayil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9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900" dirty="0" err="1" smtClean="0">
                <a:solidFill>
                  <a:srgbClr val="FFFFFF"/>
                </a:solidFill>
                <a:latin typeface="Calibri"/>
              </a:rPr>
              <a:t>alaññu</a:t>
            </a:r>
            <a:endParaRPr lang="en-US" sz="59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500" smtClean="0">
                <a:solidFill>
                  <a:srgbClr val="FFFF00"/>
                </a:solidFill>
                <a:latin typeface="Calibri"/>
              </a:rPr>
              <a:t>You compassionately embraced this life—a mere teardrop. And I merged into the Yamuna, into the vast ocean of your love.</a:t>
            </a:r>
            <a:endParaRPr lang="en-US" sz="5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oru pīlituṇḍināy ñān alaññu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orāyiram pīlippū nī kaniññu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When I wandered in search of just a sliver of your love, a tiny piece of your peacock feather, you gave me a thousand in return.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kaṇṇā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Krishna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191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oru pīlituṇḍināy ñān alaññu</vt:lpstr>
      <vt:lpstr>oru pīlituṇḍināy ñān alaññu orāyiram pīlippū nī kaniññu</vt:lpstr>
      <vt:lpstr>kaṇṇā… kaṇṇā…  kaṇṇā… kaṇṇā…</vt:lpstr>
      <vt:lpstr>karaḷoru muḷantaṇḍāy mādhavādharam cērnnu anupama-lahariyil svayam maṙannu</vt:lpstr>
      <vt:lpstr>gōpakiśōrande vāymalar tūkiya nādāmṛtattil aliññu cērnnu</vt:lpstr>
      <vt:lpstr>kaṇṇā… kaṇṇā…  kaṇṇā… kaṇṇā…</vt:lpstr>
      <vt:lpstr>paribhavam maṙannu  tirumizhi tuṙannu hṛdayam orukkiya  naṙuveṇṇa nukarnnu</vt:lpstr>
      <vt:lpstr>kaṇṇīr muttine nī  puṇarnnu prēma sāgara-yamunayil ñān alaññu</vt:lpstr>
      <vt:lpstr>kaṇṇā… kaṇṇā…  kaṇṇā… kaṇṇā…</vt:lpstr>
      <vt:lpstr>oru pīlituṇḍināy ñān alaññu orāyiram pīlippū nī kaniññu</vt:lpstr>
      <vt:lpstr>kaṇṇā… kaṇṇā…  kaṇṇā… kaṇṇā…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oru pīlituṇḍināy ñān alaññu</dc:title>
  <dc:creator>Amrita</dc:creator>
  <cp:lastModifiedBy>AMMA</cp:lastModifiedBy>
  <cp:revision>2</cp:revision>
  <dcterms:created xsi:type="dcterms:W3CDTF">2025-08-08T06:22:11Z</dcterms:created>
  <dcterms:modified xsi:type="dcterms:W3CDTF">2025-09-09T15:06:23Z</dcterms:modified>
</cp:coreProperties>
</file>