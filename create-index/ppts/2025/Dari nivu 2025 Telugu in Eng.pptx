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A9E07-1333-4D6A-B534-D974316E8C8B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ECF9F-BF2F-4014-A35C-DE200A7E3A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dari nīvu dāri nīvu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(Telugu)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dāri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dāri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lōni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tōḍu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nīvū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You are the goal, you are the path, you are my only companion on the journey.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dāri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cūpē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dyuti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mati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 You are the light and wisdom that reveals the way, O 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dāri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dāri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lōni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tōḍu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nīvū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You are the goal, you are the path, you are my only companion on the journey.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dārikiruvaipu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manōhara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dṛśyālu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āhlādaparicē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sundara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vanālu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On both sides of the path lie enchanting scenes-delightful gardens that bring joy.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māyalō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munigī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nilicina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vēḷalō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dyuti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mati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dhṛti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ammā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When I falter in my journey, ensnared by this illusion (maya), you are the light, you are the wisdom, you are the strength and courage, O Mother!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gati evaru mari nā śaraṇāgati nīvu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else is my guide but you? You are my refuge at all times, O 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ettaina koṇḍalu lōtaina lōyalu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bhīkara mṛgālunna ciṭṭaḍavulennō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journey is filled with towering mountains and deep valleys, with terrifying wild beasts lurking in dense forests.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gāḍhāndhakāramulō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naḍicē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vēḷalō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dyuti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dhṛti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ammā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I walk through profound darkness, you are the light, you are the wisdom, you are the strength, O Mother!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gati evaru mari nā śaraṇāgati nīvu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else is my guide but you? You are my refuge at all times, O 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velugu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nīḍala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āṭala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naḍuma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300" dirty="0" smtClean="0">
                <a:solidFill>
                  <a:srgbClr val="FFFFFF"/>
                </a:solidFill>
                <a:latin typeface="Calibri"/>
              </a:rPr>
            </a:b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āpada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lennainā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300" dirty="0" smtClean="0">
                <a:solidFill>
                  <a:srgbClr val="FFFFFF"/>
                </a:solidFill>
                <a:latin typeface="Calibri"/>
              </a:rPr>
            </a:b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aḍḍu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lennainā</a:t>
            </a:r>
            <a:endParaRPr lang="en-US" sz="63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Through the play of light and shadow, through every obstacle and challenge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dārilō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nilavaka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munduku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naḍipē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dyuti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dhṛti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nīvu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ammā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—who else leads me forward without stopping? You are the light, you are the wisdom, you are the courage, O Mother!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gati evaru mari nā śaraṇāgati nīvu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else is my guide but you? You are my refuge at all times, O 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296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dari nīvu dāri nīvu</vt:lpstr>
      <vt:lpstr>dari nīvu dāri nīvu  dāri lōni tōḍu nīvū </vt:lpstr>
      <vt:lpstr>dāri cūpē dyuti  nīvu mati nīvu ammā… ammā…</vt:lpstr>
      <vt:lpstr>dari nīvu dāri nīvu  dāri lōni tōḍu nīvū </vt:lpstr>
      <vt:lpstr>dārikiruvaipu  manōhara dṛśyālu āhlādaparicē sundara vanālu</vt:lpstr>
      <vt:lpstr>māyalō munigī nilicina vēḷalō dyuti nīvu mati nīvu  dhṛti nīvu ammā</vt:lpstr>
      <vt:lpstr>gati evaru mari nā śaraṇāgati nīvu ammā</vt:lpstr>
      <vt:lpstr>ettaina koṇḍalu lōtaina lōyalu bhīkara mṛgālunna ciṭṭaḍavulennō</vt:lpstr>
      <vt:lpstr>gāḍhāndhakāramulō  naḍicē vēḷalō dyuti nīvu mati nīvu  dhṛti nīvu ammā</vt:lpstr>
      <vt:lpstr>gati evaru mari nā śaraṇāgati nīvu ammā</vt:lpstr>
      <vt:lpstr>velugu nīḍala āṭala naḍuma āpada lennainā  aḍḍu lennainā</vt:lpstr>
      <vt:lpstr>dārilō nilavaka  munduku naḍipē dyuti nīvu mati nīvu  dhṛti nīvu ammā</vt:lpstr>
      <vt:lpstr>gati evaru mari nā śaraṇāgati nīvu ammā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dari nīvu dāri nīvu</dc:title>
  <dc:creator>Amrita</dc:creator>
  <cp:lastModifiedBy>AMMA</cp:lastModifiedBy>
  <cp:revision>3</cp:revision>
  <dcterms:created xsi:type="dcterms:W3CDTF">2025-06-04T18:03:18Z</dcterms:created>
  <dcterms:modified xsi:type="dcterms:W3CDTF">2025-08-27T15:11:05Z</dcterms:modified>
</cp:coreProperties>
</file>