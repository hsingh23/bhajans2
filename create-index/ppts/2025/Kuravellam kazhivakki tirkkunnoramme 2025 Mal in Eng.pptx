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A5BF4-4CBF-49CF-A48C-C9826487B3C1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D6836-B97C-473B-8516-7009EB20C46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kuṙavellām kazhivākki tīrkkunn-orammē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kuṙavellām kazhivākki tīrkkunn-orammē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kizhivellām kazhivākki tīrkkēṇamē nī…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you transform all our inadequacies into strengths. Turn my weaknesses into abilities.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kazhivonnum illāte kazhiyunnor-enne nin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karatārāl tazhuku en akatāronn-uṇarān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remain without any worthy qualities; gently caress me with your soft hands, so that I may awaken from within.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mōhattin kanalālen manam urukum nēram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jñānattin prabha tūki matiyil nī uṇarū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mind smoulders with the embers of desire; awaken within me a radiant understanding.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vazhi ellām aḍayumbōḷ teḷiyunna śaktī nin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kṛpayālē mizhivāy ennakamē nī teḷiyū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every door is closed, your strength shines forth. Let your grace illumine my inner self.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dhyānattin saurabhyam uḷppūvil niṙayān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nāmattin mādhuryam akamalarān nuṇayān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May the fragrance of meditation permeate the blossom within; may the sweetness of your name be savoured deep within.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kadanam viṭṭakalān en duritam pōy maṙayān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mōdattil muzhukān nin kṛpa ennil coriyū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Let my sorrows fade away and all suffering dissolve, so I may revel in the blissful Self. Shower upon me your boundless grace.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kuṙavellām kazhivākki tīrkkunn-orammē</vt:lpstr>
      <vt:lpstr>kuṙavellām kazhivākki tīrkkunn-orammē en kizhivellām kazhivākki tīrkkēṇamē nī…</vt:lpstr>
      <vt:lpstr>kazhivonnum illāte kazhiyunnor-enne nin karatārāl tazhuku en akatāronn-uṇarān</vt:lpstr>
      <vt:lpstr>mōhattin kanalālen manam urukum nēram jñānattin prabha tūki matiyil nī uṇarū</vt:lpstr>
      <vt:lpstr>vazhi ellām aḍayumbōḷ teḷiyunna śaktī nin kṛpayālē mizhivāy ennakamē nī teḷiyū</vt:lpstr>
      <vt:lpstr>dhyānattin saurabhyam uḷppūvil niṙayān nāmattin mādhuryam akamalarān nuṇayān</vt:lpstr>
      <vt:lpstr>kadanam viṭṭakalān en duritam pōy maṙayān mōdattil muzhukān nin kṛpa ennil coriyū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kuṙavellām kazhivākki tīrkkunn-orammē</dc:title>
  <dc:creator>Amrita</dc:creator>
  <cp:lastModifiedBy>Amrita</cp:lastModifiedBy>
  <cp:revision>1</cp:revision>
  <dcterms:created xsi:type="dcterms:W3CDTF">2025-06-18T14:45:26Z</dcterms:created>
  <dcterms:modified xsi:type="dcterms:W3CDTF">2025-06-18T14:46:47Z</dcterms:modified>
</cp:coreProperties>
</file>