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4C0FA-5EB4-4E95-8215-2D930E25AE4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D1F6-0045-4D6A-A645-DA5A2094C9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4C0FA-5EB4-4E95-8215-2D930E25AE4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D1F6-0045-4D6A-A645-DA5A2094C9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4C0FA-5EB4-4E95-8215-2D930E25AE4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D1F6-0045-4D6A-A645-DA5A2094C9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4C0FA-5EB4-4E95-8215-2D930E25AE4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D1F6-0045-4D6A-A645-DA5A2094C9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4C0FA-5EB4-4E95-8215-2D930E25AE4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D1F6-0045-4D6A-A645-DA5A2094C9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4C0FA-5EB4-4E95-8215-2D930E25AE4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D1F6-0045-4D6A-A645-DA5A2094C9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4C0FA-5EB4-4E95-8215-2D930E25AE4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D1F6-0045-4D6A-A645-DA5A2094C9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4C0FA-5EB4-4E95-8215-2D930E25AE4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D1F6-0045-4D6A-A645-DA5A2094C9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4C0FA-5EB4-4E95-8215-2D930E25AE4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D1F6-0045-4D6A-A645-DA5A2094C9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4C0FA-5EB4-4E95-8215-2D930E25AE4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D1F6-0045-4D6A-A645-DA5A2094C9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4C0FA-5EB4-4E95-8215-2D930E25AE4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FD1F6-0045-4D6A-A645-DA5A2094C9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4C0FA-5EB4-4E95-8215-2D930E25AE4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FD1F6-0045-4D6A-A645-DA5A2094C95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Pour illumine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(French)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Pour illuminer cette nuit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Et vivre tous en harmonie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To brighten this night and allow everyone to live in harmony,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Regarde le ciel, et le soleil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look up at the sky and the sun,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Ta planète et ses merveilles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and at your planet with all its wonders.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ōm lōkāḥ samastāḥ sukhinō bhavantu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ōm lōkāḥ samastāḥ sukhinō bhavantu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May all beings in all worlds be happy.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5800" smtClean="0">
                <a:solidFill>
                  <a:srgbClr val="FFFFFF"/>
                </a:solidFill>
                <a:latin typeface="Calibri"/>
              </a:rPr>
              <a:t>Comme la mère veille l'enfant</a:t>
            </a:r>
            <a:br>
              <a:rPr lang="fr-FR" sz="5800" smtClean="0">
                <a:solidFill>
                  <a:srgbClr val="FFFFFF"/>
                </a:solidFill>
                <a:latin typeface="Calibri"/>
              </a:rPr>
            </a:br>
            <a:r>
              <a:rPr lang="fr-FR" sz="5800" smtClean="0">
                <a:solidFill>
                  <a:srgbClr val="FFFFFF"/>
                </a:solidFill>
                <a:latin typeface="Calibri"/>
              </a:rPr>
              <a:t>La Terre nous porte patiemment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Just as a mother watches over her child, the Earth bears us patiently.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Suivant ses pas, donne en retour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Follow her example by giving back in return,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Et dans la joie, repands l'amour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and in that spirit of joy, spread love.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ōm lōkāḥ samastāḥ sukhinō bhavantu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ōm lōkāḥ samastāḥ sukhinō bhavantu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May all beings in all worlds be happy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129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Pour illumine</vt:lpstr>
      <vt:lpstr>Pour illuminer cette nuit Et vivre tous en harmonie </vt:lpstr>
      <vt:lpstr>Regarde le ciel, et le soleil </vt:lpstr>
      <vt:lpstr>Ta planète et ses merveilles</vt:lpstr>
      <vt:lpstr>ōm lōkāḥ samastāḥ sukhinō bhavantu ōm lōkāḥ samastāḥ sukhinō bhavantu</vt:lpstr>
      <vt:lpstr>Comme la mère veille l'enfant La Terre nous porte patiemment</vt:lpstr>
      <vt:lpstr>Suivant ses pas, donne en retour</vt:lpstr>
      <vt:lpstr>Et dans la joie, repands l'amour</vt:lpstr>
      <vt:lpstr>ōm lōkāḥ samastāḥ sukhinō bhavantu ōm lōkāḥ samastāḥ sukhinō bhavantu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Pour illumine</dc:title>
  <dc:creator>Amrita</dc:creator>
  <cp:lastModifiedBy>Amrita</cp:lastModifiedBy>
  <cp:revision>1</cp:revision>
  <dcterms:created xsi:type="dcterms:W3CDTF">2025-09-15T13:03:06Z</dcterms:created>
  <dcterms:modified xsi:type="dcterms:W3CDTF">2025-09-15T13:04:21Z</dcterms:modified>
</cp:coreProperties>
</file>