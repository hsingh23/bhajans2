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15E37-4076-44D2-AE8E-D25742AF88EC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F280D-1632-422F-B7DB-62698C5FA0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hṛdayattil innu rāsa-kēḷi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hṛdayattil innu rāsa-kēḷi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hṛdayēśvarande naḍana-kēḷi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Within my heart, the rasa dance begins—it becomes the stage for the divine play of Krishna, the Lord of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en muraḷika tānē uṇarunnu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ennile ñānum inn-uṇarnnu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My flute awakens on its own, and with it, my true Self—one with the Lord—awakens too.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jagadīśvarā kṛṣṇā guru-pavanēśvarā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Lord of the universe, beloved Lord of Guruvayoor!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paikkaḷum ṛtukkaḷum pūkkalum nōkkunnu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kaṇṇande nisvana-muraḷi-gānam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calves, the seasons, and the blossoms gaze in wonder, searching for the source of Krishna’s flute song.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vismaya-līlakaḷ āḍunna mādhavan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vismaya-pūramī vṛndāvanam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Madhavan plays his wondrous, divine games, and all of Vrindavan is steeped in enchantment.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māyayām yavanika māṫṫi nī eppōzhum 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māyāte nilkkumō kaṇṇan-uṇṇī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O my beloved Krishna, will you lift the veil of illusion from my mind and remain forever unveiled in the temple of my heart?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ōrttu bhajikkām cittattil sarvadā 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samasta-śānti nī nalkiḍaṇē…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With all my mind, heart, and intellect, I shall worship you. O compassionate Lord, please grant peace to all beings, for all time.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hṛdayattil innu rāsa-kēḷi</vt:lpstr>
      <vt:lpstr>hṛdayattil innu rāsa-kēḷi hṛdayēśvarande naḍana-kēḷi</vt:lpstr>
      <vt:lpstr>en muraḷika tānē uṇarunnu ennile ñānum inn-uṇarnnu</vt:lpstr>
      <vt:lpstr>jagadīśvarā kṛṣṇā guru-pavanēśvarā</vt:lpstr>
      <vt:lpstr>paikkaḷum ṛtukkaḷum pūkkalum nōkkunnu kaṇṇande nisvana-muraḷi-gānam</vt:lpstr>
      <vt:lpstr>vismaya-līlakaḷ āḍunna mādhavan vismaya-pūramī vṛndāvanam</vt:lpstr>
      <vt:lpstr>māyayām yavanika māṫṫi nī eppōzhum  māyāte nilkkumō kaṇṇan-uṇṇī</vt:lpstr>
      <vt:lpstr>ōrttu bhajikkām cittattil sarvadā  samasta-śānti nī nalkiḍaṇē…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hṛdayattil innu rāsa-kēḷi</dc:title>
  <dc:creator>Amrita</dc:creator>
  <cp:lastModifiedBy>Amrita</cp:lastModifiedBy>
  <cp:revision>1</cp:revision>
  <dcterms:created xsi:type="dcterms:W3CDTF">2025-06-26T14:19:50Z</dcterms:created>
  <dcterms:modified xsi:type="dcterms:W3CDTF">2025-06-26T14:21:00Z</dcterms:modified>
</cp:coreProperties>
</file>