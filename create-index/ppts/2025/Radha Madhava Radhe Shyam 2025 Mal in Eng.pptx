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F9DFAD-493C-4CB7-AA75-FB03BB96A64E}" type="datetimeFigureOut">
              <a:rPr lang="en-US" smtClean="0"/>
              <a:t>7/18/2025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45791B-EF11-47F7-B959-17865C729E86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rādhā-mādhava rādhē-śyām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rādhā-mādhava rādhē-śyām rādhā-jīvana rādhē-śyām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hē giridhārī rādhē-śyām hē vanamālī rādhē-śyām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Shyam, the beloved of Radha, her very life, He who lifted the Govardhana mountain, who wears garlands of forest flowers.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kaṇṇande priyasakhi rādhē</a:t>
            </a:r>
            <a:br>
              <a:rPr lang="en-US" sz="6400" smtClean="0">
                <a:solidFill>
                  <a:srgbClr val="FFFFFF"/>
                </a:solidFill>
                <a:latin typeface="Calibri"/>
              </a:rPr>
            </a:br>
            <a:r>
              <a:rPr lang="en-US" sz="6400" smtClean="0">
                <a:solidFill>
                  <a:srgbClr val="FFFFFF"/>
                </a:solidFill>
                <a:latin typeface="Calibri"/>
              </a:rPr>
              <a:t>kaṇṇande sarvasvam allē nī? </a:t>
            </a:r>
            <a:endParaRPr lang="en-US" sz="64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Radha! You are dearest to Krishna, Aren’t you his everything?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900" smtClean="0">
                <a:solidFill>
                  <a:srgbClr val="FFFFFF"/>
                </a:solidFill>
                <a:latin typeface="Calibri"/>
              </a:rPr>
              <a:t>kaṇṇane tanne ninaccu ninaccu</a:t>
            </a:r>
            <a:br>
              <a:rPr lang="en-US" sz="5900" smtClean="0">
                <a:solidFill>
                  <a:srgbClr val="FFFFFF"/>
                </a:solidFill>
                <a:latin typeface="Calibri"/>
              </a:rPr>
            </a:br>
            <a:r>
              <a:rPr lang="en-US" sz="5900" smtClean="0">
                <a:solidFill>
                  <a:srgbClr val="FFFFFF"/>
                </a:solidFill>
                <a:latin typeface="Calibri"/>
              </a:rPr>
              <a:t>ā nīlavarṇṇam kavarnnatallē? </a:t>
            </a:r>
            <a:endParaRPr lang="en-US" sz="59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Constantly immersed in his memories, Your body has stolen his blue hue and made it your own.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kaṇṇan varum sakhī en manam ōtunnu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rādha illātavan vāzhum ennō? 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Krishna will come, my dear friend—my heart tells me so. How can he live without his Radha?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smtClean="0">
                <a:solidFill>
                  <a:srgbClr val="FFFFFF"/>
                </a:solidFill>
                <a:latin typeface="Calibri"/>
              </a:rPr>
              <a:t>vanamāla tannavan muraḷiyum tannavan</a:t>
            </a:r>
            <a:br>
              <a:rPr lang="en-US" sz="5700" smtClean="0">
                <a:solidFill>
                  <a:srgbClr val="FFFFFF"/>
                </a:solidFill>
                <a:latin typeface="Calibri"/>
              </a:rPr>
            </a:br>
            <a:r>
              <a:rPr lang="en-US" sz="5700" smtClean="0">
                <a:solidFill>
                  <a:srgbClr val="FFFFFF"/>
                </a:solidFill>
                <a:latin typeface="Calibri"/>
              </a:rPr>
              <a:t>varum enn-uraceytu pōyatallō</a:t>
            </a:r>
            <a:endParaRPr lang="en-US" sz="57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400" smtClean="0">
                <a:solidFill>
                  <a:srgbClr val="FFFF00"/>
                </a:solidFill>
                <a:latin typeface="Calibri"/>
              </a:rPr>
              <a:t>He gave you his garland of wildflowers, he gave you his beloved flute. And when he left, he said he would surely return.</a:t>
            </a:r>
            <a:endParaRPr lang="en-US" sz="5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vanavallikk-iḍayilāy pīli-nētraṅgaḷ kaṇḍō?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kāṫṫinum kaṇṇande sugandham illē?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Do you see his lotus eyes, dark-fringed with long lashes, amidst the forest creepers? Doesn’t the breeze carry the fragrance of Krishna?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pullāṅkuzhal-nādam kēḷkkunnuvō sakhī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kālccilambocca iṅgaḍuttu vannō?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My friend, don’t you hear the melody rising from his flute? Isn’t the sound of his anklets drawing nearer and nearer?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300" smtClean="0">
                <a:solidFill>
                  <a:srgbClr val="FFFFFF"/>
                </a:solidFill>
                <a:latin typeface="Calibri"/>
              </a:rPr>
              <a:t>ōrkkumbōḷ taḷarunnu kaṇṇan vannīḍumbōḷ</a:t>
            </a:r>
            <a:br>
              <a:rPr lang="en-US" sz="6300" smtClean="0">
                <a:solidFill>
                  <a:srgbClr val="FFFFFF"/>
                </a:solidFill>
                <a:latin typeface="Calibri"/>
              </a:rPr>
            </a:br>
            <a:r>
              <a:rPr lang="en-US" sz="6300" smtClean="0">
                <a:solidFill>
                  <a:srgbClr val="FFFFFF"/>
                </a:solidFill>
                <a:latin typeface="Calibri"/>
              </a:rPr>
              <a:t>entāmō ende avastha sakhī</a:t>
            </a:r>
            <a:endParaRPr lang="en-US" sz="63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When I see him after all these years, O friend, what will become of me? Will my feet falter?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pādam iḍaṙumō dēham taḷarumō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prāṇa-sañcāram nilaccu pōkumō?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Will my body lose all strength to move? Will my breath cease the very moment I behold him?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235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rādhā-mādhava rādhē-śyām</vt:lpstr>
      <vt:lpstr>rādhā-mādhava rādhē-śyām rādhā-jīvana rādhē-śyām hē giridhārī rādhē-śyām hē vanamālī rādhē-śyām</vt:lpstr>
      <vt:lpstr>kaṇṇande priyasakhi rādhē kaṇṇande sarvasvam allē nī? </vt:lpstr>
      <vt:lpstr>kaṇṇane tanne ninaccu ninaccu ā nīlavarṇṇam kavarnnatallē? </vt:lpstr>
      <vt:lpstr>kaṇṇan varum sakhī en manam ōtunnu rādha illātavan vāzhum ennō? </vt:lpstr>
      <vt:lpstr>vanamāla tannavan muraḷiyum tannavan varum enn-uraceytu pōyatallō</vt:lpstr>
      <vt:lpstr>vanavallikk-iḍayilāy pīli-nētraṅgaḷ kaṇḍō? kāṫṫinum kaṇṇande sugandham illē? </vt:lpstr>
      <vt:lpstr>pullāṅkuzhal-nādam kēḷkkunnuvō sakhī kālccilambocca iṅgaḍuttu vannō? </vt:lpstr>
      <vt:lpstr>ōrkkumbōḷ taḷarunnu kaṇṇan vannīḍumbōḷ entāmō ende avastha sakhī</vt:lpstr>
      <vt:lpstr>pādam iḍaṙumō dēham taḷarumō prāṇa-sañcāram nilaccu pōkumō?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rādhā-mādhava rādhē-śyām</dc:title>
  <dc:creator>Amrita</dc:creator>
  <cp:lastModifiedBy>Amrita</cp:lastModifiedBy>
  <cp:revision>1</cp:revision>
  <dcterms:created xsi:type="dcterms:W3CDTF">2025-07-18T11:06:19Z</dcterms:created>
  <dcterms:modified xsi:type="dcterms:W3CDTF">2025-07-18T11:06:45Z</dcterms:modified>
</cp:coreProperties>
</file>