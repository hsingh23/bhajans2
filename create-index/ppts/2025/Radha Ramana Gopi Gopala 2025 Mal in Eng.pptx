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CF5AC-4808-4C90-A879-494C64D0628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92C89-EC54-439B-8A68-762527DF6D1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rādhā ramaṇā gōpi-gōpālā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rādhā ramaṇā gōpi-gōpālā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gōkula-nandana kṛṣṇā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Radha’s Lord, the beloved cowherd of the gopikas, son of Nanda of Gokula—O Krishna, I take refuge in you!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neṫṫiyil cēlezhum gōpimaṇ poṭṭum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kanaka-kaṅkaṇam tōḷ vaḷayum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a tilak of gopichandan gracing his brow, golden bangles and armlets adorning his limbs,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piccaka-pūmāla cārtti mṛdu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veṇṇilā-puñciri tūki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a garland of fragrant jasmine resting on his chest, he smiles as radiantly as silvery moonlight.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pēlava kaiyil pullāṅkuzhal ēnti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kārmukil varṇṇan vannuvallō 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 flute rests gently in his tender fingers— the dark-hued one has come…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ende kārmukil varṇṇan vannuvallō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yes, my dark-hued one has come!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mauliyil mayilppili tiruki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paricōḍaṅgu cērttu keṭṭi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 peacock feather crowns the curls upon his head,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pūṅkaviḷine umma vaccīḍunna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makara-kuṇḍalam kātil aṇiññu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while dangling fish-shaped earrings kiss his soft cheeks.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ciluciluṅgane kiluṅgi āḍum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kāñcana-cilamb-aṇiññu koṇḍu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Golden anklets tinkle sweetly with each graceful step.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ōḍakkuzhal ūti kōḍakkārvarṇṇan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gōpikāmāruḍe cāratt-etti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Playing his flute, the dark-hued one comes to stand beside the gopikas.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vēṇu-gānāravam kēṭṭu vrajattil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gōpikāmār-aṅgu mattarāyi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Hearing the melodies of his flute, the gopikas of Vraja were swept into ecstasy.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vṛndāvana-sthitan nandasūnu tande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cāratt-aṇaññ-aṅgu mōhitarāy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son of Nanda, the dweller of Vrindavan, came among them, and their hearts were enraptured by him.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prēmānubhūtiyil kaṇṇanōḍ-ottavar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ānanda-rāsa naḍanam āḍi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the bliss of divine love, they danced the joyous rasa with Krishna,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 rāsakēḷiyil brahmāṇḍam ākavē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bhakti unmattarāy onnu cērnnu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the entire cosmos, intoxicated by devotion, joined in that sacred dance of 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bhakti unmattarāy onnu cērnnu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intoxicated by devotion, joined in that sacred dance of 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rādhā ramaṇā gōpi-gōpālā</vt:lpstr>
      <vt:lpstr>rādhā ramaṇā gōpi-gōpālā gōkula-nandana kṛṣṇā harē</vt:lpstr>
      <vt:lpstr>neṫṫiyil cēlezhum gōpimaṇ poṭṭum kanaka-kaṅkaṇam tōḷ vaḷayum</vt:lpstr>
      <vt:lpstr>piccaka-pūmāla cārtti mṛdu veṇṇilā-puñciri tūki</vt:lpstr>
      <vt:lpstr>pēlava kaiyil pullāṅkuzhal ēnti kārmukil varṇṇan vannuvallō </vt:lpstr>
      <vt:lpstr>ende kārmukil varṇṇan vannuvallō</vt:lpstr>
      <vt:lpstr>  mauliyil mayilppili tiruki  paricōḍaṅgu cērttu keṭṭi</vt:lpstr>
      <vt:lpstr>pūṅkaviḷine umma vaccīḍunna makara-kuṇḍalam kātil aṇiññu</vt:lpstr>
      <vt:lpstr>ciluciluṅgane kiluṅgi āḍum kāñcana-cilamb-aṇiññu koṇḍu</vt:lpstr>
      <vt:lpstr>ōḍakkuzhal ūti kōḍakkārvarṇṇan gōpikāmāruḍe cāratt-etti</vt:lpstr>
      <vt:lpstr>vēṇu-gānāravam kēṭṭu vrajattil gōpikāmār-aṅgu mattarāyi</vt:lpstr>
      <vt:lpstr>vṛndāvana-sthitan nandasūnu tande cāratt-aṇaññ-aṅgu mōhitarāy</vt:lpstr>
      <vt:lpstr>prēmānubhūtiyil kaṇṇanōḍ-ottavar ānanda-rāsa naḍanam āḍi</vt:lpstr>
      <vt:lpstr>ā rāsakēḷiyil brahmāṇḍam ākavē bhakti unmattarāy onnu cērnnu</vt:lpstr>
      <vt:lpstr>bhakti unmattarāy onnu cērnnu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rādhā ramaṇā gōpi-gōpālā</dc:title>
  <dc:creator>Amrita</dc:creator>
  <cp:lastModifiedBy>Amrita</cp:lastModifiedBy>
  <cp:revision>1</cp:revision>
  <dcterms:created xsi:type="dcterms:W3CDTF">2025-06-20T08:55:10Z</dcterms:created>
  <dcterms:modified xsi:type="dcterms:W3CDTF">2025-06-20T08:56:56Z</dcterms:modified>
</cp:coreProperties>
</file>