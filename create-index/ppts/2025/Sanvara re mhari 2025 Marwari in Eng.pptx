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C6DEF-E60F-447B-8EBA-D670D5C489C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A346-A54C-4F61-8D08-CB8F49669B4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sāṅvarā rē mhāri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(Marwari)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sāṅvarā rē mhāri prīt nibhājyō jī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mhāri prīt nibhājyō jī…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mhāri prīt nibhājyō jī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Dark One, uphold my love, uphold my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thē chō mhārō ō… guṇ rō sāgar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avaguṇ mhā bisrājō jī…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my ocean of virtues, please forget my faults.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sāṅvarā rē mhāri prīt nibhājyō jī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mhāri prīt nibh nibhājyō jī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Dark Beloved, stay true to my love, stay true to my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lōk na sijaya manana patīja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mukhaḍā sabad suṇājō jī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me not be swayed by the world’s opinions or promises—let me only hear the words from your lips.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dāsi thāri janama janama ri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mhārē āṅgan ājō jī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your servant for birth after birth—please come into my courtyard today.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mīra rē prabhu giridhar nāgar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bēḍa pār lagājō jī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 Giridhar, Beloved of Meera, carry my boat across to the other shore.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sāṅvarā rē mhāri</vt:lpstr>
      <vt:lpstr>sāṅvarā rē mhāri prīt nibhājyō jī mhāri prīt nibhājyō jī… mhāri prīt nibhājyō jī</vt:lpstr>
      <vt:lpstr>thē chō mhārō ō… guṇ rō sāgar avaguṇ mhā bisrājō jī…</vt:lpstr>
      <vt:lpstr>sāṅvarā rē mhāri prīt nibhājyō jī mhāri prīt nibh nibhājyō jī</vt:lpstr>
      <vt:lpstr>lōk na sijaya manana patīja mukhaḍā sabad suṇājō jī</vt:lpstr>
      <vt:lpstr>dāsi thāri janama janama ri mhārē āṅgan ājō jī</vt:lpstr>
      <vt:lpstr>mīra rē prabhu giridhar nāgar bēḍa pār lagājō jī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sāṅvarā rē mhāri</dc:title>
  <dc:creator>Amrita</dc:creator>
  <cp:lastModifiedBy>Amrita</cp:lastModifiedBy>
  <cp:revision>1</cp:revision>
  <dcterms:created xsi:type="dcterms:W3CDTF">2025-09-03T12:41:54Z</dcterms:created>
  <dcterms:modified xsi:type="dcterms:W3CDTF">2025-09-03T12:43:01Z</dcterms:modified>
</cp:coreProperties>
</file>