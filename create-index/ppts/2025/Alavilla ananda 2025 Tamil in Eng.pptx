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F2F36-476C-4BCF-B0C8-B50D387F26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ED8A6-6C4D-4DF7-BA27-5B3BC4C50C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aḷavillā ānanda vaḍivāna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aḷavillā ānanda vaḍivāna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azhivillā ānandam aruḷvāy 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embodiment of boundless bliss, bestow your eternal bliss upon me, O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aṙiyāmal nān seyta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pizhai kāttaruḷvāyē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anbōḍu enai untan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padam cērttaruḷvāyē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Please forgive the mistakes I have made unknowingly, and with love, bless me to take refuge at your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jagam yāvum āzhkinḍra mahāṙāṇi nīyē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manamāḷa maṙantāyō mahākāḷi tāyē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You are the great Queen who permeates the entire universe-have you forgotten to reign over my heart, O Mother Mahakali?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madam koṇḍu aḍaṅkāmal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alaipāyum manattai – un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padam koṇḍu sīrākkum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kalaiyai ñān aṙindēn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have come to understand the art by which the restless, pride-filled, and unrestrained mind can be transformed and sanctified—by anchoring it at your sacred feet.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ulakattār aṙiyāta poruḷai nān aṙiya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unnaruḷālē aṙiyāmai iruḷ yāvum nīṅga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By your grace, O Mother, may I come to know that truth which the people of the world do not perceive; let the darkness of ignorance be dispelled entirely.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vazhi-seytāy ammā un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mahimai ñān pāḍa –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sariseytāy kuṙayāvum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maṙaint-ōḍipōga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have shown me the path so I may sing of your glory—and you have made all my shortcomings disappear without a trace.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aḷavillā ānanda vaḍivāna ammā</vt:lpstr>
      <vt:lpstr>aḷavillā ānanda vaḍivāna ammā azhivillā ānandam aruḷvāy ammā</vt:lpstr>
      <vt:lpstr>aṙiyāmal nān seyta pizhai kāttaruḷvāyē anbōḍu enai untan padam cērttaruḷvāyē</vt:lpstr>
      <vt:lpstr>jagam yāvum āzhkinḍra mahāṙāṇi nīyē en manamāḷa maṙantāyō mahākāḷi tāyē</vt:lpstr>
      <vt:lpstr>madam koṇḍu aḍaṅkāmal alaipāyum manattai – un padam koṇḍu sīrākkum kalaiyai ñān aṙindēn</vt:lpstr>
      <vt:lpstr>ulakattār aṙiyāta poruḷai nān aṙiya unnaruḷālē aṙiyāmai iruḷ yāvum nīṅga</vt:lpstr>
      <vt:lpstr>vazhi-seytāy ammā un mahimai ñān pāḍa – nī sariseytāy kuṙayāvum maṙaint-ōḍipōga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aḷavillā ānanda vaḍivāna ammā</dc:title>
  <dc:creator>Amrita</dc:creator>
  <cp:lastModifiedBy>Amrita</cp:lastModifiedBy>
  <cp:revision>1</cp:revision>
  <dcterms:created xsi:type="dcterms:W3CDTF">2025-06-27T13:54:03Z</dcterms:created>
  <dcterms:modified xsi:type="dcterms:W3CDTF">2025-06-27T13:55:44Z</dcterms:modified>
</cp:coreProperties>
</file>