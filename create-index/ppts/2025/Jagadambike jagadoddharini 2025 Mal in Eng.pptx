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zqi5VHtTxBNCn2EnDpmJkGXT/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jagadambikē jagadōdhāriṇi mā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jagadambikē jagadōdhāriṇi mā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nitya-kanyē viśvapālakī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of the world, upholder of the universe, the immaculate One, sovereign of all creation.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 pāda-dhūḷiyil 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smṛtikaḷ layippū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manvantaraṅgaḷum 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ceṙu tariyāyi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</a:rPr>
              <a:t>The Vedas merge into the dust of your sacred feet,</a:t>
            </a: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and countless eons shrink to a single grain of sand.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niṙayunnu nāda-brahmavum ārdramāy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śruti cērunnu nin mozhiyil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100"/>
              <a:buNone/>
            </a:pPr>
            <a:r>
              <a:rPr lang="en-US" sz="6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primal sound of Om, which pervades the cosmos, finds its voice in your words.</a:t>
            </a:r>
            <a:endParaRPr sz="6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āḍunnu līlāmōdattāl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tēḍunnu tyāga-tapasvikaḷe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world is your blissful, divine play. You seek the renunciates who live in disciplined devotion.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ārttaṭṭahāsattōḍ-ennum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nṛttam- caviṭṭi ramikkunnu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dance in joy, your laughter echoing in thunderous delight.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ēkākini…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sṛṣṭi-pālini… nī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You, who dwell in solitude, sustain all of creation.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 mā… jay mā…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 mā… jay mā…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Victory to Mother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jagadambikē jagadōdhāriṇi mā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nitya-kanyē viśvapālakī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of the world, upholder of the universe, the immaculate One, sovereign of all creation.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ēkāntatayil kēzhumī jīvane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oru kuḷirkāṫṫāy nī tazhukiḍillē?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you not come as a cool and soothing breeze, to caress this soul crying out in lonely solitude?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eriyunna smaraṇa tan kanalāzhiyil nī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oru kuḷir-mazhayāy peyyukillē? 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you not pour down as gentle, healing rain upon the ocean of smoldering embers—embers of your memory that burn and sear within me?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ādhikku nitya-virāmam nī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māyakaḷ nīkkum śūlattāl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bring an end to suffering, once and for all. With your spear, you pierce through divine illusions.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koyyunn-ahantaye vāḷttalayāl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cērkkunnu jīvane nityapadam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With your sword, you cut down ego’s pride, and merge the wandering souls into your lotus feet.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vātsalyamayi… varadāyini… nī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are the tender, compassionate one, the benevolent mother who blesses all beings.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 mā… jay mā…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 mā… jay mā…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Victory to Mother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2025-07-04T17:09:43Z</dcterms:created>
  <dc:creator>Amrita</dc:creator>
</cp:coreProperties>
</file>