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92" r:id="rId2"/>
    <p:sldId id="302" r:id="rId3"/>
    <p:sldId id="294" r:id="rId4"/>
    <p:sldId id="295" r:id="rId5"/>
    <p:sldId id="296" r:id="rId6"/>
    <p:sldId id="297" r:id="rId7"/>
    <p:sldId id="298" r:id="rId8"/>
    <p:sldId id="299" r:id="rId9"/>
    <p:sldId id="300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9" autoAdjust="0"/>
    <p:restoredTop sz="86441" autoAdjust="0"/>
  </p:normalViewPr>
  <p:slideViewPr>
    <p:cSldViewPr>
      <p:cViewPr varScale="1">
        <p:scale>
          <a:sx n="99" d="100"/>
          <a:sy n="99" d="100"/>
        </p:scale>
        <p:origin x="-197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8/23/2025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Miles away from you</a:t>
            </a:r>
            <a:endParaRPr lang="en-US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j-lt"/>
                <a:ea typeface="+mj-ea"/>
                <a:cs typeface="Rachana" pitchFamily="2" charset="0"/>
              </a:rPr>
              <a:t>2025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7200" dirty="0" smtClean="0">
                <a:solidFill>
                  <a:srgbClr val="FFFF00"/>
                </a:solidFill>
                <a:latin typeface="+mj-lt"/>
                <a:ea typeface="+mj-ea"/>
                <a:cs typeface="Rachana" pitchFamily="2" charset="0"/>
              </a:rPr>
              <a:t>(English)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Miles away from you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Closer than my breath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Your essence in hearts of all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I pray to merge in you</a:t>
            </a:r>
            <a:endParaRPr lang="en-US" sz="7200" dirty="0">
              <a:cs typeface="Rachana" pitchFamily="2" charset="0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Devi whose hair is sky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Please reveal your subtle form</a:t>
            </a:r>
            <a:endParaRPr lang="en-US" dirty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Boundless and full, perfectly still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Shine forth from the shrine within</a:t>
            </a:r>
            <a:endParaRPr lang="en-US" dirty="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Miles away from you</a:t>
            </a:r>
            <a:endParaRPr lang="en-US" dirty="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each </a:t>
            </a:r>
            <a:r>
              <a:rPr lang="en-US" sz="7200" dirty="0" smtClean="0">
                <a:cs typeface="Rachana" pitchFamily="2" charset="0"/>
              </a:rPr>
              <a:t>and every drop of your love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Devi is like fragrant gold</a:t>
            </a:r>
            <a:endParaRPr lang="en-US" dirty="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the </a:t>
            </a:r>
            <a:r>
              <a:rPr lang="en-US" sz="7200" dirty="0" smtClean="0">
                <a:cs typeface="Rachana" pitchFamily="2" charset="0"/>
              </a:rPr>
              <a:t>sun rises, the path unfolds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Moments with you etched in my soul</a:t>
            </a:r>
            <a:endParaRPr lang="en-US" dirty="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Miles away from you</a:t>
            </a:r>
            <a:endParaRPr lang="en-US" dirty="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Devi hold me close from far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Hold </a:t>
            </a:r>
            <a:r>
              <a:rPr lang="en-US" sz="7200" dirty="0" smtClean="0">
                <a:cs typeface="Rachana" pitchFamily="2" charset="0"/>
              </a:rPr>
              <a:t>me close from far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Devi hold me close from far</a:t>
            </a:r>
            <a:endParaRPr lang="en-US" sz="7200" dirty="0">
              <a:cs typeface="Rachana" pitchFamily="2" charset="0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2763</TotalTime>
  <Words>51</Words>
  <Application>Microsoft Office PowerPoint</Application>
  <PresentationFormat>On-screen Show (4:3)</PresentationFormat>
  <Paragraphs>11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Miles away from you</vt:lpstr>
      <vt:lpstr>Miles away from you Closer than my breath Your essence in hearts of all I pray to merge in you</vt:lpstr>
      <vt:lpstr>Devi whose hair is sky Please reveal your subtle form</vt:lpstr>
      <vt:lpstr>Boundless and full, perfectly still Shine forth from the shrine within</vt:lpstr>
      <vt:lpstr>Miles away from you</vt:lpstr>
      <vt:lpstr>each and every drop of your love Devi is like fragrant gold</vt:lpstr>
      <vt:lpstr>the sun rises, the path unfolds Moments with you etched in my soul</vt:lpstr>
      <vt:lpstr>Miles away from you</vt:lpstr>
      <vt:lpstr>Devi hold me close from far Hold me close from far Devi hold me close from far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Amrita</cp:lastModifiedBy>
  <cp:revision>327</cp:revision>
  <dcterms:created xsi:type="dcterms:W3CDTF">2006-08-16T00:00:00Z</dcterms:created>
  <dcterms:modified xsi:type="dcterms:W3CDTF">2025-08-23T15:24:13Z</dcterms:modified>
</cp:coreProperties>
</file>