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CE3D1-F160-4FA5-B359-40357316F370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8BA09-A435-44B3-8256-A188B6D3F5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ormma vacca nāḷ mutal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ormma vacca nāḷ mutal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kaṇṇane kāṇān kāttirunnu en manam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For as long as I can remember, my heart has longed for a glimpse of Krishna.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nēram eṅkilum nī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vannirunneṅkil ennu mōhiccu en hṛdayam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hoped that you would come, if only once, to dwell within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maunattin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madhura-smṛtiyil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manassil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oru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gītam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uṇarnnu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In the depths of silent remembrance, a song blossomed within my heart.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niravadhi rāvil ninde nāmam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pāḍi pāḍi naḍannu ñān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Through countless nights, I wandered on, singing your holy name.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snēham niṙañña nin cintakaḷ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ennil tēn-nilāvāy paḍarnnu 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Thoughts of you filled me with love, spreading within me like radiant moonlight.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madhura-smaraṇakaḷ ōrōnnum ennil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puḷakattin ōḷaṅgaḷāy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Each sweet remembrance stirred waves of bliss in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māṙi maṙayunna jīvita-svapnattil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māṙātta sattayil cērān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In this ever-changing dream we call life, I long to merge into the changeless essence.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kṛṣṇā… nī varam aruḷū ennil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anugraham coriyaṇē kaṇṇā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bless me—let me become one with you!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150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ormma vacca nāḷ mutal </vt:lpstr>
      <vt:lpstr>ormma vacca nāḷ mutal  kaṇṇane kāṇān kāttirunnu en manam</vt:lpstr>
      <vt:lpstr>oru nēram eṅkilum nī vannirunneṅkil ennu mōhiccu en hṛdayam</vt:lpstr>
      <vt:lpstr>maunattin madhura-smṛtiyil manassil oru gītam uṇarnnu</vt:lpstr>
      <vt:lpstr>niravadhi rāvil ninde nāmam pāḍi pāḍi naḍannu ñān</vt:lpstr>
      <vt:lpstr>snēham niṙañña nin cintakaḷ ennil tēn-nilāvāy paḍarnnu </vt:lpstr>
      <vt:lpstr>madhura-smaraṇakaḷ ōrōnnum ennil puḷakattin ōḷaṅgaḷāy</vt:lpstr>
      <vt:lpstr>māṙi maṙayunna jīvita-svapnattil māṙātta sattayil cērān </vt:lpstr>
      <vt:lpstr>kṛṣṇā… nī varam aruḷū ennil anugraham coriyaṇē kaṇṇā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ormma vacca nāḷ mutal</dc:title>
  <dc:creator>Amrita</dc:creator>
  <cp:lastModifiedBy>Amrita</cp:lastModifiedBy>
  <cp:revision>3</cp:revision>
  <dcterms:created xsi:type="dcterms:W3CDTF">2025-06-20T08:37:52Z</dcterms:created>
  <dcterms:modified xsi:type="dcterms:W3CDTF">2025-11-28T14:51:56Z</dcterms:modified>
</cp:coreProperties>
</file>