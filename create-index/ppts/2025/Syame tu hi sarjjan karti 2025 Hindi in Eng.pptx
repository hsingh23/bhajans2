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D9303-A7B4-44A5-8C38-D5C9B07C4355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21B4-B414-4FDF-BD79-1E1B0AC375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D9303-A7B4-44A5-8C38-D5C9B07C4355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21B4-B414-4FDF-BD79-1E1B0AC375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D9303-A7B4-44A5-8C38-D5C9B07C4355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21B4-B414-4FDF-BD79-1E1B0AC375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D9303-A7B4-44A5-8C38-D5C9B07C4355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21B4-B414-4FDF-BD79-1E1B0AC375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D9303-A7B4-44A5-8C38-D5C9B07C4355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21B4-B414-4FDF-BD79-1E1B0AC375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D9303-A7B4-44A5-8C38-D5C9B07C4355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21B4-B414-4FDF-BD79-1E1B0AC375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D9303-A7B4-44A5-8C38-D5C9B07C4355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21B4-B414-4FDF-BD79-1E1B0AC375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D9303-A7B4-44A5-8C38-D5C9B07C4355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21B4-B414-4FDF-BD79-1E1B0AC375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D9303-A7B4-44A5-8C38-D5C9B07C4355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21B4-B414-4FDF-BD79-1E1B0AC375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D9303-A7B4-44A5-8C38-D5C9B07C4355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21B4-B414-4FDF-BD79-1E1B0AC375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D9303-A7B4-44A5-8C38-D5C9B07C4355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21B4-B414-4FDF-BD79-1E1B0AC375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D9303-A7B4-44A5-8C38-D5C9B07C4355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D21B4-B414-4FDF-BD79-1E1B0AC3755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śyāmē tū hī sarjan kartī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śyāmē tū hī sarjan kartī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dēvī tū hī lōka-pālini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dark-hued Mother, you alone create this entire creation; you alone are the protector of the worlds.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mahiṣāsur-mardinī mā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saṅkaṭ hāriṇī tū hī dēvī 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Mother, slayer of Mahishasura, you alone are the Goddess who removes all troubles.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jay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mātā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kī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… jay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mātā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kī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… jay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mātā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kī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… jay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mātā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kī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… jay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mātā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kī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… jay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mātā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kī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… jay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mātā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kī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… </a:t>
            </a:r>
            <a:br>
              <a:rPr lang="en-US" sz="4500" dirty="0" smtClean="0">
                <a:solidFill>
                  <a:srgbClr val="FFFFFF"/>
                </a:solidFill>
                <a:latin typeface="Calibri"/>
              </a:rPr>
            </a:b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jay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jay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jay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jay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500" dirty="0" err="1" smtClean="0">
                <a:solidFill>
                  <a:srgbClr val="FFFFFF"/>
                </a:solidFill>
                <a:latin typeface="Calibri"/>
              </a:rPr>
              <a:t>mā</a:t>
            </a:r>
            <a:r>
              <a:rPr lang="en-US" sz="45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45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Victory to Mother!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nahīṅ dekhā tujhkō kabhī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phir bhī tū hai sab sē pyārī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have never seen you, yet you are the dearest of all.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kaisē milūṅ kaisē pāvūṅ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banī yē bhī ēk pahēlī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How shall I meet you, how shall I reach you? This too is a puzzle for me.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rāh mujhē dikhlā dē tū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mā kaisē suljhē yē pahēlī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Show me the path, O Mother, so that this riddle may be solved.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viśva raṅg mañc yē tērā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jahāṅ dēkhūṅ tērā pasārā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This whole universe is your stage, wherever I look I see your vast presence.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nṛtya narttak sab hī tū hai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kahāṅ maiṅ aur kahāṅ mērā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The dance and the dancer are all you — where am I in this, and what is truly mine?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rāh mujhē dikhlā dē mā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darśan hō bas tērā hī tērā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Show me the way, O Mother, and may I have only your vision, always and only you.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218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śyāmē tū hī sarjan kartī</vt:lpstr>
      <vt:lpstr>śyāmē tū hī sarjan kartī dēvī tū hī lōka-pālini</vt:lpstr>
      <vt:lpstr>mahiṣāsur-mardinī mā saṅkaṭ hāriṇī tū hī dēvī mā</vt:lpstr>
      <vt:lpstr>jay mātā kī… jay mātā kī… jay mātā kī… jay mātā kī… jay mātā kī… jay mātā kī… jay mātā kī…  jay jay jay jay mā…</vt:lpstr>
      <vt:lpstr>nahīṅ dekhā tujhkō kabhī phir bhī tū hai sab sē pyārī</vt:lpstr>
      <vt:lpstr>kaisē milūṅ kaisē pāvūṅ banī yē bhī ēk pahēlī</vt:lpstr>
      <vt:lpstr>rāh mujhē dikhlā dē tū mā kaisē suljhē yē pahēlī</vt:lpstr>
      <vt:lpstr>viśva raṅg mañc yē tērā jahāṅ dēkhūṅ tērā pasārā</vt:lpstr>
      <vt:lpstr>nṛtya narttak sab hī tū hai kahāṅ maiṅ aur kahāṅ mērā</vt:lpstr>
      <vt:lpstr>rāh mujhē dikhlā dē mā darśan hō bas tērā hī tērā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śyāmē tū hī sarjan kartī</dc:title>
  <dc:creator>Amrita</dc:creator>
  <cp:lastModifiedBy>Amrita</cp:lastModifiedBy>
  <cp:revision>1</cp:revision>
  <dcterms:created xsi:type="dcterms:W3CDTF">2025-06-22T14:02:27Z</dcterms:created>
  <dcterms:modified xsi:type="dcterms:W3CDTF">2025-06-22T14:04:13Z</dcterms:modified>
</cp:coreProperties>
</file>