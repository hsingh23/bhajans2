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9F62-86D7-45BF-8901-6B60F75A1096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AF62-C212-4EFF-BD8B-37F496BF8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9F62-86D7-45BF-8901-6B60F75A1096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AF62-C212-4EFF-BD8B-37F496BF8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9F62-86D7-45BF-8901-6B60F75A1096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AF62-C212-4EFF-BD8B-37F496BF8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9F62-86D7-45BF-8901-6B60F75A1096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AF62-C212-4EFF-BD8B-37F496BF8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9F62-86D7-45BF-8901-6B60F75A1096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AF62-C212-4EFF-BD8B-37F496BF8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9F62-86D7-45BF-8901-6B60F75A1096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AF62-C212-4EFF-BD8B-37F496BF8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9F62-86D7-45BF-8901-6B60F75A1096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AF62-C212-4EFF-BD8B-37F496BF8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9F62-86D7-45BF-8901-6B60F75A1096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AF62-C212-4EFF-BD8B-37F496BF8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9F62-86D7-45BF-8901-6B60F75A1096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AF62-C212-4EFF-BD8B-37F496BF8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9F62-86D7-45BF-8901-6B60F75A1096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AF62-C212-4EFF-BD8B-37F496BF8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9F62-86D7-45BF-8901-6B60F75A1096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AF62-C212-4EFF-BD8B-37F496BF8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99F62-86D7-45BF-8901-6B60F75A1096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15AF62-C212-4EFF-BD8B-37F496BF843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kaṇṇane kāṇānuḷḷ-atimōham koṇḍennō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kaṇṇane kāṇānuḷḷ-atimōham koṇḍennō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kaṇṇane kāṇunnu sarvattilum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behold Krishna everywhere, in all things—is it because of my overwhelming yearning for him?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kaṇṇunīr illāte karayān kazhiyāte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nīṙi pukayunnit-antaraṅgam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Though no tears well up in my eyes, and I am unable to cry, anguish sears my heart.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..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Oh Krishna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nīyām viśudhiyil onnāyi tīruvān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tēṅgi piḍayunn-en ātmacittam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My true self yearns to dissolve into your pure being, to merge into your divine consciousness.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tēṅgi piḍayunn-en ātmacittam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true self yearns to dissolve into your pure being,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..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Oh Krishna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aṙiññīḍaṇē kaṇṇā ennuḍe mānasam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onnāyi cēruvān kaniyēṇamē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Krishna! Be gracious and know my heart—be compassionate, and grant me oneness with 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antaraṅgam nī aṙiññīḍumō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Will you not know the longing of my inner being?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 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 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..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Oh Krishna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kaṇṇane kāṇānuḷḷ-atimōham koṇḍennō</vt:lpstr>
      <vt:lpstr>kaṇṇane kāṇānuḷḷ-atimōham koṇḍennō kaṇṇane kāṇunnu sarvattilum</vt:lpstr>
      <vt:lpstr>kaṇṇunīr illāte karayān kazhiyāte nīṙi pukayunnit-antaraṅgam</vt:lpstr>
      <vt:lpstr>kaṇṇā… kaṇṇā…  kaṇṇā… kaṇṇā.. </vt:lpstr>
      <vt:lpstr>nīyām viśudhiyil onnāyi tīruvān tēṅgi piḍayunn-en ātmacittam</vt:lpstr>
      <vt:lpstr>tēṅgi piḍayunn-en ātmacittam</vt:lpstr>
      <vt:lpstr>kaṇṇā… kaṇṇā…  kaṇṇā… kaṇṇā.. </vt:lpstr>
      <vt:lpstr>aṙiññīḍaṇē kaṇṇā ennuḍe mānasam onnāyi cēruvān kaniyēṇamē</vt:lpstr>
      <vt:lpstr>antaraṅgam nī aṙiññīḍumō</vt:lpstr>
      <vt:lpstr>kaṇṇā… kaṇṇā…  kaṇṇā… kaṇṇā..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kaṇṇane kāṇānuḷḷ-atimōham koṇḍennō</dc:title>
  <dc:creator>Amrita</dc:creator>
  <cp:lastModifiedBy>Amrita</cp:lastModifiedBy>
  <cp:revision>1</cp:revision>
  <dcterms:created xsi:type="dcterms:W3CDTF">2025-08-29T19:12:48Z</dcterms:created>
  <dcterms:modified xsi:type="dcterms:W3CDTF">2025-08-29T19:13:38Z</dcterms:modified>
</cp:coreProperties>
</file>