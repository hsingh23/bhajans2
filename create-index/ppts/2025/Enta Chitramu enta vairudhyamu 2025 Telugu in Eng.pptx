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6" roundtripDataSignature="AMtx7mieemVhj5a8nPLXHvWObjWtS/tt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enta citramu enta vairudhyamu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2025</a:t>
            </a:r>
            <a:endParaRPr/>
          </a:p>
          <a:p>
            <a:pPr indent="0" lvl="0" marL="0" rtl="0" algn="ctr">
              <a:spcBef>
                <a:spcPts val="132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(Telugu)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enta citramu enta vairudhyamu</a:t>
            </a:r>
            <a:b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nī tatvamu mahādēvā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None/>
            </a:pP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O Mahadeva, Lord of lords-what a wonder! How beautifully the opposites are woven into your being.</a:t>
            </a:r>
            <a:endParaRPr sz="5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enta vicitramu enta vaividhyamu</a:t>
            </a:r>
            <a:b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nī rūpamu kāmēśā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None/>
            </a:pP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O Kamesha, Conqueror of all desires), what a wonder! How distinctly the many facets shine through your form.</a:t>
            </a:r>
            <a:endParaRPr sz="5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ctrTitle"/>
          </p:nvPr>
        </p:nvSpPr>
        <p:spPr>
          <a:xfrm>
            <a:off x="0" y="-2"/>
            <a:ext cx="9144000" cy="6858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libri"/>
              <a:buNone/>
            </a:pPr>
            <a:r>
              <a:rPr lang="en-US" sz="8000">
                <a:solidFill>
                  <a:schemeClr val="lt1"/>
                </a:solidFill>
              </a:rPr>
              <a:t>hara ōm… śiva ōm… </a:t>
            </a:r>
            <a:br>
              <a:rPr lang="en-US" sz="8000">
                <a:solidFill>
                  <a:schemeClr val="lt1"/>
                </a:solidFill>
              </a:rPr>
            </a:br>
            <a:r>
              <a:rPr lang="en-US" sz="8000">
                <a:solidFill>
                  <a:schemeClr val="lt1"/>
                </a:solidFill>
              </a:rPr>
              <a:t>hara ōm… śiva ōm…</a:t>
            </a:r>
            <a:endParaRPr sz="8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Calibri"/>
              <a:buNone/>
            </a:pPr>
            <a:r>
              <a:rPr lang="en-US" sz="6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bhasmam pulimina smaśānavāsī</a:t>
            </a:r>
            <a:br>
              <a:rPr lang="en-US" sz="6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maṅgaḷamiccē śubhamkarā</a:t>
            </a:r>
            <a:endParaRPr sz="6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None/>
            </a:pP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You dwell in a graveyard, smeared with ash, yet you bestow auspiciousness—O giver of all that is good.</a:t>
            </a:r>
            <a:endParaRPr sz="5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viṣamu trāgina nīlakaṇṭhā</a:t>
            </a:r>
            <a:b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kṛpa kuripiñcē karuṇākarā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None/>
            </a:pP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You have consumed poison, O blue-throated Lord, yet you shower grace—you are the embodiment of compassion.</a:t>
            </a:r>
            <a:endParaRPr sz="5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 txBox="1"/>
          <p:nvPr>
            <p:ph type="ctrTitle"/>
          </p:nvPr>
        </p:nvSpPr>
        <p:spPr>
          <a:xfrm>
            <a:off x="0" y="-2"/>
            <a:ext cx="9144000" cy="6858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libri"/>
              <a:buNone/>
            </a:pPr>
            <a:r>
              <a:rPr lang="en-US" sz="8000">
                <a:solidFill>
                  <a:schemeClr val="lt1"/>
                </a:solidFill>
              </a:rPr>
              <a:t>hara ōm… śiva ōm… </a:t>
            </a:r>
            <a:br>
              <a:rPr lang="en-US" sz="8000">
                <a:solidFill>
                  <a:schemeClr val="lt1"/>
                </a:solidFill>
              </a:rPr>
            </a:br>
            <a:r>
              <a:rPr lang="en-US" sz="8000">
                <a:solidFill>
                  <a:schemeClr val="lt1"/>
                </a:solidFill>
              </a:rPr>
              <a:t>hara ōm… śiva ōm…</a:t>
            </a:r>
            <a:endParaRPr sz="8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100"/>
              <a:buFont typeface="Calibri"/>
              <a:buNone/>
            </a:pPr>
            <a:r>
              <a:rPr lang="en-US" sz="6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maunamutōnē jñānamiccitivi</a:t>
            </a:r>
            <a:br>
              <a:rPr lang="en-US" sz="6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akṣaramiccina ḍamarūdharā</a:t>
            </a:r>
            <a:endParaRPr sz="6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None/>
            </a:pP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By sounding your damaru, you gave the world letters and words—yet you taught Self-knowledge through silence.</a:t>
            </a:r>
            <a:endParaRPr sz="5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sarvavyāpi nīvu cidambarēśā</a:t>
            </a:r>
            <a:b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viśvacalanamaina naṭarājā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9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200"/>
              <a:buNone/>
            </a:pPr>
            <a:r>
              <a:rPr lang="en-US" sz="5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You are all-pervading, the infinite space of pure consciousness—yet you are the dancing universe, the Lord of the cosmic dance.</a:t>
            </a:r>
            <a:endParaRPr sz="52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"/>
          <p:cNvSpPr txBox="1"/>
          <p:nvPr>
            <p:ph type="ctrTitle"/>
          </p:nvPr>
        </p:nvSpPr>
        <p:spPr>
          <a:xfrm>
            <a:off x="0" y="-2"/>
            <a:ext cx="9144000" cy="6858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libri"/>
              <a:buNone/>
            </a:pPr>
            <a:r>
              <a:rPr lang="en-US" sz="8000">
                <a:solidFill>
                  <a:schemeClr val="lt1"/>
                </a:solidFill>
              </a:rPr>
              <a:t>hara ōm… śiva ōm… </a:t>
            </a:r>
            <a:br>
              <a:rPr lang="en-US" sz="8000">
                <a:solidFill>
                  <a:schemeClr val="lt1"/>
                </a:solidFill>
              </a:rPr>
            </a:br>
            <a:r>
              <a:rPr lang="en-US" sz="8000">
                <a:solidFill>
                  <a:schemeClr val="lt1"/>
                </a:solidFill>
              </a:rPr>
              <a:t>hara ōm… śiva ōm…</a:t>
            </a:r>
            <a:endParaRPr sz="8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2025-06-06T13:32:43Z</dcterms:created>
  <dc:creator>Amrita</dc:creator>
</cp:coreProperties>
</file>