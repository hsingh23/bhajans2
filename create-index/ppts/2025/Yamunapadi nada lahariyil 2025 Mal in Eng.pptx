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3" roundtripDataSignature="AMtx7miKKya2FKIFcWP8vZGZS0uaiRYa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customschemas.google.com/relationships/presentationmetadata" Target="metadata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" name="Google Shape;2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" name="Google Shape;2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9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8"/>
          <p:cNvSpPr txBox="1"/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yamuna pāḍī nāda-lahariyil </a:t>
            </a:r>
            <a:endParaRPr sz="6000"/>
          </a:p>
        </p:txBody>
      </p:sp>
      <p:sp>
        <p:nvSpPr>
          <p:cNvPr id="19" name="Google Shape;19;p1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2025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6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(Malayalam)</a:t>
            </a:r>
            <a:endParaRPr b="0" i="0" sz="66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2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yamuna pāḍī nāda-lahariyil </a:t>
            </a:r>
            <a:br>
              <a:rPr lang="en-US" sz="6000"/>
            </a:br>
            <a:r>
              <a:rPr lang="en-US" sz="6000"/>
              <a:t>ātma-nirvṛtiyāy</a:t>
            </a:r>
            <a:br>
              <a:rPr lang="en-US" sz="6000"/>
            </a:br>
            <a:r>
              <a:rPr lang="en-US" sz="6000"/>
              <a:t>prēma-nirjhariyāy</a:t>
            </a:r>
            <a:endParaRPr sz="6000"/>
          </a:p>
        </p:txBody>
      </p:sp>
      <p:sp>
        <p:nvSpPr>
          <p:cNvPr id="26" name="Google Shape;26;p2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The Yamuna sang, intoxicated with music, a blissful hymn of joy, as love poured forth in endless streams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3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bhuvana-mōhanan adhara-muraḷiyil</a:t>
            </a:r>
            <a:br>
              <a:rPr lang="en-US" sz="5400"/>
            </a:br>
            <a:r>
              <a:rPr lang="en-US" sz="5400"/>
              <a:t>svaram ozhukunnu</a:t>
            </a:r>
            <a:br>
              <a:rPr lang="en-US" sz="5400"/>
            </a:br>
            <a:r>
              <a:rPr lang="en-US" sz="5400"/>
              <a:t>madhuramāy… </a:t>
            </a:r>
            <a:endParaRPr sz="5400"/>
          </a:p>
        </p:txBody>
      </p:sp>
      <p:sp>
        <p:nvSpPr>
          <p:cNvPr id="33" name="Google Shape;33;p3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while the Enchanter of the Universe played on his flute a melody of sweetness, a song of oneness.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4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Calibri"/>
              <a:buNone/>
            </a:pPr>
            <a:r>
              <a:rPr lang="en-US" sz="5400"/>
              <a:t>mati-maṙannu madhu nukarān</a:t>
            </a:r>
            <a:br>
              <a:rPr lang="en-US" sz="5400"/>
            </a:br>
            <a:r>
              <a:rPr lang="en-US" sz="5400"/>
              <a:t>ārttaṇaññ-oru bhṛnga-vṛndam</a:t>
            </a:r>
            <a:br>
              <a:rPr lang="en-US" sz="5400"/>
            </a:br>
            <a:r>
              <a:rPr lang="en-US" sz="5400"/>
              <a:t>atu maṙannu mati-mayaṅgi madhura-nādattil…</a:t>
            </a:r>
            <a:endParaRPr sz="5400"/>
          </a:p>
        </p:txBody>
      </p:sp>
      <p:sp>
        <p:nvSpPr>
          <p:cNvPr id="40" name="Google Shape;40;p4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0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Like bees, a cluster of devotees, lost in themselves, hasten to sip the sweetness of His song, </a:t>
            </a:r>
            <a:endParaRPr b="0" i="0" sz="60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ātma-harṣōnmāda-bhāvam pozhikkunnu kadambaṅgaḷ</a:t>
            </a:r>
            <a:br>
              <a:rPr lang="en-US" sz="6000"/>
            </a:br>
            <a:r>
              <a:rPr lang="en-US" sz="6000"/>
              <a:t>ātma-nāthan īṇamīṭṭum kuzhal nādattil</a:t>
            </a:r>
            <a:endParaRPr sz="6000"/>
          </a:p>
        </p:txBody>
      </p:sp>
      <p:sp>
        <p:nvSpPr>
          <p:cNvPr id="47" name="Google Shape;47;p5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while the Kadamba trees, enraptured by the melody, sway in the exuberant elation of the soul as the Lord of their innermost self plays music with His flute.</a:t>
            </a:r>
            <a:endParaRPr b="0" i="0" sz="4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6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muraḷi ūtum mādhavane</a:t>
            </a:r>
            <a:br>
              <a:rPr lang="en-US" sz="6000"/>
            </a:br>
            <a:r>
              <a:rPr lang="en-US" sz="6000"/>
              <a:t>tazhuki vannoru kuḷirtennal</a:t>
            </a:r>
            <a:br>
              <a:rPr lang="en-US" sz="6000"/>
            </a:br>
            <a:r>
              <a:rPr lang="en-US" sz="6000"/>
              <a:t>vazhi-maṙannu muzhuki ninnu amṛta-nādattil</a:t>
            </a:r>
            <a:endParaRPr sz="6000"/>
          </a:p>
        </p:txBody>
      </p:sp>
      <p:sp>
        <p:nvSpPr>
          <p:cNvPr id="54" name="Google Shape;54;p6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48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A cool breeze blew in and caressed Mādhava, playing his flute, forgetting its path, it remained, enchanted by the music of the Self. </a:t>
            </a:r>
            <a:endParaRPr b="0" i="0" sz="48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/>
          <p:nvPr>
            <p:ph type="title"/>
          </p:nvPr>
        </p:nvSpPr>
        <p:spPr>
          <a:xfrm>
            <a:off x="0" y="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lang="en-US" sz="6000"/>
              <a:t>giridharande padamalarin sparśam ēlkkum</a:t>
            </a:r>
            <a:br>
              <a:rPr lang="en-US" sz="6000"/>
            </a:br>
            <a:r>
              <a:rPr lang="en-US" sz="6000"/>
              <a:t>pulkkoḍikaḷ mugdharāyi nṛttamāḍi vēṇu-nādattil</a:t>
            </a:r>
            <a:endParaRPr sz="6000"/>
          </a:p>
        </p:txBody>
      </p:sp>
      <p:sp>
        <p:nvSpPr>
          <p:cNvPr id="61" name="Google Shape;61;p7"/>
          <p:cNvSpPr txBox="1"/>
          <p:nvPr/>
        </p:nvSpPr>
        <p:spPr>
          <a:xfrm>
            <a:off x="0" y="3429000"/>
            <a:ext cx="9144000" cy="3429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400" u="none" cap="none" strike="noStrike">
                <a:solidFill>
                  <a:srgbClr val="FFFF00"/>
                </a:solidFill>
                <a:latin typeface="Calibri"/>
                <a:ea typeface="Calibri"/>
                <a:cs typeface="Calibri"/>
                <a:sym typeface="Calibri"/>
              </a:rPr>
              <a:t>Blades of grass, touched by Giridhara’s lotus feet, danced in rapture to the song of his divine flute.</a:t>
            </a:r>
            <a:endParaRPr b="0" i="0" sz="5400" u="none" cap="none" strike="noStrike">
              <a:solidFill>
                <a:srgbClr val="FFFF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>amritam</dc:creator>
</cp:coreProperties>
</file>