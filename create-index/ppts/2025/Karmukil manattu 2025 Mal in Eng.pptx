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A099D-94B7-4861-9A69-EE587238B36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0E718-3FFD-406F-B0D0-E5FB8D28F53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kārmukil mānattu tiṅgi niṙayavē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 mānattu tiṅgi niṙayavē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rādha tan mānasam kārvarṇṇamāy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dark rain clouds gathered in the sky, Radha’s heart grew dark-hued with thoughts of her beloved Lord.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manasā avaḷ connu kaṇṇanōḍāy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 nin rūpam en manam ēkavarṇṇam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Within herself, she softly murmured, “Krishna! My heart has taken on the colour of your form.”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pēmārikkāyi mānam tuḍikoṭṭavē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maṫṫoru māriyāy rādha tan nayanaṅgaḷ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As the drumbeats of thunder rolled across the sky and the heavens opened in a heavy downpour, tears streamed from Radha’s eyes like rain.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manasā avaḷ connu kaṇṇanōḍāy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vrajabhūmi muṅgum en nētrāmbudhārayāl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her heart, she softly said, “Krishna! The land of Vrindavan will drown in the flood of my tears.”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tījvāla pōl avaḷ neñcakam eriyavē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pukayunnu rādha tan rōmakūpam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As the flames of anguish rose within her heart and every cell of her being smouldered with their heat,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manasā avaḷ connu kaṇṇanōḍāy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virahāgniyāl eriyumī vrajabhūmi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she softly said, “Krishna! The land of Vrindavan will burn in the fire of my longing for you.”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kārmukil mānattu tiṅgi niṙayavē</vt:lpstr>
      <vt:lpstr>kārmukil mānattu tiṅgi niṙayavē rādha tan mānasam kārvarṇṇamāy</vt:lpstr>
      <vt:lpstr>manasā avaḷ connu kaṇṇanōḍāy kaṇṇā nin rūpam en manam ēkavarṇṇam</vt:lpstr>
      <vt:lpstr>pēmārikkāyi mānam tuḍikoṭṭavē maṫṫoru māriyāy rādha tan nayanaṅgaḷ</vt:lpstr>
      <vt:lpstr>manasā avaḷ connu kaṇṇanōḍāy vrajabhūmi muṅgum en nētrāmbudhārayāl</vt:lpstr>
      <vt:lpstr>tījvāla pōl avaḷ neñcakam eriyavē pukayunnu rādha tan rōmakūpam</vt:lpstr>
      <vt:lpstr>manasā avaḷ connu kaṇṇanōḍāy nin virahāgniyāl eriyumī vrajabhūmi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kārmukil mānattu tiṅgi niṙayavē</dc:title>
  <dc:creator>Amrita</dc:creator>
  <cp:lastModifiedBy>Amrita</cp:lastModifiedBy>
  <cp:revision>1</cp:revision>
  <dcterms:created xsi:type="dcterms:W3CDTF">2025-06-21T14:02:25Z</dcterms:created>
  <dcterms:modified xsi:type="dcterms:W3CDTF">2025-06-21T14:03:31Z</dcterms:modified>
</cp:coreProperties>
</file>