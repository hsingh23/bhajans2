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FA694-7DA7-403D-BCCF-390459F5095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538AD-88A2-40E9-A469-740AB0122E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koccu svapnavum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oru koccu svapnavum neñcōḍu cērttu ñān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nī varum vīthiyil kāttu nilppū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cradle lovely dreams of Krishna close to my heart, as I wait by the path by which he will come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ennile svapnaṅgaḷ ārdramām oru pāṭṭil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tīrttoru rāgamāy peytīḍunnu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—those dreams flow as a song with a tuneful melody.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malaruṇḍu maṇamilla niṙamuṇḍu azhakilla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tānē viḍarnn-oru ceṙuvalli ñān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am but a tender creeper, born of a grieving heart. My blossoms hold no sweetness, no beauty, only colour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virahāgniyil vīṇu nīṙum manassumāyi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svayamē viriyunnu ennile sūnuvum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—growing in the sorrow of being apart from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oru koccu svapnavum neñcōḍu cērttu ñān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nī varum vīthiyil kāttu nilppū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cradle lovely dreams of Krishna close to my heart, as I wait by the path by which he will come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kōrttiṇakki vecca svapnattil ennum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kaṇṇande puñciri onnu mātram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Krishna, your smile fills every dream that I have woven.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naṙunilāvāyi nī manassil niṙayumbōḷ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viḍarunnu ennile mōhaṅgaḷum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When your smile pours into me like radiant moonlight, my hopes begin to blossom.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oru koccu svapnavum neñcōḍu cērttu ñān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nī varum vīthiyil kāttu nilppū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cradle lovely dreams of Krishna close to my heart, as I wait by the path by which he will come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paurṇami paṭṭu viriccorā pātayil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kēḷkkunnu kaṇṇande pada-nisvanam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hear your footsteps on the path carpeted in moonlight.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enneyum cērkkuvān ñān entu nalkaṇam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kaiviḍallē enna vākku mātram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kaṇṇā… kaiviḍallē enna vākku mātram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What can I give you to make me your own? Only this one prayer: “O Krishna, do not forsake me.”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oru koccu svapnavum neñcōḍu cērttu ñān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nī varum vīthiyil kāttu nilppū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cradle lovely dreams of Krishna close to my heart, as I wait by the path by which he will come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oru koccu svapnavum</vt:lpstr>
      <vt:lpstr>oru koccu svapnavum neñcōḍu cērttu ñān nī varum vīthiyil kāttu nilppū</vt:lpstr>
      <vt:lpstr>ennile svapnaṅgaḷ ārdramām oru pāṭṭil tīrttoru rāgamāy peytīḍunnu</vt:lpstr>
      <vt:lpstr>malaruṇḍu maṇamilla niṙamuṇḍu azhakilla tānē viḍarnn-oru ceṙuvalli ñān</vt:lpstr>
      <vt:lpstr>virahāgniyil vīṇu nīṙum manassumāyi svayamē viriyunnu ennile sūnuvum</vt:lpstr>
      <vt:lpstr>oru koccu svapnavum neñcōḍu cērttu ñān nī varum vīthiyil kāttu nilppū</vt:lpstr>
      <vt:lpstr>kōrttiṇakki vecca svapnattil ennum kaṇṇande puñciri onnu mātram</vt:lpstr>
      <vt:lpstr>naṙunilāvāyi nī manassil niṙayumbōḷ viḍarunnu ennile mōhaṅgaḷum</vt:lpstr>
      <vt:lpstr>oru koccu svapnavum neñcōḍu cērttu ñān nī varum vīthiyil kāttu nilppū</vt:lpstr>
      <vt:lpstr>paurṇami paṭṭu viriccorā pātayil kēḷkkunnu kaṇṇande pada-nisvanam</vt:lpstr>
      <vt:lpstr>enneyum cērkkuvān ñān entu nalkaṇam kaiviḍallē enna vākku mātram kaṇṇā… kaiviḍallē enna vākku mātram</vt:lpstr>
      <vt:lpstr>oru koccu svapnavum neñcōḍu cērttu ñān nī varum vīthiyil kāttu nilppū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oru koccu svapnavum</dc:title>
  <dc:creator>Amrita</dc:creator>
  <cp:lastModifiedBy>Amrita</cp:lastModifiedBy>
  <cp:revision>1</cp:revision>
  <dcterms:created xsi:type="dcterms:W3CDTF">2025-08-06T13:08:44Z</dcterms:created>
  <dcterms:modified xsi:type="dcterms:W3CDTF">2025-08-06T13:09:13Z</dcterms:modified>
</cp:coreProperties>
</file>