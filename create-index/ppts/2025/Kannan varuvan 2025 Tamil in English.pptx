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kaṇṇan</a:t>
            </a:r>
            <a:r>
              <a:rPr lang="en-US" sz="6000" dirty="0" smtClean="0"/>
              <a:t> </a:t>
            </a:r>
            <a:r>
              <a:rPr lang="en-US" sz="6000" dirty="0" err="1" smtClean="0"/>
              <a:t>varuvān</a:t>
            </a:r>
            <a:r>
              <a:rPr lang="en-US" sz="6000" dirty="0" smtClean="0"/>
              <a:t> </a:t>
            </a:r>
            <a:r>
              <a:rPr lang="en-US" sz="6000" dirty="0" err="1" smtClean="0"/>
              <a:t>anbu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kaṇṇan</a:t>
            </a:r>
            <a:r>
              <a:rPr lang="en-US" sz="6000" dirty="0" smtClean="0"/>
              <a:t> </a:t>
            </a:r>
            <a:r>
              <a:rPr lang="en-US" sz="6000" dirty="0" err="1" smtClean="0"/>
              <a:t>varuvān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gōpiyargaḷ</a:t>
            </a:r>
            <a:r>
              <a:rPr lang="en-US" sz="6000" dirty="0" smtClean="0"/>
              <a:t> </a:t>
            </a:r>
            <a:r>
              <a:rPr lang="en-US" sz="6000" dirty="0" err="1" smtClean="0"/>
              <a:t>kural</a:t>
            </a:r>
            <a:r>
              <a:rPr lang="en-US" sz="6000" dirty="0" smtClean="0"/>
              <a:t> </a:t>
            </a:r>
            <a:r>
              <a:rPr lang="en-US" sz="6000" dirty="0" err="1" smtClean="0"/>
              <a:t>kēṭṭu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kaṇṇan</a:t>
            </a:r>
            <a:r>
              <a:rPr lang="en-US" sz="6000" dirty="0" smtClean="0"/>
              <a:t> </a:t>
            </a:r>
            <a:r>
              <a:rPr lang="en-US" sz="6000" dirty="0" err="1" smtClean="0"/>
              <a:t>varuvān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Krishna will come — our beloved Krishna will arrive.</a:t>
            </a:r>
          </a:p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He will answer the call of the </a:t>
            </a:r>
            <a:r>
              <a:rPr lang="en-US" sz="5400" dirty="0" err="1" smtClean="0">
                <a:solidFill>
                  <a:srgbClr val="FFFF00"/>
                </a:solidFill>
              </a:rPr>
              <a:t>gopis</a:t>
            </a:r>
            <a:r>
              <a:rPr lang="en-US" sz="5400" dirty="0" smtClean="0">
                <a:solidFill>
                  <a:srgbClr val="FFFF00"/>
                </a:solidFill>
              </a:rPr>
              <a:t>; Krishna will come.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mannan</a:t>
            </a:r>
            <a:r>
              <a:rPr lang="en-US" sz="6000" dirty="0" smtClean="0"/>
              <a:t> </a:t>
            </a:r>
            <a:r>
              <a:rPr lang="en-US" sz="6000" dirty="0" err="1" smtClean="0"/>
              <a:t>varuvān</a:t>
            </a:r>
            <a:r>
              <a:rPr lang="en-US" sz="6000" dirty="0" smtClean="0"/>
              <a:t> </a:t>
            </a:r>
            <a:r>
              <a:rPr lang="en-US" sz="6000" dirty="0" err="1" smtClean="0"/>
              <a:t>maṇivaṇṇan</a:t>
            </a:r>
            <a:r>
              <a:rPr lang="en-US" sz="6000" dirty="0" smtClean="0"/>
              <a:t> </a:t>
            </a:r>
            <a:r>
              <a:rPr lang="en-US" sz="6000" dirty="0" err="1" smtClean="0"/>
              <a:t>varuvān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gōkulamē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koṇḍāḍa</a:t>
            </a:r>
            <a:r>
              <a:rPr lang="en-US" sz="6000" dirty="0" smtClean="0"/>
              <a:t> </a:t>
            </a:r>
            <a:r>
              <a:rPr lang="en-US" sz="6000" dirty="0" err="1" smtClean="0"/>
              <a:t>nammun</a:t>
            </a:r>
            <a:r>
              <a:rPr lang="en-US" sz="6000" dirty="0" smtClean="0"/>
              <a:t> </a:t>
            </a:r>
            <a:r>
              <a:rPr lang="en-US" sz="6000" dirty="0" err="1" smtClean="0"/>
              <a:t>varuvān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Our King will return — the one with the sapphire-blue hue. To fill the hearts of </a:t>
            </a:r>
            <a:r>
              <a:rPr lang="en-US" sz="5400" dirty="0" err="1" smtClean="0">
                <a:solidFill>
                  <a:srgbClr val="FFFF00"/>
                </a:solidFill>
              </a:rPr>
              <a:t>Gokulam</a:t>
            </a:r>
            <a:r>
              <a:rPr lang="en-US" sz="5400" dirty="0" smtClean="0">
                <a:solidFill>
                  <a:srgbClr val="FFFF00"/>
                </a:solidFill>
              </a:rPr>
              <a:t> with joy, Krishna will come.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veṇṇai</a:t>
            </a:r>
            <a:r>
              <a:rPr lang="en-US" sz="6000" dirty="0" smtClean="0"/>
              <a:t> </a:t>
            </a:r>
            <a:r>
              <a:rPr lang="en-US" sz="6000" dirty="0" err="1" smtClean="0"/>
              <a:t>thiruḍiḍa</a:t>
            </a:r>
            <a:r>
              <a:rPr lang="en-US" sz="6000" dirty="0" smtClean="0"/>
              <a:t> </a:t>
            </a:r>
            <a:r>
              <a:rPr lang="en-US" sz="6000" dirty="0" err="1" smtClean="0"/>
              <a:t>nam</a:t>
            </a:r>
            <a:r>
              <a:rPr lang="en-US" sz="6000" dirty="0" smtClean="0"/>
              <a:t> </a:t>
            </a:r>
            <a:r>
              <a:rPr lang="en-US" sz="6000" dirty="0" err="1" smtClean="0"/>
              <a:t>illam</a:t>
            </a:r>
            <a:r>
              <a:rPr lang="en-US" sz="6000" dirty="0" smtClean="0"/>
              <a:t> </a:t>
            </a:r>
            <a:r>
              <a:rPr lang="en-US" sz="6000" dirty="0" err="1" smtClean="0"/>
              <a:t>varuvān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aṇaikka</a:t>
            </a:r>
            <a:r>
              <a:rPr lang="en-US" sz="6000" dirty="0" smtClean="0"/>
              <a:t> </a:t>
            </a:r>
            <a:r>
              <a:rPr lang="en-US" sz="6000" dirty="0" err="1" smtClean="0"/>
              <a:t>seṇḍrāl</a:t>
            </a:r>
            <a:r>
              <a:rPr lang="en-US" sz="6000" dirty="0" smtClean="0"/>
              <a:t> </a:t>
            </a:r>
            <a:r>
              <a:rPr lang="en-US" sz="6000" dirty="0" err="1" smtClean="0"/>
              <a:t>akaṇḍrōḷivān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Krishna will come to steal butter from our house, but when we go to embrace him, he will run and hide.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nam</a:t>
            </a:r>
            <a:r>
              <a:rPr lang="en-US" sz="6000" dirty="0" smtClean="0"/>
              <a:t> </a:t>
            </a:r>
            <a:r>
              <a:rPr lang="en-US" sz="6000" dirty="0" err="1" smtClean="0"/>
              <a:t>kaṇgaḷai</a:t>
            </a:r>
            <a:r>
              <a:rPr lang="en-US" sz="6000" dirty="0" smtClean="0"/>
              <a:t> </a:t>
            </a:r>
            <a:r>
              <a:rPr lang="en-US" sz="6000" dirty="0" err="1" smtClean="0"/>
              <a:t>mūḍi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kaṇṇan</a:t>
            </a:r>
            <a:r>
              <a:rPr lang="en-US" sz="6000" dirty="0" smtClean="0"/>
              <a:t> </a:t>
            </a:r>
            <a:r>
              <a:rPr lang="en-US" sz="6000" dirty="0" err="1" smtClean="0"/>
              <a:t>nirppān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kāṇa</a:t>
            </a:r>
            <a:r>
              <a:rPr lang="en-US" sz="6000" dirty="0" smtClean="0"/>
              <a:t> </a:t>
            </a:r>
            <a:r>
              <a:rPr lang="en-US" sz="6000" dirty="0" err="1" smtClean="0"/>
              <a:t>tirumbināl</a:t>
            </a:r>
            <a:r>
              <a:rPr lang="en-US" sz="6000" dirty="0" smtClean="0"/>
              <a:t>  </a:t>
            </a:r>
            <a:r>
              <a:rPr lang="en-US" sz="6000" dirty="0" err="1" smtClean="0"/>
              <a:t>kaṇattil</a:t>
            </a:r>
            <a:r>
              <a:rPr lang="en-US" sz="6000" dirty="0" smtClean="0"/>
              <a:t> </a:t>
            </a:r>
            <a:r>
              <a:rPr lang="en-US" sz="6000" dirty="0" err="1" smtClean="0"/>
              <a:t>maṙaivān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Krishna will play with us by covering our eyes, but when we turn around to look at him, he will disappear.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gōkula</a:t>
            </a:r>
            <a:r>
              <a:rPr lang="en-US" sz="6000" dirty="0" smtClean="0"/>
              <a:t> </a:t>
            </a:r>
            <a:r>
              <a:rPr lang="en-US" sz="6000" dirty="0" err="1" smtClean="0"/>
              <a:t>kṛṣṇa</a:t>
            </a:r>
            <a:r>
              <a:rPr lang="en-US" sz="6000" dirty="0" smtClean="0"/>
              <a:t>, </a:t>
            </a:r>
            <a:r>
              <a:rPr lang="en-US" sz="6000" dirty="0" err="1" smtClean="0"/>
              <a:t>gōpāla</a:t>
            </a:r>
            <a:r>
              <a:rPr lang="en-US" sz="6000" dirty="0" smtClean="0"/>
              <a:t> </a:t>
            </a:r>
            <a:r>
              <a:rPr lang="en-US" sz="6000" dirty="0" err="1" smtClean="0"/>
              <a:t>kṛṣṇa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gōvinda</a:t>
            </a:r>
            <a:r>
              <a:rPr lang="en-US" sz="6000" dirty="0" smtClean="0"/>
              <a:t> </a:t>
            </a:r>
            <a:r>
              <a:rPr lang="en-US" sz="6000" dirty="0" err="1" smtClean="0"/>
              <a:t>kṛṣṇa</a:t>
            </a:r>
            <a:r>
              <a:rPr lang="en-US" sz="6000" dirty="0" smtClean="0"/>
              <a:t>, </a:t>
            </a:r>
            <a:r>
              <a:rPr lang="en-US" sz="6000" dirty="0" err="1" smtClean="0"/>
              <a:t>gōpi</a:t>
            </a:r>
            <a:r>
              <a:rPr lang="en-US" sz="6000" dirty="0" smtClean="0"/>
              <a:t> </a:t>
            </a:r>
            <a:r>
              <a:rPr lang="en-US" sz="6000" dirty="0" err="1" smtClean="0"/>
              <a:t>kṛṣṇa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5400" dirty="0" smtClean="0">
                <a:solidFill>
                  <a:srgbClr val="FFFF00"/>
                </a:solidFill>
              </a:rPr>
              <a:t>Oh Krishna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mādhavan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kaṇṇan</a:t>
            </a:r>
            <a:r>
              <a:rPr lang="en-US" sz="6000" dirty="0" smtClean="0"/>
              <a:t> </a:t>
            </a:r>
            <a:r>
              <a:rPr lang="en-US" sz="6000" dirty="0" err="1" smtClean="0"/>
              <a:t>māyaigaḷ</a:t>
            </a:r>
            <a:r>
              <a:rPr lang="en-US" sz="6000" dirty="0" smtClean="0"/>
              <a:t> </a:t>
            </a:r>
            <a:r>
              <a:rPr lang="en-US" sz="6000" dirty="0" err="1" smtClean="0"/>
              <a:t>seyvān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vēdattin</a:t>
            </a:r>
            <a:r>
              <a:rPr lang="en-US" sz="6000" dirty="0" smtClean="0"/>
              <a:t> </a:t>
            </a:r>
            <a:r>
              <a:rPr lang="en-US" sz="6000" dirty="0" err="1" smtClean="0"/>
              <a:t>poruḷai</a:t>
            </a:r>
            <a:r>
              <a:rPr lang="en-US" sz="6000" dirty="0" smtClean="0"/>
              <a:t> </a:t>
            </a:r>
            <a:r>
              <a:rPr lang="en-US" sz="6000" dirty="0" err="1" smtClean="0"/>
              <a:t>viḷaṅga</a:t>
            </a:r>
            <a:r>
              <a:rPr lang="en-US" sz="6000" dirty="0" smtClean="0"/>
              <a:t> </a:t>
            </a:r>
            <a:r>
              <a:rPr lang="en-US" sz="6000" dirty="0" err="1" smtClean="0"/>
              <a:t>seyvān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Krishna will delight us with his magical tricks and impart the teachings of the Vedas. 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gōpiyar</a:t>
            </a:r>
            <a:r>
              <a:rPr lang="en-US" sz="6000" dirty="0" smtClean="0"/>
              <a:t> </a:t>
            </a:r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kuḷira</a:t>
            </a:r>
            <a:r>
              <a:rPr lang="en-US" sz="6000" dirty="0" smtClean="0"/>
              <a:t> </a:t>
            </a:r>
            <a:r>
              <a:rPr lang="en-US" sz="6000" dirty="0" err="1" smtClean="0"/>
              <a:t>kuḷalūtuvān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āḍippāḍiyāḍi</a:t>
            </a:r>
            <a:r>
              <a:rPr lang="en-US" sz="6000" dirty="0" smtClean="0"/>
              <a:t> </a:t>
            </a:r>
            <a:r>
              <a:rPr lang="en-US" sz="6000" dirty="0" err="1" smtClean="0"/>
              <a:t>mayakkiḍuvān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He will play the divine music of his flute to enchant the </a:t>
            </a:r>
            <a:r>
              <a:rPr lang="en-US" sz="5400" dirty="0" err="1" smtClean="0">
                <a:solidFill>
                  <a:srgbClr val="FFFF00"/>
                </a:solidFill>
              </a:rPr>
              <a:t>gopis</a:t>
            </a:r>
            <a:r>
              <a:rPr lang="en-US" sz="5400" dirty="0" smtClean="0">
                <a:solidFill>
                  <a:srgbClr val="FFFF00"/>
                </a:solidFill>
              </a:rPr>
              <a:t> and mesmerize us with his singing and dancing.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172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kaṇṇan varuvān anbu kaṇṇan varuvān gōpiyargaḷ kural kēṭṭu kaṇṇan varuvān</vt:lpstr>
      <vt:lpstr>mannan varuvān maṇivaṇṇan varuvān gōkulamē koṇḍāḍa nammun varuvān</vt:lpstr>
      <vt:lpstr>veṇṇai thiruḍiḍa nam illam varuvān aṇaikka seṇḍrāl akaṇḍrōḷivān</vt:lpstr>
      <vt:lpstr>nam kaṇgaḷai mūḍi kaṇṇan nirppān kāṇa tirumbināl  kaṇattil maṙaivān</vt:lpstr>
      <vt:lpstr>gōkula kṛṣṇa, gōpāla kṛṣṇa gōvinda kṛṣṇa, gōpi kṛṣṇa</vt:lpstr>
      <vt:lpstr>mādhavan kaṇṇan māyaigaḷ seyvān vēdattin poruḷai viḷaṅga seyvān</vt:lpstr>
      <vt:lpstr>gōpiyar manam kuḷira kuḷalūtuvān āḍippāḍiyāḍi mayakkiḍuvān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304</cp:revision>
  <dcterms:created xsi:type="dcterms:W3CDTF">2006-08-16T00:00:00Z</dcterms:created>
  <dcterms:modified xsi:type="dcterms:W3CDTF">2025-04-29T13:02:21Z</dcterms:modified>
</cp:coreProperties>
</file>