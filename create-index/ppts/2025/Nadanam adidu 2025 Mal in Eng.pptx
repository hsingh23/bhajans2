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216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AFA0-919A-44F6-BF36-1C39C973FD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361D-EA36-4885-A6E6-8854283F13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AFA0-919A-44F6-BF36-1C39C973FD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361D-EA36-4885-A6E6-8854283F13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AFA0-919A-44F6-BF36-1C39C973FD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361D-EA36-4885-A6E6-8854283F13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AFA0-919A-44F6-BF36-1C39C973FD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361D-EA36-4885-A6E6-8854283F13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AFA0-919A-44F6-BF36-1C39C973FD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361D-EA36-4885-A6E6-8854283F13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AFA0-919A-44F6-BF36-1C39C973FD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361D-EA36-4885-A6E6-8854283F13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AFA0-919A-44F6-BF36-1C39C973FD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361D-EA36-4885-A6E6-8854283F13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AFA0-919A-44F6-BF36-1C39C973FD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361D-EA36-4885-A6E6-8854283F13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AFA0-919A-44F6-BF36-1C39C973FD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361D-EA36-4885-A6E6-8854283F13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AFA0-919A-44F6-BF36-1C39C973FD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361D-EA36-4885-A6E6-8854283F13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AFA0-919A-44F6-BF36-1C39C973FD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361D-EA36-4885-A6E6-8854283F13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AAFA0-919A-44F6-BF36-1C39C973FDC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1361D-EA36-4885-A6E6-8854283F134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naḍanam āḍiḍū naḍanam āḍiḍū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300" smtClean="0">
                <a:solidFill>
                  <a:srgbClr val="FFFFFF"/>
                </a:solidFill>
                <a:latin typeface="Calibri"/>
              </a:rPr>
              <a:t>naḍanam āḍiḍū naḍanam āḍiḍū</a:t>
            </a:r>
            <a:br>
              <a:rPr lang="en-US" sz="5300" smtClean="0">
                <a:solidFill>
                  <a:srgbClr val="FFFFFF"/>
                </a:solidFill>
                <a:latin typeface="Calibri"/>
              </a:rPr>
            </a:br>
            <a:r>
              <a:rPr lang="en-US" sz="5300" smtClean="0">
                <a:solidFill>
                  <a:srgbClr val="FFFFFF"/>
                </a:solidFill>
                <a:latin typeface="Calibri"/>
              </a:rPr>
              <a:t>kāḷi-mahēśvarī naḍanam āḍiḍū</a:t>
            </a:r>
            <a:br>
              <a:rPr lang="en-US" sz="5300" smtClean="0">
                <a:solidFill>
                  <a:srgbClr val="FFFFFF"/>
                </a:solidFill>
                <a:latin typeface="Calibri"/>
              </a:rPr>
            </a:br>
            <a:r>
              <a:rPr lang="en-US" sz="5300" smtClean="0">
                <a:solidFill>
                  <a:srgbClr val="FFFFFF"/>
                </a:solidFill>
                <a:latin typeface="Calibri"/>
              </a:rPr>
              <a:t>hṛdaya-rāgamāy hṛdaya-tāḷamāy</a:t>
            </a:r>
            <a:br>
              <a:rPr lang="en-US" sz="5300" smtClean="0">
                <a:solidFill>
                  <a:srgbClr val="FFFFFF"/>
                </a:solidFill>
                <a:latin typeface="Calibri"/>
              </a:rPr>
            </a:br>
            <a:r>
              <a:rPr lang="en-US" sz="5300" smtClean="0">
                <a:solidFill>
                  <a:srgbClr val="FFFFFF"/>
                </a:solidFill>
                <a:latin typeface="Calibri"/>
              </a:rPr>
              <a:t>hṛdaya-vēdiyil naḍanam āḍiḍū</a:t>
            </a:r>
            <a:endParaRPr lang="en-US" sz="5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O Kali, Great Goddess, dance as the melody of my heart, as the rhythmic beat of my heart, dance upon the stage of my heart.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900" smtClean="0">
                <a:solidFill>
                  <a:srgbClr val="FFFFFF"/>
                </a:solidFill>
                <a:latin typeface="Calibri"/>
              </a:rPr>
              <a:t>tām ta takadhimi kāḷi mahēśvari</a:t>
            </a:r>
            <a:br>
              <a:rPr lang="en-US" sz="4900" smtClean="0">
                <a:solidFill>
                  <a:srgbClr val="FFFFFF"/>
                </a:solidFill>
                <a:latin typeface="Calibri"/>
              </a:rPr>
            </a:br>
            <a:r>
              <a:rPr lang="en-US" sz="4900" smtClean="0">
                <a:solidFill>
                  <a:srgbClr val="FFFFFF"/>
                </a:solidFill>
                <a:latin typeface="Calibri"/>
              </a:rPr>
              <a:t>tajam ta takadhimi mēgha-varṇṇini</a:t>
            </a:r>
            <a:br>
              <a:rPr lang="en-US" sz="4900" smtClean="0">
                <a:solidFill>
                  <a:srgbClr val="FFFFFF"/>
                </a:solidFill>
                <a:latin typeface="Calibri"/>
              </a:rPr>
            </a:br>
            <a:r>
              <a:rPr lang="en-US" sz="4900" smtClean="0">
                <a:solidFill>
                  <a:srgbClr val="FFFFFF"/>
                </a:solidFill>
                <a:latin typeface="Calibri"/>
              </a:rPr>
              <a:t>tām ta takajaṇu śyāma-sundari</a:t>
            </a:r>
            <a:br>
              <a:rPr lang="en-US" sz="4900" smtClean="0">
                <a:solidFill>
                  <a:srgbClr val="FFFFFF"/>
                </a:solidFill>
                <a:latin typeface="Calibri"/>
              </a:rPr>
            </a:br>
            <a:r>
              <a:rPr lang="en-US" sz="4900" smtClean="0">
                <a:solidFill>
                  <a:srgbClr val="FFFFFF"/>
                </a:solidFill>
                <a:latin typeface="Calibri"/>
              </a:rPr>
              <a:t>tajam ta takajaṇu karāḷi bhadrē</a:t>
            </a:r>
            <a:endParaRPr lang="en-US" sz="4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Kali, the Supreme Goddess, the hue of dark rain clouds, the beautiful dark one, the terrible and most auspicious one.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prēmamām bhadradīpam teḷicc-ennile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mōhāndhakāram nī nīkkiḍān ettumbōḷ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When you arrive to light the lamp of my heart and destroy the darkness of ignorance,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mānasa-vātāyanaṅgaḷ ninakkāy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tuṙanniḍān kelpenikk-ēkuk-ammē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Mother, grant me the strength and courage to keep the doors of my heart wide open.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bhadrātmikē ninde jñāna-khaḍgattāl en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ahambōdha dārikan śirassaṫṫu vīzhumbōḷ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Mother, our protector—when you come with the sword of knowledge and sever the head of my demon-ego Darika,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 śānti bhuvonnenikku svantam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aviḍe ñān pōyi sarvavum ñān-āyiḍunnahō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reach the abode of peace, where I behold myself in all beings.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naḍanam āḍiḍū naḍanam āḍiḍū</vt:lpstr>
      <vt:lpstr>naḍanam āḍiḍū naḍanam āḍiḍū kāḷi-mahēśvarī naḍanam āḍiḍū hṛdaya-rāgamāy hṛdaya-tāḷamāy hṛdaya-vēdiyil naḍanam āḍiḍū</vt:lpstr>
      <vt:lpstr>tām ta takadhimi kāḷi mahēśvari tajam ta takadhimi mēgha-varṇṇini tām ta takajaṇu śyāma-sundari tajam ta takajaṇu karāḷi bhadrē</vt:lpstr>
      <vt:lpstr>prēmamām bhadradīpam teḷicc-ennile mōhāndhakāram nī nīkkiḍān ettumbōḷ</vt:lpstr>
      <vt:lpstr>mānasa-vātāyanaṅgaḷ ninakkāy tuṙanniḍān kelpenikk-ēkuk-ammē</vt:lpstr>
      <vt:lpstr>bhadrātmikē ninde jñāna-khaḍgattāl en ahambōdha dārikan śirassaṫṫu vīzhumbōḷ</vt:lpstr>
      <vt:lpstr>ā śānti bhuvonnenikku svantam aviḍe ñān pōyi sarvavum ñān-āyiḍunnahō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naḍanam āḍiḍū naḍanam āḍiḍū</dc:title>
  <dc:creator>Amrita</dc:creator>
  <cp:lastModifiedBy>Amrita</cp:lastModifiedBy>
  <cp:revision>1</cp:revision>
  <dcterms:created xsi:type="dcterms:W3CDTF">2025-08-16T14:34:47Z</dcterms:created>
  <dcterms:modified xsi:type="dcterms:W3CDTF">2025-08-16T14:35:44Z</dcterms:modified>
</cp:coreProperties>
</file>