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d0avd00SlatkoSa7y+AJC9/hN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</a:rPr>
              <a:t> (gōlōka-pālakan kaṇṇan )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gōlōka-pālakan kaṇṇan annu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gōkkaḷe mēykkān iṙaṅgi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ārum koticcu pōyiḍum tasya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bālaka-sundara-rūpam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None/>
            </a:pPr>
            <a:r>
              <a:rPr lang="en-US" sz="4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Krishna, the youthful guardian of Gokul, sets out to graze the cows in the forest. His radiant form, so enchanting, draws every heart to him.</a:t>
            </a:r>
            <a:endParaRPr sz="4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cēlotta vārmuḍi keṭṭil oru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cēṇuṫṫa pīli tiruki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tuṅgi kiḍakkunnu tellu atil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cūḍiya mullappū-māla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</a:rPr>
              <a:t>A peacock feather adorns his hair-knot, from which a jasmine garland gracefully cascades</a:t>
            </a: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pītāmbara-paṭṭu cuṫṫi atil 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mīte aramaṇi cārtti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gōkulam pāḍi uṇarttum nalla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kōlakkuzhalum tiruki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200"/>
              <a:buNone/>
            </a:pPr>
            <a:r>
              <a:rPr lang="en-US" sz="4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 yellow cloth adorns his waist, over which a delicate belt of tiny bells softly tinkles. Tucked within it lies his cherished flute, whose melodies awaken and gladden every heart in Gokula.</a:t>
            </a:r>
            <a:endParaRPr sz="4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śrīvatsa vakṣasil ninnum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veṙiṭṭu pōkāt-iriykkān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pāḍupeṭṭ-oṭṭiyiriykkum tava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nalla pulinakha-māla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600"/>
              <a:buNone/>
            </a:pPr>
            <a:r>
              <a:rPr lang="en-US" sz="4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Around his neck clings a tiger-claw necklace, struggling to remain upon the chest that bears the Śrīvatsa mark—the symbol of his divine glory.</a:t>
            </a:r>
            <a:endParaRPr sz="4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āḍi-kaḷiykkunnu māṙil mōḍi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kūṭṭum ēṙe vanamāla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kayyil oru kālikkōlum – maṙu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kayyil kaḷiykkuvān pantum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600"/>
              <a:buNone/>
            </a:pPr>
            <a:r>
              <a:rPr lang="en-US" sz="4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Garlands of wildflowers sway upon his chest, enhancing the beauty of his form. In one hand he holds a herding staff, in the other, a ball for play.</a:t>
            </a:r>
            <a:endParaRPr sz="4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uccaykk-amṛtēttināyi – ceṙu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pātrattil nalla pāl cōṙum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kūṭṭukārkk-ēkuvānāyi – maṫṫu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pātraṅgaḷil naṙuveṇṇa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For lunch, he carries a small pot of milk rice in other pots, fresh butter for friends he adores.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centāmara-pūkkaḷ vellum ninde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centaḷir-pādaṅgaḷ pāril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cintunnu śōbhayāl uḷḷam </a:t>
            </a:r>
            <a:b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ennum antastham āyiriykkēṇam</a:t>
            </a:r>
            <a:endParaRPr sz="5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None/>
            </a:pPr>
            <a:r>
              <a:rPr lang="en-US" sz="4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Krishna, even red lotuses must bow before the beauty of your sacred feet. May my heart dive deep into the light that radiates from them.</a:t>
            </a:r>
            <a:endParaRPr sz="4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kāruṇya-vāridhē kṛṣṇā – tava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kālkal arppiykkunni janmam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tāvaka kāruṇya-varṣam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ennil ēkaṇam prēma-piyūṣam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000"/>
              <a:buNone/>
            </a:pPr>
            <a:r>
              <a:rPr lang="en-US" sz="5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Krishna, O ocean of compassion, I lay my life at your lotus feet. By your grace alone, may I be blessed with the nectar of your love.</a:t>
            </a:r>
            <a:endParaRPr sz="5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 taka tintaka tārō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tintaka tintaka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tintaka tintaka tārō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Chorus of exultation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2025-06-27T10:27:23Z</dcterms:created>
  <dc:creator>Amrita</dc:creator>
</cp:coreProperties>
</file>