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38BB8-B516-490C-A2E5-4FCF9AEA9609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EEA67-BD1B-4BF8-B741-DE5E24A9AAF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38BB8-B516-490C-A2E5-4FCF9AEA9609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EEA67-BD1B-4BF8-B741-DE5E24A9AAF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38BB8-B516-490C-A2E5-4FCF9AEA9609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EEA67-BD1B-4BF8-B741-DE5E24A9AAF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38BB8-B516-490C-A2E5-4FCF9AEA9609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EEA67-BD1B-4BF8-B741-DE5E24A9AAF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38BB8-B516-490C-A2E5-4FCF9AEA9609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EEA67-BD1B-4BF8-B741-DE5E24A9AAF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38BB8-B516-490C-A2E5-4FCF9AEA9609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EEA67-BD1B-4BF8-B741-DE5E24A9AAF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38BB8-B516-490C-A2E5-4FCF9AEA9609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EEA67-BD1B-4BF8-B741-DE5E24A9AAF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38BB8-B516-490C-A2E5-4FCF9AEA9609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EEA67-BD1B-4BF8-B741-DE5E24A9AAF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38BB8-B516-490C-A2E5-4FCF9AEA9609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EEA67-BD1B-4BF8-B741-DE5E24A9AAF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38BB8-B516-490C-A2E5-4FCF9AEA9609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EEA67-BD1B-4BF8-B741-DE5E24A9AAF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38BB8-B516-490C-A2E5-4FCF9AEA9609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EEA67-BD1B-4BF8-B741-DE5E24A9AAF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B38BB8-B516-490C-A2E5-4FCF9AEA9609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AEEA67-BD1B-4BF8-B741-DE5E24A9AAF5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bhāvanāgamya en amma ennākilum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(Malayalam)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200" smtClean="0">
                <a:solidFill>
                  <a:srgbClr val="FFFFFF"/>
                </a:solidFill>
                <a:latin typeface="Calibri"/>
              </a:rPr>
              <a:t>bhāvanāgamya en amma ennākilum</a:t>
            </a:r>
            <a:br>
              <a:rPr lang="en-US" sz="6200" smtClean="0">
                <a:solidFill>
                  <a:srgbClr val="FFFFFF"/>
                </a:solidFill>
                <a:latin typeface="Calibri"/>
              </a:rPr>
            </a:br>
            <a:r>
              <a:rPr lang="en-US" sz="6200" smtClean="0">
                <a:solidFill>
                  <a:srgbClr val="FFFFFF"/>
                </a:solidFill>
                <a:latin typeface="Calibri"/>
              </a:rPr>
              <a:t>bhāvanayil ñān āzhnn-iṙaṅgi</a:t>
            </a:r>
            <a:endParaRPr lang="en-US" sz="62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300" smtClean="0">
                <a:solidFill>
                  <a:srgbClr val="FFFF00"/>
                </a:solidFill>
                <a:latin typeface="Calibri"/>
              </a:rPr>
              <a:t>It is said that the Mother cannot be reached through imagination, yet I plunged deep into visualizations of her in my heart,</a:t>
            </a:r>
            <a:endParaRPr lang="en-US" sz="53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śyāma-sundari tan bhāvaṅgaḷ ende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mānasa-śilayil kotti vaccu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sculpting her image and her many moods and emotions.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śyāma-sundarī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… </a:t>
            </a:r>
            <a:br>
              <a:rPr lang="en-US" sz="6600" dirty="0" smtClean="0">
                <a:solidFill>
                  <a:srgbClr val="FFFFFF"/>
                </a:solidFill>
                <a:latin typeface="Calibri"/>
              </a:rPr>
            </a:b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ende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śyāma-sundarī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…</a:t>
            </a:r>
            <a:endParaRPr lang="en-US" sz="6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my dark and beautiful Mother!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100" smtClean="0">
                <a:solidFill>
                  <a:srgbClr val="FFFFFF"/>
                </a:solidFill>
                <a:latin typeface="Calibri"/>
              </a:rPr>
              <a:t>kusṛtiyāl āḍunna kuṙunirakaḷ </a:t>
            </a:r>
            <a:br>
              <a:rPr lang="en-US" sz="6100" smtClean="0">
                <a:solidFill>
                  <a:srgbClr val="FFFFFF"/>
                </a:solidFill>
                <a:latin typeface="Calibri"/>
              </a:rPr>
            </a:br>
            <a:r>
              <a:rPr lang="en-US" sz="6100" smtClean="0">
                <a:solidFill>
                  <a:srgbClr val="FFFFFF"/>
                </a:solidFill>
                <a:latin typeface="Calibri"/>
              </a:rPr>
              <a:t>tazhuki talōḍi ñān otukki veccu</a:t>
            </a:r>
            <a:endParaRPr lang="en-US" sz="61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I gently arranged the dark curls that danced upon her brow,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annēram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amma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br>
              <a:rPr lang="en-US" sz="5600" dirty="0" smtClean="0">
                <a:solidFill>
                  <a:srgbClr val="FFFFFF"/>
                </a:solidFill>
                <a:latin typeface="Calibri"/>
              </a:rPr>
            </a:b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tan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mizhikaḷ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raṇḍum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5600" dirty="0" smtClean="0">
                <a:solidFill>
                  <a:srgbClr val="FFFFFF"/>
                </a:solidFill>
                <a:latin typeface="Calibri"/>
              </a:rPr>
            </a:b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en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antaraṅgattilēkk-āzhnnu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patiññu</a:t>
            </a:r>
            <a:endParaRPr lang="en-US" sz="5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and in that tender moment, her eyes gazed deep into my being.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ammayōḍ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-ī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vidham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br>
              <a:rPr lang="en-US" sz="5600" dirty="0" smtClean="0">
                <a:solidFill>
                  <a:srgbClr val="FFFFFF"/>
                </a:solidFill>
                <a:latin typeface="Calibri"/>
              </a:rPr>
            </a:b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bhāviccu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bhāviccu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5600" dirty="0" smtClean="0">
                <a:solidFill>
                  <a:srgbClr val="FFFFFF"/>
                </a:solidFill>
                <a:latin typeface="Calibri"/>
              </a:rPr>
            </a:b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ennātma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kathakaḷ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br>
              <a:rPr lang="en-US" sz="5600" dirty="0" smtClean="0">
                <a:solidFill>
                  <a:srgbClr val="FFFFFF"/>
                </a:solidFill>
                <a:latin typeface="Calibri"/>
              </a:rPr>
            </a:b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ñān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paṅku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veccu</a:t>
            </a:r>
            <a:endParaRPr lang="en-US" sz="5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I imagined myself sharing the stories of my life with her,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amma tan bhāvanayil antaraṅgam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amma tan kēḷī-vihāramāyi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and as I pictured her in my heart, it became her sacred playground.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121</Words>
  <Application>Microsoft Office PowerPoint</Application>
  <PresentationFormat>On-screen Show (4:3)</PresentationFormat>
  <Paragraphs>17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bhāvanāgamya en amma ennākilum</vt:lpstr>
      <vt:lpstr>bhāvanāgamya en amma ennākilum bhāvanayil ñān āzhnn-iṙaṅgi</vt:lpstr>
      <vt:lpstr>śyāma-sundari tan bhāvaṅgaḷ ende mānasa-śilayil kotti vaccu</vt:lpstr>
      <vt:lpstr>śyāma-sundarī…  ende śyāma-sundarī…</vt:lpstr>
      <vt:lpstr>kusṛtiyāl āḍunna kuṙunirakaḷ  tazhuki talōḍi ñān otukki veccu</vt:lpstr>
      <vt:lpstr>annēram amma  tan mizhikaḷ raṇḍum en antaraṅgattilēkk-āzhnnu patiññu</vt:lpstr>
      <vt:lpstr>ammayōḍ-ī vidham  bhāviccu bhāviccu ennātma kathakaḷ  ñān paṅku veccu</vt:lpstr>
      <vt:lpstr>amma tan bhāvanayil antaraṅgam amma tan kēḷī-vihāramāyi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bhāvanāgamya en amma ennākilum</dc:title>
  <dc:creator>Amrita</dc:creator>
  <cp:lastModifiedBy>Amrita</cp:lastModifiedBy>
  <cp:revision>1</cp:revision>
  <dcterms:created xsi:type="dcterms:W3CDTF">2025-06-20T08:32:48Z</dcterms:created>
  <dcterms:modified xsi:type="dcterms:W3CDTF">2025-06-20T08:34:45Z</dcterms:modified>
</cp:coreProperties>
</file>