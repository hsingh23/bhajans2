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F2669-A3BE-4383-9F8E-6C38883C5089}" type="datetimeFigureOut">
              <a:rPr lang="en-US" smtClean="0"/>
              <a:pPr/>
              <a:t>28-Nov-2025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6B0FC-3841-4FF1-87EF-B5A6C04885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nin kārvēṇikkeṭṭil lasiccīḍum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nin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kārvēṇikkeṭṭil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lasiccīḍum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300" dirty="0" smtClean="0">
                <a:solidFill>
                  <a:srgbClr val="FFFFFF"/>
                </a:solidFill>
                <a:latin typeface="Calibri"/>
              </a:rPr>
            </a:b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pīliyāy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enne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cērttīḍumō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3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dirty="0" smtClean="0">
                <a:solidFill>
                  <a:srgbClr val="FFFF00"/>
                </a:solidFill>
                <a:latin typeface="Calibri"/>
              </a:rPr>
              <a:t>Krishna, will you make me the joyous peacock plume that dances in your dark hair knot?</a:t>
            </a:r>
            <a:endParaRPr lang="en-US" sz="57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pavizham pōl śōbhikkum madhurādharattile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maṇimuraḷikayāy māṫṫīḍumō? 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shape me into the flute that rests upon your lips, glowing red like coral? Will you make me your flute?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maṇimuraḷikayāy māṫṫīḍumō?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 make me your flute?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tirumēni cūḍunna pūkkaḷ koruttoru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vanamālayāy enne māṫṫīḍumō?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weave me into a garland of forest blooms to grace your sacred, radiant form?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vṛndāvanattine dhanyam ākkīḍunna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pādam puṇarum cilambākkumō?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make me the anklet that clasps your feet—the feet that sanctify Vrindavan? Will you make me your anklet?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pādam puṇarum cilambākkumō?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 make me your anklet?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tāmara-mizhikaḷ virikkunnor-azhakārnna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mazhavillāy enne nī māṫṫīḍumō?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turn me into the wondrous rainbow that spreads its beauty from your lotus eyes?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veṇṇa kavarnnīḍum kaṇṇā nin hṛdayattil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cērnnoru rādhayāy karutīḍumō? Ninde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Krishna, stealer of butter, will you behold me as Radha—the one who dwells as oneness in your heart?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Ninde priya sakhi rādhayāy karutīḍumō?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 claim me as your beloved Radha?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300" dirty="0" smtClean="0">
                <a:solidFill>
                  <a:srgbClr val="FFFFFF"/>
                </a:solidFill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</a:rPr>
              <a:t>kaṇṇā</a:t>
            </a:r>
            <a:r>
              <a:rPr lang="en-US" sz="6300" dirty="0" smtClean="0">
                <a:solidFill>
                  <a:srgbClr val="FFFFFF"/>
                </a:solidFill>
              </a:rPr>
              <a:t/>
            </a:r>
            <a:br>
              <a:rPr lang="en-US" sz="6300" dirty="0" smtClean="0">
                <a:solidFill>
                  <a:srgbClr val="FFFFFF"/>
                </a:solidFill>
              </a:rPr>
            </a:br>
            <a:r>
              <a:rPr lang="en-US" sz="6300" dirty="0" err="1" smtClean="0">
                <a:solidFill>
                  <a:srgbClr val="FFFFFF"/>
                </a:solidFill>
              </a:rPr>
              <a:t>kaṇṇā</a:t>
            </a:r>
            <a:r>
              <a:rPr lang="en-US" sz="6300" dirty="0" smtClean="0">
                <a:solidFill>
                  <a:srgbClr val="FFFFFF"/>
                </a:solidFill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</a:rPr>
              <a:t>kaṇṇā</a:t>
            </a:r>
            <a:r>
              <a:rPr lang="en-US" sz="6300" dirty="0" smtClean="0">
                <a:solidFill>
                  <a:srgbClr val="FFFFFF"/>
                </a:solidFill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</a:rPr>
              <a:t>kaṇṇā</a:t>
            </a:r>
            <a:r>
              <a:rPr lang="en-US" sz="6300" dirty="0" smtClean="0">
                <a:solidFill>
                  <a:srgbClr val="FFFFFF"/>
                </a:solidFill>
              </a:rPr>
              <a:t/>
            </a:r>
            <a:br>
              <a:rPr lang="en-US" sz="6300" dirty="0" smtClean="0">
                <a:solidFill>
                  <a:srgbClr val="FFFFFF"/>
                </a:solidFill>
              </a:rPr>
            </a:br>
            <a:r>
              <a:rPr lang="en-US" sz="6300" dirty="0" err="1" smtClean="0">
                <a:solidFill>
                  <a:srgbClr val="FFFFFF"/>
                </a:solidFill>
              </a:rPr>
              <a:t>pīliyāy</a:t>
            </a:r>
            <a:r>
              <a:rPr lang="en-US" sz="6300" dirty="0" smtClean="0">
                <a:solidFill>
                  <a:srgbClr val="FFFFFF"/>
                </a:solidFill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</a:rPr>
              <a:t>enne</a:t>
            </a:r>
            <a:r>
              <a:rPr lang="en-US" sz="6300" dirty="0" smtClean="0">
                <a:solidFill>
                  <a:srgbClr val="FFFFFF"/>
                </a:solidFill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</a:rPr>
              <a:t>nī</a:t>
            </a:r>
            <a:r>
              <a:rPr lang="en-US" sz="6300" dirty="0" smtClean="0">
                <a:solidFill>
                  <a:srgbClr val="FFFFFF"/>
                </a:solidFill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</a:rPr>
              <a:t>cērttīḍumō</a:t>
            </a:r>
            <a:r>
              <a:rPr lang="en-US" sz="6300" dirty="0" smtClean="0">
                <a:solidFill>
                  <a:srgbClr val="FFFFFF"/>
                </a:solidFill>
              </a:rPr>
              <a:t>? </a:t>
            </a:r>
            <a:endParaRPr lang="en-US" sz="63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dirty="0" smtClean="0">
                <a:solidFill>
                  <a:srgbClr val="FFFF00"/>
                </a:solidFill>
              </a:rPr>
              <a:t>Krishna, will you make me the joyous peacock plume that dances in your dark hair knot?</a:t>
            </a:r>
          </a:p>
          <a:p>
            <a:endParaRPr lang="en-US" sz="57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205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kaṇṇā nin kārvēṇikkeṭṭil lasiccīḍum</vt:lpstr>
      <vt:lpstr>kaṇṇā nin kārvēṇikkeṭṭil lasiccīḍum pīliyāy enne nī cērttīḍumō? </vt:lpstr>
      <vt:lpstr>pavizham pōl śōbhikkum madhurādharattile maṇimuraḷikayāy māṫṫīḍumō? </vt:lpstr>
      <vt:lpstr>maṇimuraḷikayāy māṫṫīḍumō? </vt:lpstr>
      <vt:lpstr>tirumēni cūḍunna pūkkaḷ koruttoru vanamālayāy enne māṫṫīḍumō? </vt:lpstr>
      <vt:lpstr>vṛndāvanattine dhanyam ākkīḍunna pādam puṇarum cilambākkumō? </vt:lpstr>
      <vt:lpstr>pādam puṇarum cilambākkumō? </vt:lpstr>
      <vt:lpstr>tāmara-mizhikaḷ virikkunnor-azhakārnna mazhavillāy enne nī māṫṫīḍumō? </vt:lpstr>
      <vt:lpstr>veṇṇa kavarnnīḍum kaṇṇā nin hṛdayattil cērnnoru rādhayāy karutīḍumō? Ninde</vt:lpstr>
      <vt:lpstr>Ninde priya sakhi rādhayāy karutīḍumō? </vt:lpstr>
      <vt:lpstr>kaṇṇā kaṇṇā kaṇṇā kaṇṇā kaṇṇā pīliyāy enne nī cērttīḍumō?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kaṇṇā nin kārvēṇikkeṭṭil lasiccīḍum</dc:title>
  <dc:creator>Amrita</dc:creator>
  <cp:lastModifiedBy>AMMA</cp:lastModifiedBy>
  <cp:revision>2</cp:revision>
  <dcterms:created xsi:type="dcterms:W3CDTF">2025-07-25T12:59:08Z</dcterms:created>
  <dcterms:modified xsi:type="dcterms:W3CDTF">2025-11-28T15:06:16Z</dcterms:modified>
</cp:coreProperties>
</file>