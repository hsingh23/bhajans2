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4" r:id="rId2"/>
    <p:sldId id="286" r:id="rId3"/>
    <p:sldId id="293" r:id="rId4"/>
    <p:sldId id="287" r:id="rId5"/>
    <p:sldId id="288" r:id="rId6"/>
    <p:sldId id="289" r:id="rId7"/>
    <p:sldId id="290" r:id="rId8"/>
    <p:sldId id="291" r:id="rId9"/>
    <p:sldId id="29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25-May-2025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983393-D39C-489A-A04E-9B95C0DD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48A871E-A8A0-C2DC-7665-F792F9A56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156986F-023B-E1B6-33EE-32176E664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78A944-1D8C-72B9-F469-D24A43145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9408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0FCE47-7F5A-791C-DE1F-1F06ED66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4A1DB1-5F49-EDDA-DD68-3FB00243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Sādhō</a:t>
            </a:r>
            <a:r>
              <a:rPr lang="en-US" sz="7200" dirty="0"/>
              <a:t> </a:t>
            </a:r>
            <a:r>
              <a:rPr lang="en-US" sz="7200" dirty="0" err="1"/>
              <a:t>Sādhō</a:t>
            </a:r>
            <a:endParaRPr lang="en-US" sz="7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52C967E1-C0AD-BF14-C743-D54F1219B216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Hindi 2025</a:t>
            </a:r>
          </a:p>
        </p:txBody>
      </p:sp>
    </p:spTree>
    <p:extLst>
      <p:ext uri="{BB962C8B-B14F-4D97-AF65-F5344CB8AC3E}">
        <p14:creationId xmlns:p14="http://schemas.microsoft.com/office/powerpoint/2010/main" xmlns="" val="5846718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/>
              <a:t>Sādhō</a:t>
            </a:r>
            <a:r>
              <a:rPr lang="en-US" sz="4800" dirty="0"/>
              <a:t> </a:t>
            </a:r>
            <a:r>
              <a:rPr lang="en-US" sz="4800" dirty="0" err="1"/>
              <a:t>Sādhō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main </a:t>
            </a:r>
            <a:r>
              <a:rPr lang="en-US" sz="4800" dirty="0" err="1"/>
              <a:t>bairāgan</a:t>
            </a:r>
            <a:r>
              <a:rPr lang="en-US" sz="4800" dirty="0"/>
              <a:t> </a:t>
            </a:r>
            <a:r>
              <a:rPr lang="en-US" sz="4800" dirty="0" err="1"/>
              <a:t>har</a:t>
            </a:r>
            <a:r>
              <a:rPr lang="en-US" sz="4800" dirty="0"/>
              <a:t> </a:t>
            </a:r>
            <a:r>
              <a:rPr lang="en-US" sz="4800" dirty="0" err="1"/>
              <a:t>kī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 err="1"/>
              <a:t>bhūṣan</a:t>
            </a:r>
            <a:r>
              <a:rPr lang="en-US" sz="4800" dirty="0"/>
              <a:t> </a:t>
            </a:r>
            <a:r>
              <a:rPr lang="en-US" sz="4800" dirty="0" err="1"/>
              <a:t>vastra</a:t>
            </a:r>
            <a:r>
              <a:rPr lang="en-US" sz="4800" dirty="0"/>
              <a:t> </a:t>
            </a:r>
            <a:r>
              <a:rPr lang="en-US" sz="4800" dirty="0" err="1"/>
              <a:t>sab</a:t>
            </a:r>
            <a:r>
              <a:rPr lang="en-US" sz="4800" dirty="0"/>
              <a:t> </a:t>
            </a:r>
            <a:r>
              <a:rPr lang="en-US" sz="4800" dirty="0" err="1"/>
              <a:t>hī</a:t>
            </a:r>
            <a:r>
              <a:rPr lang="en-US" sz="4800" dirty="0"/>
              <a:t> hum </a:t>
            </a:r>
            <a:r>
              <a:rPr lang="en-US" sz="4800" dirty="0" err="1"/>
              <a:t>tyāgō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 err="1"/>
              <a:t>khān</a:t>
            </a:r>
            <a:r>
              <a:rPr lang="en-US" sz="4800" dirty="0"/>
              <a:t> </a:t>
            </a:r>
            <a:r>
              <a:rPr lang="en-US" sz="4800" dirty="0" err="1"/>
              <a:t>pān</a:t>
            </a:r>
            <a:r>
              <a:rPr lang="en-US" sz="4800" dirty="0"/>
              <a:t> </a:t>
            </a:r>
            <a:r>
              <a:rPr lang="en-US" sz="4800" dirty="0" err="1"/>
              <a:t>biśara</a:t>
            </a:r>
            <a:r>
              <a:rPr lang="en-US" sz="4800" dirty="0"/>
              <a:t> </a:t>
            </a:r>
            <a:r>
              <a:rPr lang="en-US" sz="4800" dirty="0" err="1"/>
              <a:t>dō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>
                <a:solidFill>
                  <a:srgbClr val="FFFF00"/>
                </a:solidFill>
              </a:rPr>
              <a:t>Hear this, all. Listen. I am she who has renounced all …a Vagabond for my Lord Krishna. Ornaments, clothes. all have I given up. Forgotten are food and drink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bhūṣan</a:t>
            </a:r>
            <a:r>
              <a:rPr lang="en-US" sz="5400" dirty="0" smtClean="0"/>
              <a:t> </a:t>
            </a:r>
            <a:r>
              <a:rPr lang="en-US" sz="5400" dirty="0" err="1"/>
              <a:t>vastra</a:t>
            </a:r>
            <a:r>
              <a:rPr lang="en-US" sz="5400" dirty="0"/>
              <a:t> sab </a:t>
            </a:r>
            <a:r>
              <a:rPr lang="en-US" sz="5400" dirty="0" err="1"/>
              <a:t>hī</a:t>
            </a:r>
            <a:r>
              <a:rPr lang="en-US" sz="5400" dirty="0"/>
              <a:t> hum </a:t>
            </a:r>
            <a:br>
              <a:rPr lang="en-US" sz="5400" dirty="0"/>
            </a:br>
            <a:r>
              <a:rPr lang="en-US" sz="5400" dirty="0" err="1"/>
              <a:t>tyāgō</a:t>
            </a:r>
            <a:r>
              <a:rPr lang="en-US" sz="5400" dirty="0"/>
              <a:t> </a:t>
            </a:r>
            <a:r>
              <a:rPr lang="en-US" sz="5400" dirty="0" err="1"/>
              <a:t>khān</a:t>
            </a:r>
            <a:r>
              <a:rPr lang="en-US" sz="5400" dirty="0"/>
              <a:t> </a:t>
            </a:r>
            <a:r>
              <a:rPr lang="en-US" sz="5400" dirty="0" err="1"/>
              <a:t>pān</a:t>
            </a:r>
            <a:r>
              <a:rPr lang="en-US" sz="5400" dirty="0"/>
              <a:t> </a:t>
            </a:r>
            <a:r>
              <a:rPr lang="en-US" sz="5400" dirty="0" err="1"/>
              <a:t>biśara</a:t>
            </a:r>
            <a:r>
              <a:rPr lang="en-US" sz="5400" dirty="0"/>
              <a:t> </a:t>
            </a:r>
            <a:r>
              <a:rPr lang="en-US" sz="5400" dirty="0" err="1" smtClean="0"/>
              <a:t>dō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 </a:t>
            </a:r>
            <a:r>
              <a:rPr lang="en-US" sz="5400" dirty="0" err="1" smtClean="0"/>
              <a:t>Sādhō</a:t>
            </a:r>
            <a:r>
              <a:rPr lang="en-US" sz="5400" dirty="0" smtClean="0"/>
              <a:t> </a:t>
            </a:r>
            <a:r>
              <a:rPr lang="en-US" sz="5400" dirty="0" err="1" smtClean="0"/>
              <a:t>Sādhō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main </a:t>
            </a:r>
            <a:r>
              <a:rPr lang="en-US" sz="5400" dirty="0" err="1" smtClean="0"/>
              <a:t>bairāgan</a:t>
            </a:r>
            <a:r>
              <a:rPr lang="en-US" sz="5400" dirty="0" smtClean="0"/>
              <a:t> </a:t>
            </a:r>
            <a:r>
              <a:rPr lang="en-US" sz="5400" dirty="0" err="1" smtClean="0"/>
              <a:t>har</a:t>
            </a:r>
            <a:r>
              <a:rPr lang="en-US" sz="5400" dirty="0" smtClean="0"/>
              <a:t> </a:t>
            </a:r>
            <a:r>
              <a:rPr lang="en-US" sz="5400" dirty="0" err="1" smtClean="0"/>
              <a:t>kī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Ornaments</a:t>
            </a:r>
            <a:r>
              <a:rPr lang="en-US" sz="4400" dirty="0">
                <a:solidFill>
                  <a:srgbClr val="FFFF00"/>
                </a:solidFill>
              </a:rPr>
              <a:t>, clothes. all have I given up. Forgotten are food </a:t>
            </a:r>
            <a:r>
              <a:rPr lang="en-US" sz="4400">
                <a:solidFill>
                  <a:srgbClr val="FFFF00"/>
                </a:solidFill>
              </a:rPr>
              <a:t>and </a:t>
            </a:r>
            <a:r>
              <a:rPr lang="en-US" sz="4400" smtClean="0">
                <a:solidFill>
                  <a:srgbClr val="FFFF00"/>
                </a:solidFill>
              </a:rPr>
              <a:t>drink.</a:t>
            </a:r>
            <a:endParaRPr lang="en-US" sz="4400" dirty="0" smtClean="0">
              <a:solidFill>
                <a:srgbClr val="FFFF00"/>
              </a:solidFill>
            </a:endParaRPr>
          </a:p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Hear this, all. Listen. I am she who has renounced all …a vagabond for my Lord Krishna.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yē</a:t>
            </a:r>
            <a:r>
              <a:rPr lang="en-US" sz="7200" dirty="0"/>
              <a:t> </a:t>
            </a:r>
            <a:r>
              <a:rPr lang="en-US" sz="7200" dirty="0" err="1"/>
              <a:t>vraj</a:t>
            </a:r>
            <a:r>
              <a:rPr lang="en-US" sz="7200" dirty="0"/>
              <a:t> </a:t>
            </a:r>
            <a:r>
              <a:rPr lang="en-US" sz="7200" dirty="0" err="1"/>
              <a:t>vāsī</a:t>
            </a:r>
            <a:r>
              <a:rPr lang="en-US" sz="7200" dirty="0"/>
              <a:t> </a:t>
            </a:r>
            <a:r>
              <a:rPr lang="en-US" sz="7200" dirty="0" err="1"/>
              <a:t>kehet</a:t>
            </a:r>
            <a:r>
              <a:rPr lang="en-US" sz="7200" dirty="0"/>
              <a:t> </a:t>
            </a:r>
            <a:r>
              <a:rPr lang="en-US" sz="7200" dirty="0" err="1"/>
              <a:t>bāvari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/>
              <a:t>main </a:t>
            </a:r>
            <a:r>
              <a:rPr lang="en-US" sz="7200" dirty="0" err="1"/>
              <a:t>dāsī</a:t>
            </a:r>
            <a:r>
              <a:rPr lang="en-US" sz="7200" dirty="0"/>
              <a:t> </a:t>
            </a:r>
            <a:r>
              <a:rPr lang="en-US" sz="7200" dirty="0" err="1"/>
              <a:t>giridhar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The people of </a:t>
            </a:r>
            <a:r>
              <a:rPr lang="en-US" sz="6600" dirty="0" err="1">
                <a:solidFill>
                  <a:srgbClr val="FFFF00"/>
                </a:solidFill>
              </a:rPr>
              <a:t>Vraj</a:t>
            </a:r>
            <a:r>
              <a:rPr lang="en-US" sz="6600" dirty="0">
                <a:solidFill>
                  <a:srgbClr val="FFFF00"/>
                </a:solidFill>
              </a:rPr>
              <a:t> say I am mad. I am just a slave of that </a:t>
            </a:r>
            <a:r>
              <a:rPr lang="en-US" sz="6600" dirty="0" err="1">
                <a:solidFill>
                  <a:srgbClr val="FFFF00"/>
                </a:solidFill>
              </a:rPr>
              <a:t>Giridhar</a:t>
            </a:r>
            <a:r>
              <a:rPr lang="en-US" sz="6600" dirty="0">
                <a:solidFill>
                  <a:srgbClr val="FFFF00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uddhavji</a:t>
            </a:r>
            <a:r>
              <a:rPr lang="en-US" sz="7200" dirty="0"/>
              <a:t> </a:t>
            </a:r>
            <a:r>
              <a:rPr lang="en-US" sz="7200" dirty="0" err="1"/>
              <a:t>tum</a:t>
            </a:r>
            <a:r>
              <a:rPr lang="en-US" sz="7200" dirty="0"/>
              <a:t> </a:t>
            </a:r>
            <a:r>
              <a:rPr lang="en-US" sz="7200" dirty="0" err="1"/>
              <a:t>jāvō</a:t>
            </a:r>
            <a:r>
              <a:rPr lang="en-US" sz="7200" dirty="0"/>
              <a:t> </a:t>
            </a:r>
            <a:r>
              <a:rPr lang="en-US" sz="7200" dirty="0" err="1"/>
              <a:t>dwārakā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 err="1"/>
              <a:t>vipat</a:t>
            </a:r>
            <a:r>
              <a:rPr lang="en-US" sz="7200" dirty="0"/>
              <a:t> </a:t>
            </a:r>
            <a:r>
              <a:rPr lang="en-US" sz="7200" dirty="0" err="1"/>
              <a:t>kahō</a:t>
            </a:r>
            <a:r>
              <a:rPr lang="en-US" sz="7200" dirty="0"/>
              <a:t> </a:t>
            </a:r>
            <a:r>
              <a:rPr lang="en-US" sz="7200" dirty="0" err="1"/>
              <a:t>gōpiyan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</a:rPr>
              <a:t>Uddhav ji, take this message to my Lord in Dwarka. Tell him of the agony of the </a:t>
            </a:r>
            <a:r>
              <a:rPr lang="en-US" sz="4800" dirty="0" err="1">
                <a:solidFill>
                  <a:srgbClr val="FFFF00"/>
                </a:solidFill>
              </a:rPr>
              <a:t>gopikas</a:t>
            </a:r>
            <a:r>
              <a:rPr lang="en-US" sz="4800" dirty="0">
                <a:solidFill>
                  <a:srgbClr val="FFFF00"/>
                </a:solidFill>
              </a:rPr>
              <a:t> (.. </a:t>
            </a:r>
            <a:r>
              <a:rPr lang="en-US" sz="4800" dirty="0" err="1">
                <a:solidFill>
                  <a:srgbClr val="FFFF00"/>
                </a:solidFill>
              </a:rPr>
              <a:t>Meera</a:t>
            </a:r>
            <a:r>
              <a:rPr lang="en-US" sz="4800" dirty="0">
                <a:solidFill>
                  <a:srgbClr val="FFFF00"/>
                </a:solidFill>
              </a:rPr>
              <a:t> is suffering the same agony)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jaisē</a:t>
            </a:r>
            <a:r>
              <a:rPr lang="en-US" sz="7200" dirty="0"/>
              <a:t> </a:t>
            </a:r>
            <a:r>
              <a:rPr lang="en-US" sz="7200" dirty="0" err="1"/>
              <a:t>jal</a:t>
            </a:r>
            <a:r>
              <a:rPr lang="en-US" sz="7200" dirty="0"/>
              <a:t> bin </a:t>
            </a:r>
            <a:r>
              <a:rPr lang="en-US" sz="7200" dirty="0" err="1"/>
              <a:t>mīn</a:t>
            </a:r>
            <a:r>
              <a:rPr lang="en-US" sz="7200" dirty="0"/>
              <a:t> </a:t>
            </a:r>
            <a:r>
              <a:rPr lang="en-US" sz="7200" dirty="0" err="1"/>
              <a:t>taḍape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 err="1"/>
              <a:t>saugat</a:t>
            </a:r>
            <a:r>
              <a:rPr lang="en-US" sz="7200" dirty="0"/>
              <a:t> </a:t>
            </a:r>
            <a:r>
              <a:rPr lang="en-US" sz="7200" dirty="0" err="1"/>
              <a:t>bhay</a:t>
            </a:r>
            <a:r>
              <a:rPr lang="en-US" sz="7200" dirty="0"/>
              <a:t> </a:t>
            </a:r>
            <a:r>
              <a:rPr lang="en-US" sz="7200" dirty="0" err="1"/>
              <a:t>sakhiyan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Like the fish out of water that is gasping and writhing in pain, such is the frightful state of my friends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pāt</a:t>
            </a:r>
            <a:r>
              <a:rPr lang="en-US" sz="7200" dirty="0"/>
              <a:t> </a:t>
            </a:r>
            <a:r>
              <a:rPr lang="en-US" sz="7200" dirty="0" err="1"/>
              <a:t>pāt</a:t>
            </a:r>
            <a:r>
              <a:rPr lang="en-US" sz="7200" dirty="0"/>
              <a:t> </a:t>
            </a:r>
            <a:r>
              <a:rPr lang="en-US" sz="7200" dirty="0" err="1"/>
              <a:t>vrindavan</a:t>
            </a:r>
            <a:r>
              <a:rPr lang="en-US" sz="7200" dirty="0"/>
              <a:t> </a:t>
            </a:r>
            <a:r>
              <a:rPr lang="en-US" sz="7200" dirty="0" err="1"/>
              <a:t>ḍhūṇḍiyō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 err="1"/>
              <a:t>ḍhūṇḍ</a:t>
            </a:r>
            <a:r>
              <a:rPr lang="en-US" sz="7200" dirty="0"/>
              <a:t> </a:t>
            </a:r>
            <a:r>
              <a:rPr lang="en-US" sz="7200" dirty="0" err="1"/>
              <a:t>phiri</a:t>
            </a:r>
            <a:r>
              <a:rPr lang="en-US" sz="7200" dirty="0"/>
              <a:t> </a:t>
            </a:r>
            <a:r>
              <a:rPr lang="en-US" sz="7200" dirty="0" err="1"/>
              <a:t>vraj</a:t>
            </a:r>
            <a:r>
              <a:rPr lang="en-US" sz="7200" dirty="0"/>
              <a:t> </a:t>
            </a:r>
            <a:r>
              <a:rPr lang="en-US" sz="7200" dirty="0" err="1"/>
              <a:t>har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In a frenzy am I searching every nook and corner of </a:t>
            </a:r>
            <a:r>
              <a:rPr lang="en-US" sz="5400" dirty="0" err="1">
                <a:solidFill>
                  <a:srgbClr val="FFFF00"/>
                </a:solidFill>
              </a:rPr>
              <a:t>Vrindavan</a:t>
            </a:r>
            <a:r>
              <a:rPr lang="en-US" sz="5400" dirty="0">
                <a:solidFill>
                  <a:srgbClr val="FFFF00"/>
                </a:solidFill>
              </a:rPr>
              <a:t>… Searching in fevered agony, this </a:t>
            </a:r>
            <a:r>
              <a:rPr lang="en-US" sz="5400" dirty="0" err="1">
                <a:solidFill>
                  <a:srgbClr val="FFFF00"/>
                </a:solidFill>
              </a:rPr>
              <a:t>Vraj</a:t>
            </a:r>
            <a:r>
              <a:rPr lang="en-US" sz="5400" dirty="0">
                <a:solidFill>
                  <a:srgbClr val="FFFF00"/>
                </a:solidFill>
              </a:rPr>
              <a:t> </a:t>
            </a:r>
            <a:r>
              <a:rPr lang="en-US" sz="5400" dirty="0" err="1">
                <a:solidFill>
                  <a:srgbClr val="FFFF00"/>
                </a:solidFill>
              </a:rPr>
              <a:t>bhoomi</a:t>
            </a:r>
            <a:r>
              <a:rPr lang="en-US" sz="5400" dirty="0">
                <a:solidFill>
                  <a:srgbClr val="FFFF00"/>
                </a:solidFill>
              </a:rPr>
              <a:t> of Krishna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āp</a:t>
            </a:r>
            <a:r>
              <a:rPr lang="en-US" sz="7200" dirty="0"/>
              <a:t> </a:t>
            </a:r>
            <a:r>
              <a:rPr lang="en-US" sz="7200" dirty="0" err="1"/>
              <a:t>tō</a:t>
            </a:r>
            <a:r>
              <a:rPr lang="en-US" sz="7200" dirty="0"/>
              <a:t> </a:t>
            </a:r>
            <a:r>
              <a:rPr lang="en-US" sz="7200" dirty="0" err="1"/>
              <a:t>jāyē</a:t>
            </a:r>
            <a:r>
              <a:rPr lang="en-US" sz="7200" dirty="0"/>
              <a:t> </a:t>
            </a:r>
            <a:r>
              <a:rPr lang="en-US" sz="7200" dirty="0" err="1"/>
              <a:t>dwāraka</a:t>
            </a:r>
            <a:r>
              <a:rPr lang="en-US" sz="7200" dirty="0"/>
              <a:t> </a:t>
            </a:r>
            <a:r>
              <a:rPr lang="en-US" sz="7200" dirty="0" err="1"/>
              <a:t>chāyē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 err="1"/>
              <a:t>pharimōti</a:t>
            </a:r>
            <a:r>
              <a:rPr lang="en-US" sz="7200" dirty="0"/>
              <a:t> </a:t>
            </a:r>
            <a:r>
              <a:rPr lang="en-US" sz="7200" dirty="0" err="1"/>
              <a:t>giridhar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You my Lord, simply went </a:t>
            </a:r>
          </a:p>
          <a:p>
            <a:pPr algn="ctr"/>
            <a:r>
              <a:rPr lang="en-US" sz="5400" dirty="0">
                <a:solidFill>
                  <a:srgbClr val="FFFF00"/>
                </a:solidFill>
              </a:rPr>
              <a:t>and glorified Dwaraka with </a:t>
            </a:r>
          </a:p>
          <a:p>
            <a:pPr algn="ctr"/>
            <a:r>
              <a:rPr lang="en-US" sz="5400" dirty="0">
                <a:solidFill>
                  <a:srgbClr val="FFFF00"/>
                </a:solidFill>
              </a:rPr>
              <a:t>Your presence </a:t>
            </a:r>
          </a:p>
          <a:p>
            <a:pPr algn="ctr"/>
            <a:r>
              <a:rPr lang="en-US" sz="5400" dirty="0">
                <a:solidFill>
                  <a:srgbClr val="FFFF00"/>
                </a:solidFill>
              </a:rPr>
              <a:t>Leaving me behind as a widow.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mīrā</a:t>
            </a:r>
            <a:r>
              <a:rPr lang="en-US" sz="7200" dirty="0"/>
              <a:t> </a:t>
            </a:r>
            <a:r>
              <a:rPr lang="en-US" sz="7200" dirty="0" err="1"/>
              <a:t>kē</a:t>
            </a:r>
            <a:r>
              <a:rPr lang="en-US" sz="7200" dirty="0"/>
              <a:t> </a:t>
            </a:r>
            <a:r>
              <a:rPr lang="en-US" sz="7200" dirty="0" err="1"/>
              <a:t>prabhu</a:t>
            </a:r>
            <a:r>
              <a:rPr lang="en-US" sz="7200" dirty="0"/>
              <a:t> </a:t>
            </a:r>
            <a:r>
              <a:rPr lang="en-US" sz="7200" dirty="0" err="1"/>
              <a:t>giridhar</a:t>
            </a:r>
            <a:r>
              <a:rPr lang="en-US" sz="7200" dirty="0"/>
              <a:t> </a:t>
            </a:r>
            <a:r>
              <a:rPr lang="en-US" sz="7200" dirty="0" err="1"/>
              <a:t>nāgar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dirty="0" err="1"/>
              <a:t>dāsi</a:t>
            </a:r>
            <a:r>
              <a:rPr lang="en-US" sz="7200" dirty="0"/>
              <a:t> </a:t>
            </a:r>
            <a:r>
              <a:rPr lang="en-US" sz="7200" dirty="0" err="1"/>
              <a:t>rādhā</a:t>
            </a:r>
            <a:r>
              <a:rPr lang="en-US" sz="7200" dirty="0"/>
              <a:t> </a:t>
            </a:r>
            <a:r>
              <a:rPr lang="en-US" sz="7200" dirty="0" err="1"/>
              <a:t>var</a:t>
            </a:r>
            <a:r>
              <a:rPr lang="en-US" sz="7200" dirty="0"/>
              <a:t> </a:t>
            </a:r>
            <a:r>
              <a:rPr lang="en-US" sz="7200" dirty="0" err="1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For, O Lord of </a:t>
            </a:r>
            <a:r>
              <a:rPr lang="en-US" sz="5400" dirty="0" err="1">
                <a:solidFill>
                  <a:srgbClr val="FFFF00"/>
                </a:solidFill>
              </a:rPr>
              <a:t>Meera</a:t>
            </a:r>
            <a:r>
              <a:rPr lang="en-US" sz="5400" dirty="0">
                <a:solidFill>
                  <a:srgbClr val="FFFF00"/>
                </a:solidFill>
              </a:rPr>
              <a:t> - - this </a:t>
            </a:r>
            <a:r>
              <a:rPr lang="en-US" sz="5400" dirty="0" err="1">
                <a:solidFill>
                  <a:srgbClr val="FFFF00"/>
                </a:solidFill>
              </a:rPr>
              <a:t>Meera</a:t>
            </a:r>
            <a:r>
              <a:rPr lang="en-US" sz="5400" dirty="0">
                <a:solidFill>
                  <a:srgbClr val="FFFF00"/>
                </a:solidFill>
              </a:rPr>
              <a:t> is nothing, but the slave of </a:t>
            </a:r>
            <a:r>
              <a:rPr lang="en-US" sz="5400" dirty="0" err="1">
                <a:solidFill>
                  <a:srgbClr val="FFFF00"/>
                </a:solidFill>
              </a:rPr>
              <a:t>Radha’s</a:t>
            </a:r>
            <a:r>
              <a:rPr lang="en-US" sz="5400" dirty="0">
                <a:solidFill>
                  <a:srgbClr val="FFFF00"/>
                </a:solidFill>
              </a:rPr>
              <a:t> Lord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2955</TotalTime>
  <Words>252</Words>
  <Application>Microsoft Office PowerPoint</Application>
  <PresentationFormat>On-screen Show (4:3)</PresentationFormat>
  <Paragraphs>31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Sādhō Sādhō</vt:lpstr>
      <vt:lpstr>Sādhō Sādhō main bairāgan har kī bhūṣan vastra sab hī hum tyāgō khān pān biśara dō</vt:lpstr>
      <vt:lpstr>bhūṣan vastra sab hī hum  tyāgō khān pān biśara dō  Sādhō Sādhō main bairāgan har kī</vt:lpstr>
      <vt:lpstr>yē vraj vāsī kehet bāvari main dāsī giridhar kī</vt:lpstr>
      <vt:lpstr>uddhavji tum jāvō dwārakā vipat kahō gōpiyan kī</vt:lpstr>
      <vt:lpstr>jaisē jal bin mīn taḍape saugat bhay sakhiyan kī</vt:lpstr>
      <vt:lpstr>pāt pāt vrindavan ḍhūṇḍiyō ḍhūṇḍ phiri vraj har kī</vt:lpstr>
      <vt:lpstr>āp tō jāyē dwāraka chāyē pharimōti giridhar kī</vt:lpstr>
      <vt:lpstr>mīrā kē prabhu giridhar nāgar dāsi rādhā var kī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324</cp:revision>
  <dcterms:created xsi:type="dcterms:W3CDTF">2006-08-16T00:00:00Z</dcterms:created>
  <dcterms:modified xsi:type="dcterms:W3CDTF">2025-05-25T16:38:18Z</dcterms:modified>
</cp:coreProperties>
</file>