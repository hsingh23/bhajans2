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79" d="100"/>
          <a:sy n="79" d="100"/>
        </p:scale>
        <p:origin x="-1469" y="-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3CB5FF-705E-476B-846D-8A971764E625}" type="datetimeFigureOut">
              <a:rPr lang="en-US" smtClean="0"/>
              <a:pPr/>
              <a:t>12/25/2025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12DEE7-2E3A-4576-AB59-FFE1B4EC30E1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12DEE7-2E3A-4576-AB59-FFE1B4EC30E1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DB237-1B72-49C3-AD0D-085861C7211A}" type="datetimeFigureOut">
              <a:rPr lang="en-US" smtClean="0"/>
              <a:pPr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23DDF-22EA-4884-944C-079851A8F4A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DB237-1B72-49C3-AD0D-085861C7211A}" type="datetimeFigureOut">
              <a:rPr lang="en-US" smtClean="0"/>
              <a:pPr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23DDF-22EA-4884-944C-079851A8F4A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DB237-1B72-49C3-AD0D-085861C7211A}" type="datetimeFigureOut">
              <a:rPr lang="en-US" smtClean="0"/>
              <a:pPr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23DDF-22EA-4884-944C-079851A8F4A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DB237-1B72-49C3-AD0D-085861C7211A}" type="datetimeFigureOut">
              <a:rPr lang="en-US" smtClean="0"/>
              <a:pPr/>
              <a:t>12/25/2025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23DDF-22EA-4884-944C-079851A8F4A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DB237-1B72-49C3-AD0D-085861C7211A}" type="datetimeFigureOut">
              <a:rPr lang="en-US" smtClean="0"/>
              <a:pPr/>
              <a:t>12/25/2025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23DDF-22EA-4884-944C-079851A8F4A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DB237-1B72-49C3-AD0D-085861C7211A}" type="datetimeFigureOut">
              <a:rPr lang="en-US" smtClean="0"/>
              <a:pPr/>
              <a:t>12/25/2025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23DDF-22EA-4884-944C-079851A8F4A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DB237-1B72-49C3-AD0D-085861C7211A}" type="datetimeFigureOut">
              <a:rPr lang="en-US" smtClean="0"/>
              <a:pPr/>
              <a:t>12/25/2025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23DDF-22EA-4884-944C-079851A8F4A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DB237-1B72-49C3-AD0D-085861C7211A}" type="datetimeFigureOut">
              <a:rPr lang="en-US" smtClean="0"/>
              <a:pPr/>
              <a:t>12/25/2025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23DDF-22EA-4884-944C-079851A8F4A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DB237-1B72-49C3-AD0D-085861C7211A}" type="datetimeFigureOut">
              <a:rPr lang="en-US" smtClean="0"/>
              <a:pPr/>
              <a:t>12/25/2025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23DDF-22EA-4884-944C-079851A8F4A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DB237-1B72-49C3-AD0D-085861C7211A}" type="datetimeFigureOut">
              <a:rPr lang="en-US" smtClean="0"/>
              <a:pPr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23DDF-22EA-4884-944C-079851A8F4A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DB237-1B72-49C3-AD0D-085861C7211A}" type="datetimeFigureOut">
              <a:rPr lang="en-US" smtClean="0"/>
              <a:pPr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23DDF-22EA-4884-944C-079851A8F4A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DDB237-1B72-49C3-AD0D-085861C7211A}" type="datetimeFigureOut">
              <a:rPr lang="en-US" smtClean="0"/>
              <a:pPr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323DDF-22EA-4884-944C-079851A8F4A6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jō tum tōḍō piyā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(Hindi)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jō tum tōḍō piyā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maiṅ nāhi tōḍūṅ rē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Beloved, even if you break with me, I will not break with you.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tōrī prīt tōḍu kṛṣṇā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kaun saṅg jōḍū 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800" smtClean="0">
                <a:solidFill>
                  <a:srgbClr val="FFFF00"/>
                </a:solidFill>
                <a:latin typeface="Calibri"/>
              </a:rPr>
              <a:t>O Kṛṣṇa, if I were to break my love with you, with whom else could I ever be joined?</a:t>
            </a:r>
            <a:endParaRPr lang="en-US" sz="58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tum bhayē taruvar maiṅ bhāyī pañciyā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tum bhayē sarōvar maiṅ bhāyī macchiyā ā…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You are the tree, and I am the bird dwelling upon it; you are the lake, and I am the fish within it.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tum bhayē girivar maiṅ bhāyī cārā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tum bhayē candā maiṅ bhāyī cakōrā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000" smtClean="0">
                <a:solidFill>
                  <a:srgbClr val="FFFF00"/>
                </a:solidFill>
                <a:latin typeface="Calibri"/>
              </a:rPr>
              <a:t>You are the great mountain, and I am but the grass upon it; you are the moon, and I am the cakora bird who gazes unceasingly at you.</a:t>
            </a:r>
            <a:endParaRPr lang="en-US" sz="50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ham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bhayē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mōti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prabhujī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br>
              <a:rPr lang="en-US" sz="5600" dirty="0" smtClean="0">
                <a:solidFill>
                  <a:srgbClr val="FFFFFF"/>
                </a:solidFill>
                <a:latin typeface="Calibri"/>
              </a:rPr>
            </a:b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tum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bhayē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dhāgā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5600" dirty="0" smtClean="0">
                <a:solidFill>
                  <a:srgbClr val="FFFFFF"/>
                </a:solidFill>
                <a:latin typeface="Calibri"/>
              </a:rPr>
            </a:b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tum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bhayē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sōnā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br>
              <a:rPr lang="en-US" sz="5600" dirty="0" smtClean="0">
                <a:solidFill>
                  <a:srgbClr val="FFFFFF"/>
                </a:solidFill>
                <a:latin typeface="Calibri"/>
              </a:rPr>
            </a:b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ham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bhayē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suhāgā</a:t>
            </a:r>
            <a:endParaRPr lang="en-US" sz="5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You are the pearl, O Lord, and I am the thread that holds it; you are the gold, and I am the ornament formed upon it.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100" smtClean="0">
                <a:solidFill>
                  <a:srgbClr val="FFFFFF"/>
                </a:solidFill>
                <a:latin typeface="Calibri"/>
              </a:rPr>
              <a:t>māī mīra kē prabhu vraj kē vāsī</a:t>
            </a:r>
            <a:br>
              <a:rPr lang="en-US" sz="6100" smtClean="0">
                <a:solidFill>
                  <a:srgbClr val="FFFFFF"/>
                </a:solidFill>
                <a:latin typeface="Calibri"/>
              </a:rPr>
            </a:br>
            <a:r>
              <a:rPr lang="en-US" sz="6100" smtClean="0">
                <a:solidFill>
                  <a:srgbClr val="FFFFFF"/>
                </a:solidFill>
                <a:latin typeface="Calibri"/>
              </a:rPr>
              <a:t>sunō hē gōpāl sunō hē gōpāl</a:t>
            </a:r>
            <a:endParaRPr lang="en-US" sz="61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300" smtClean="0">
                <a:solidFill>
                  <a:srgbClr val="FFFF00"/>
                </a:solidFill>
                <a:latin typeface="Calibri"/>
              </a:rPr>
              <a:t>You are the Lord of Mira, the dweller of Vraja. Listen, O Gopala, listen, O Gopala!</a:t>
            </a:r>
            <a:endParaRPr lang="en-US" sz="63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tum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mēre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ṭhākūr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br>
              <a:rPr lang="en-US" sz="6600" dirty="0" smtClean="0">
                <a:solidFill>
                  <a:srgbClr val="FFFFFF"/>
                </a:solidFill>
                <a:latin typeface="Calibri"/>
              </a:rPr>
            </a:b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maiṅ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tēri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dāsi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…</a:t>
            </a:r>
            <a:br>
              <a:rPr lang="en-US" sz="6600" dirty="0" smtClean="0">
                <a:solidFill>
                  <a:srgbClr val="FFFFFF"/>
                </a:solidFill>
                <a:latin typeface="Calibri"/>
              </a:rPr>
            </a:b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maiṅ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tēri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dāsi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…</a:t>
            </a:r>
            <a:endParaRPr lang="en-US" sz="6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You are my master, and I am your servant…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201</Words>
  <Application>Microsoft Office PowerPoint</Application>
  <PresentationFormat>On-screen Show (4:3)</PresentationFormat>
  <Paragraphs>18</Paragraphs>
  <Slides>8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jō tum tōḍō piyā</vt:lpstr>
      <vt:lpstr>jō tum tōḍō piyā maiṅ nāhi tōḍūṅ rē</vt:lpstr>
      <vt:lpstr>tōrī prīt tōḍu kṛṣṇā kaun saṅg jōḍū </vt:lpstr>
      <vt:lpstr>tum bhayē taruvar maiṅ bhāyī pañciyā tum bhayē sarōvar maiṅ bhāyī macchiyā ā…</vt:lpstr>
      <vt:lpstr>tum bhayē girivar maiṅ bhāyī cārā tum bhayē candā maiṅ bhāyī cakōrā</vt:lpstr>
      <vt:lpstr>ham bhayē mōti prabhujī  tum bhayē dhāgā tum bhayē sōnā  ham bhayē suhāgā</vt:lpstr>
      <vt:lpstr>māī mīra kē prabhu vraj kē vāsī sunō hē gōpāl sunō hē gōpāl</vt:lpstr>
      <vt:lpstr>tum mēre ṭhākūr  maiṅ tēri dāsi… maiṅ tēri dāsi…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jō tum tōḍō piyā</dc:title>
  <dc:creator>Amrita</dc:creator>
  <cp:lastModifiedBy>AMMA</cp:lastModifiedBy>
  <cp:revision>7</cp:revision>
  <dcterms:created xsi:type="dcterms:W3CDTF">2025-08-21T17:10:14Z</dcterms:created>
  <dcterms:modified xsi:type="dcterms:W3CDTF">2025-12-25T10:55:40Z</dcterms:modified>
</cp:coreProperties>
</file>