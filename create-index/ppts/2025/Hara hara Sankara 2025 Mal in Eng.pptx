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1663B-4A28-4EA4-979F-DA79DAD63DDE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EC711-C301-4A54-B53F-7982A00160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Shiva, O Hara, beautiful in form, Lord of the gods!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candrakalā-dhara gaṅgā-dhara hara 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tava caraṇam aṇayunn-aḍiyan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The one who wears a sliver of the moon and the holy Ganga in his hair, bless me by granting refuge at your lotus feet.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pārvati-patayē paramēśvaranē 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ārjita pāpavināśa-harē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ārjita pāpavināśa-harē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consort of Devi Parvati, Supreme Lord, you who compassionately destroy the sins of countless lifetimes.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Shiva, O Hara, beautiful in form, Lord of the gods!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bhasma-vibhūṣita vakṣa-sthalavum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candrōdbhāsita tiru śirassum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Sacred ash is smeared across your upper body, your face is aglow with the radiance of the moon nestled in your matted locks.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nētra-trayavum vyāghrāmbaravum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ānandāmṛta tava rūpam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ānandāmṛta tava rūpam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Your third eye is the mark of ultimate knowledge, your leopard-skin waistcloth, a symbol of supreme detachment. Your divine form fills me with ambrosial bliss.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Shiva, O Hara, beautiful in form, Lord of the gods!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tirukandharattil kapālamālā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tiru jaṭayil ozhukiḍum bhāgīrathī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Around your neck hangs a garland of skulls, a symbol of dispassion, while the pure Bhagirathi flows down from your crown,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tiṅgi-ñeriññoru ceñcaḍa naḍuvil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puñciri tūkum matilēkhayum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puñciri tūkum matilēkhayum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having descended from the heavens into your matted hair. The crescent moon smiles gently between your thick, tangled locks.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hara-hara śaṅkara śiva-śiva śaṅkara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sundara-rūpa surēśa harē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Shiva, O Hara, beautiful in form, Lord of the gods!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garaḷam uṇḍu kaṙutta gaḷatte 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keṭṭi puṇarum phaṇi gaṇavum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Snakes coil around your throat, turned blue from swallowing dreadful poison to save the world in your boundless compassion.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caḍula tāṇḍava narttana nāthā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cuḍala priyanē mām pāhi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cuḍala priyanē mām pāhi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Lord Shiva! You dance the great Tandava—Lord of the cremation ground, protect me, I seek your grace.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hara-hara śaṅkara śiva-śiva śaṅkara</vt:lpstr>
      <vt:lpstr>hara-hara śaṅkara śiva-śiva śaṅkara sundara-rūpa surēśa harē hara-hara śaṅkara śiva-śiva śaṅkara sundara-rūpa surēśa harē</vt:lpstr>
      <vt:lpstr>candrakalā-dhara gaṅgā-dhara hara  tava caraṇam aṇayunn-aḍiyan</vt:lpstr>
      <vt:lpstr>pārvati-patayē paramēśvaranē  ārjita pāpavināśa-harē ārjita pāpavināśa-harē</vt:lpstr>
      <vt:lpstr>hara-hara śaṅkara śiva-śiva śaṅkara sundara-rūpa surēśa harē hara-hara śaṅkara śiva-śiva śaṅkara sundara-rūpa surēśa harē</vt:lpstr>
      <vt:lpstr>bhasma-vibhūṣita vakṣa-sthalavum candrōdbhāsita tiru śirassum</vt:lpstr>
      <vt:lpstr>nētra-trayavum vyāghrāmbaravum  ānandāmṛta tava rūpam ānandāmṛta tava rūpam</vt:lpstr>
      <vt:lpstr>hara-hara śaṅkara śiva-śiva śaṅkara sundara-rūpa surēśa harē hara-hara śaṅkara śiva-śiva śaṅkara sundara-rūpa surēśa harē</vt:lpstr>
      <vt:lpstr>tirukandharattil kapālamālā tiru jaṭayil ozhukiḍum bhāgīrathī</vt:lpstr>
      <vt:lpstr>tiṅgi-ñeriññoru ceñcaḍa naḍuvil puñciri tūkum matilēkhayum puñciri tūkum matilēkhayum</vt:lpstr>
      <vt:lpstr>hara-hara śaṅkara śiva-śiva śaṅkara sundara-rūpa surēśa harē hara-hara śaṅkara śiva-śiva śaṅkara sundara-rūpa surēśa harē</vt:lpstr>
      <vt:lpstr>garaḷam uṇḍu kaṙutta gaḷatte  keṭṭi puṇarum phaṇi gaṇavum</vt:lpstr>
      <vt:lpstr>caḍula tāṇḍava narttana nāthā cuḍala priyanē mām pāhi cuḍala priyanē mām pāhi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hara-hara śaṅkara śiva-śiva śaṅkara</dc:title>
  <dc:creator>Amrita</dc:creator>
  <cp:lastModifiedBy>Amrita</cp:lastModifiedBy>
  <cp:revision>1</cp:revision>
  <dcterms:created xsi:type="dcterms:W3CDTF">2025-08-06T13:04:04Z</dcterms:created>
  <dcterms:modified xsi:type="dcterms:W3CDTF">2025-08-06T13:04:40Z</dcterms:modified>
</cp:coreProperties>
</file>