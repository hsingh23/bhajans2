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1" r:id="rId2"/>
    <p:sldId id="296" r:id="rId3"/>
    <p:sldId id="297" r:id="rId4"/>
    <p:sldId id="292" r:id="rId5"/>
    <p:sldId id="298" r:id="rId6"/>
    <p:sldId id="302" r:id="rId7"/>
    <p:sldId id="303" r:id="rId8"/>
    <p:sldId id="293" r:id="rId9"/>
    <p:sldId id="299" r:id="rId10"/>
    <p:sldId id="304" r:id="rId11"/>
    <p:sldId id="305" r:id="rId12"/>
    <p:sldId id="294" r:id="rId13"/>
    <p:sldId id="300" r:id="rId14"/>
    <p:sldId id="306" r:id="rId15"/>
    <p:sldId id="307" r:id="rId16"/>
    <p:sldId id="295" r:id="rId17"/>
    <p:sldId id="301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rādhākṛṣṇana</a:t>
            </a:r>
            <a:r>
              <a:rPr lang="en-US" sz="6600" dirty="0" smtClean="0"/>
              <a:t> </a:t>
            </a:r>
            <a:r>
              <a:rPr lang="en-US" sz="6600" dirty="0" err="1" smtClean="0"/>
              <a:t>anudina</a:t>
            </a:r>
            <a:r>
              <a:rPr lang="en-US" sz="6600" dirty="0" smtClean="0"/>
              <a:t> </a:t>
            </a:r>
            <a:r>
              <a:rPr lang="en-US" sz="6600" dirty="0" err="1" smtClean="0"/>
              <a:t>bhajisuta</a:t>
            </a:r>
            <a:r>
              <a:rPr lang="en-US" sz="6600" dirty="0" smtClean="0"/>
              <a:t> 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 smtClean="0">
                <a:solidFill>
                  <a:srgbClr val="FFFF00"/>
                </a:solidFill>
              </a:rPr>
              <a:t>(Kannada)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rādhākṛṣṇana</a:t>
            </a:r>
            <a:r>
              <a:rPr lang="en-US" sz="6000" dirty="0" smtClean="0"/>
              <a:t> </a:t>
            </a:r>
            <a:r>
              <a:rPr lang="en-US" sz="6000" dirty="0" err="1" smtClean="0"/>
              <a:t>anudina</a:t>
            </a:r>
            <a:r>
              <a:rPr lang="en-US" sz="6000" dirty="0" smtClean="0"/>
              <a:t> </a:t>
            </a:r>
            <a:r>
              <a:rPr lang="en-US" sz="6000" dirty="0" err="1" smtClean="0"/>
              <a:t>bhajisuta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rāga-dvēṣagaḷa</a:t>
            </a:r>
            <a:r>
              <a:rPr lang="en-US" sz="6000" dirty="0" smtClean="0"/>
              <a:t> </a:t>
            </a:r>
            <a:r>
              <a:rPr lang="en-US" sz="6000" dirty="0" err="1" smtClean="0"/>
              <a:t>kaḷeyōna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worship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 and Krishna daily, forsaking attachment and aversion.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kāma-krōdhagaḷa</a:t>
            </a:r>
            <a:r>
              <a:rPr lang="en-US" sz="6600" dirty="0" smtClean="0"/>
              <a:t> </a:t>
            </a:r>
            <a:r>
              <a:rPr lang="en-US" sz="6600" dirty="0" err="1" smtClean="0"/>
              <a:t>tyajisuta</a:t>
            </a:r>
            <a:r>
              <a:rPr lang="en-US" sz="6600" dirty="0" smtClean="0"/>
              <a:t> </a:t>
            </a:r>
            <a:r>
              <a:rPr lang="en-US" sz="6600" dirty="0" err="1" smtClean="0"/>
              <a:t>prēmadi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sītāramana</a:t>
            </a:r>
            <a:r>
              <a:rPr lang="en-US" sz="6600" dirty="0" smtClean="0"/>
              <a:t> </a:t>
            </a:r>
            <a:r>
              <a:rPr lang="en-US" sz="6600" dirty="0" err="1" smtClean="0"/>
              <a:t>smarisōna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remember </a:t>
            </a:r>
            <a:r>
              <a:rPr lang="en-US" sz="6000" dirty="0" err="1" smtClean="0">
                <a:solidFill>
                  <a:srgbClr val="FFFF00"/>
                </a:solidFill>
              </a:rPr>
              <a:t>Sita</a:t>
            </a:r>
            <a:r>
              <a:rPr lang="en-US" sz="6000" dirty="0" smtClean="0">
                <a:solidFill>
                  <a:srgbClr val="FFFF00"/>
                </a:solidFill>
              </a:rPr>
              <a:t> and Rama devoutly and discard desire and anger.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mithyā-lōkada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viṣaya</a:t>
            </a:r>
            <a:r>
              <a:rPr lang="en-US" sz="6600" dirty="0" smtClean="0"/>
              <a:t> </a:t>
            </a:r>
            <a:r>
              <a:rPr lang="en-US" sz="6600" dirty="0" err="1" smtClean="0"/>
              <a:t>sukhagaḷa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mōhava</a:t>
            </a:r>
            <a:r>
              <a:rPr lang="en-US" sz="6600" dirty="0" smtClean="0"/>
              <a:t> </a:t>
            </a:r>
            <a:r>
              <a:rPr lang="en-US" sz="6600" dirty="0" err="1" smtClean="0"/>
              <a:t>dūragoḷisōna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us not become </a:t>
            </a:r>
            <a:r>
              <a:rPr lang="en-US" sz="5400" dirty="0" err="1" smtClean="0">
                <a:solidFill>
                  <a:srgbClr val="FFFF00"/>
                </a:solidFill>
              </a:rPr>
              <a:t>mesmerised</a:t>
            </a:r>
            <a:r>
              <a:rPr lang="en-US" sz="5400" dirty="0" smtClean="0">
                <a:solidFill>
                  <a:srgbClr val="FFFF00"/>
                </a:solidFill>
              </a:rPr>
              <a:t> by the flashy pleasures of the illusory world.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nitya</a:t>
            </a:r>
            <a:r>
              <a:rPr lang="en-US" sz="6600" dirty="0" smtClean="0"/>
              <a:t> </a:t>
            </a:r>
            <a:r>
              <a:rPr lang="en-US" sz="6600" dirty="0" err="1" smtClean="0"/>
              <a:t>satya</a:t>
            </a:r>
            <a:r>
              <a:rPr lang="en-US" sz="6600" dirty="0" smtClean="0"/>
              <a:t> </a:t>
            </a:r>
            <a:r>
              <a:rPr lang="en-US" sz="6600" dirty="0" err="1" smtClean="0"/>
              <a:t>sukha</a:t>
            </a:r>
            <a:r>
              <a:rPr lang="en-US" sz="6600" dirty="0" smtClean="0"/>
              <a:t> </a:t>
            </a:r>
            <a:r>
              <a:rPr lang="en-US" sz="6600" dirty="0" err="1" smtClean="0"/>
              <a:t>nīlōtpalasthita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nīrajākṣana</a:t>
            </a:r>
            <a:r>
              <a:rPr lang="en-US" sz="6600" dirty="0" smtClean="0"/>
              <a:t> </a:t>
            </a:r>
            <a:r>
              <a:rPr lang="en-US" sz="6600" dirty="0" err="1" smtClean="0"/>
              <a:t>bhajisoṇa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us glorify the lotus-eyed Lord, who resides in the lotus and who is eternal, true and blissful.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rādhākṛṣṇana</a:t>
            </a:r>
            <a:r>
              <a:rPr lang="en-US" sz="6000" dirty="0" smtClean="0"/>
              <a:t> </a:t>
            </a:r>
            <a:r>
              <a:rPr lang="en-US" sz="6000" dirty="0" err="1" smtClean="0"/>
              <a:t>anudina</a:t>
            </a:r>
            <a:r>
              <a:rPr lang="en-US" sz="6000" dirty="0" smtClean="0"/>
              <a:t> </a:t>
            </a:r>
            <a:r>
              <a:rPr lang="en-US" sz="6000" dirty="0" err="1" smtClean="0"/>
              <a:t>bhajisuta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rāga-dvēṣagaḷa</a:t>
            </a:r>
            <a:r>
              <a:rPr lang="en-US" sz="6000" dirty="0" smtClean="0"/>
              <a:t> </a:t>
            </a:r>
            <a:r>
              <a:rPr lang="en-US" sz="6000" dirty="0" err="1" smtClean="0"/>
              <a:t>kaḷeyōna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worship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 and Krishna daily, forsaking attachment and aversion.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kāma-krōdhagaḷa</a:t>
            </a:r>
            <a:r>
              <a:rPr lang="en-US" sz="6600" dirty="0" smtClean="0"/>
              <a:t> </a:t>
            </a:r>
            <a:r>
              <a:rPr lang="en-US" sz="6600" dirty="0" err="1" smtClean="0"/>
              <a:t>tyajisuta</a:t>
            </a:r>
            <a:r>
              <a:rPr lang="en-US" sz="6600" dirty="0" smtClean="0"/>
              <a:t> </a:t>
            </a:r>
            <a:r>
              <a:rPr lang="en-US" sz="6600" dirty="0" err="1" smtClean="0"/>
              <a:t>prēmadi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sītāramana</a:t>
            </a:r>
            <a:r>
              <a:rPr lang="en-US" sz="6600" dirty="0" smtClean="0"/>
              <a:t> </a:t>
            </a:r>
            <a:r>
              <a:rPr lang="en-US" sz="6600" dirty="0" err="1" smtClean="0"/>
              <a:t>smarisōna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remember </a:t>
            </a:r>
            <a:r>
              <a:rPr lang="en-US" sz="6000" dirty="0" err="1" smtClean="0">
                <a:solidFill>
                  <a:srgbClr val="FFFF00"/>
                </a:solidFill>
              </a:rPr>
              <a:t>Sita</a:t>
            </a:r>
            <a:r>
              <a:rPr lang="en-US" sz="6000" dirty="0" smtClean="0">
                <a:solidFill>
                  <a:srgbClr val="FFFF00"/>
                </a:solidFill>
              </a:rPr>
              <a:t> and Rama devoutly and discard desire and anger.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dhana</a:t>
            </a:r>
            <a:r>
              <a:rPr lang="en-US" sz="6600" dirty="0" smtClean="0"/>
              <a:t> </a:t>
            </a:r>
            <a:r>
              <a:rPr lang="en-US" sz="6600" dirty="0" err="1" smtClean="0"/>
              <a:t>dhānya</a:t>
            </a:r>
            <a:r>
              <a:rPr lang="en-US" sz="6600" dirty="0" smtClean="0"/>
              <a:t> </a:t>
            </a:r>
            <a:r>
              <a:rPr lang="en-US" sz="6600" dirty="0" err="1" smtClean="0"/>
              <a:t>aiśvarya</a:t>
            </a:r>
            <a:r>
              <a:rPr lang="en-US" sz="6600" dirty="0" smtClean="0"/>
              <a:t> </a:t>
            </a:r>
            <a:r>
              <a:rPr lang="en-US" sz="6600" dirty="0" err="1" smtClean="0"/>
              <a:t>sampattu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kēvala</a:t>
            </a:r>
            <a:r>
              <a:rPr lang="en-US" sz="6600" dirty="0" smtClean="0"/>
              <a:t> </a:t>
            </a:r>
            <a:r>
              <a:rPr lang="en-US" sz="6600" dirty="0" err="1" smtClean="0"/>
              <a:t>kṣaṇikavu</a:t>
            </a:r>
            <a:r>
              <a:rPr lang="en-US" sz="6600" dirty="0" smtClean="0"/>
              <a:t> </a:t>
            </a:r>
            <a:r>
              <a:rPr lang="en-US" sz="6600" dirty="0" err="1" smtClean="0"/>
              <a:t>ariyōṇa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understand that wealth, belongings and property are fleeting.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dāna</a:t>
            </a:r>
            <a:r>
              <a:rPr lang="en-US" sz="6600" dirty="0" smtClean="0"/>
              <a:t> dharma </a:t>
            </a:r>
            <a:r>
              <a:rPr lang="en-US" sz="6600" dirty="0" err="1" smtClean="0"/>
              <a:t>nija</a:t>
            </a:r>
            <a:r>
              <a:rPr lang="en-US" sz="6600" dirty="0" smtClean="0"/>
              <a:t> </a:t>
            </a:r>
            <a:r>
              <a:rPr lang="en-US" sz="6600" dirty="0" err="1" smtClean="0"/>
              <a:t>puṇya</a:t>
            </a:r>
            <a:r>
              <a:rPr lang="en-US" sz="6600" dirty="0" smtClean="0"/>
              <a:t> </a:t>
            </a:r>
            <a:r>
              <a:rPr lang="en-US" sz="6600" dirty="0" err="1" smtClean="0"/>
              <a:t>kāryagaḷa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cācūtappade</a:t>
            </a:r>
            <a:r>
              <a:rPr lang="en-US" sz="6600" dirty="0" smtClean="0"/>
              <a:t> </a:t>
            </a:r>
            <a:r>
              <a:rPr lang="en-US" sz="6600" dirty="0" err="1" smtClean="0"/>
              <a:t>gaiyyōṇa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Let us immerse ourselves steadfastly in charity, righteousness and virtuous deeds.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rādhākṛṣṇana</a:t>
            </a:r>
            <a:r>
              <a:rPr lang="en-US" sz="6000" dirty="0" smtClean="0"/>
              <a:t> </a:t>
            </a:r>
            <a:r>
              <a:rPr lang="en-US" sz="6000" dirty="0" err="1" smtClean="0"/>
              <a:t>anudina</a:t>
            </a:r>
            <a:r>
              <a:rPr lang="en-US" sz="6000" dirty="0" smtClean="0"/>
              <a:t> </a:t>
            </a:r>
            <a:r>
              <a:rPr lang="en-US" sz="6000" dirty="0" err="1" smtClean="0"/>
              <a:t>bhajisuta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rāga-dvēṣagaḷa</a:t>
            </a:r>
            <a:r>
              <a:rPr lang="en-US" sz="6000" dirty="0" smtClean="0"/>
              <a:t> </a:t>
            </a:r>
            <a:r>
              <a:rPr lang="en-US" sz="6000" dirty="0" err="1" smtClean="0"/>
              <a:t>kaḷeyōna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worship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 and Krishna daily, forsaking attachment and aversion.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kāma-krōdhagaḷa</a:t>
            </a:r>
            <a:r>
              <a:rPr lang="en-US" sz="6600" dirty="0" smtClean="0"/>
              <a:t> </a:t>
            </a:r>
            <a:r>
              <a:rPr lang="en-US" sz="6600" dirty="0" err="1" smtClean="0"/>
              <a:t>tyajisuta</a:t>
            </a:r>
            <a:r>
              <a:rPr lang="en-US" sz="6600" dirty="0" smtClean="0"/>
              <a:t> </a:t>
            </a:r>
            <a:r>
              <a:rPr lang="en-US" sz="6600" dirty="0" err="1" smtClean="0"/>
              <a:t>prēmadi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sītāramana</a:t>
            </a:r>
            <a:r>
              <a:rPr lang="en-US" sz="6600" dirty="0" smtClean="0"/>
              <a:t> </a:t>
            </a:r>
            <a:r>
              <a:rPr lang="en-US" sz="6600" dirty="0" err="1" smtClean="0"/>
              <a:t>smarisōna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remember </a:t>
            </a:r>
            <a:r>
              <a:rPr lang="en-US" sz="6000" dirty="0" err="1" smtClean="0">
                <a:solidFill>
                  <a:srgbClr val="FFFF00"/>
                </a:solidFill>
              </a:rPr>
              <a:t>Sita</a:t>
            </a:r>
            <a:r>
              <a:rPr lang="en-US" sz="6000" dirty="0" smtClean="0">
                <a:solidFill>
                  <a:srgbClr val="FFFF00"/>
                </a:solidFill>
              </a:rPr>
              <a:t> and Rama devoutly and discard desire and anger.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samāja</a:t>
            </a:r>
            <a:r>
              <a:rPr lang="en-US" sz="6600" dirty="0" smtClean="0"/>
              <a:t> </a:t>
            </a:r>
            <a:r>
              <a:rPr lang="en-US" sz="6600" dirty="0" err="1" smtClean="0"/>
              <a:t>sēvē</a:t>
            </a:r>
            <a:r>
              <a:rPr lang="en-US" sz="6600" dirty="0" smtClean="0"/>
              <a:t> </a:t>
            </a:r>
            <a:r>
              <a:rPr lang="en-US" sz="6600" dirty="0" err="1" smtClean="0"/>
              <a:t>parōpakāra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kāyakagaḷa</a:t>
            </a:r>
            <a:r>
              <a:rPr lang="en-US" sz="6600" dirty="0" smtClean="0"/>
              <a:t> </a:t>
            </a:r>
            <a:r>
              <a:rPr lang="en-US" sz="6600" dirty="0" err="1" smtClean="0"/>
              <a:t>nau</a:t>
            </a:r>
            <a:r>
              <a:rPr lang="en-US" sz="6600" dirty="0" smtClean="0"/>
              <a:t> </a:t>
            </a:r>
            <a:r>
              <a:rPr lang="en-US" sz="6600" dirty="0" err="1" smtClean="0"/>
              <a:t>mādōṇa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engage ourselves in social service and altruistic deeds.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muktikāraka</a:t>
            </a:r>
            <a:r>
              <a:rPr lang="en-US" sz="6600" dirty="0" smtClean="0"/>
              <a:t> </a:t>
            </a:r>
            <a:r>
              <a:rPr lang="en-US" sz="6600" dirty="0" err="1" smtClean="0"/>
              <a:t>rādhākṛṣṇana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jānaki</a:t>
            </a:r>
            <a:r>
              <a:rPr lang="en-US" sz="6600" dirty="0" smtClean="0"/>
              <a:t> </a:t>
            </a:r>
            <a:r>
              <a:rPr lang="en-US" sz="6600" dirty="0" err="1" smtClean="0"/>
              <a:t>rāmana</a:t>
            </a:r>
            <a:r>
              <a:rPr lang="en-US" sz="6600" dirty="0" smtClean="0"/>
              <a:t> </a:t>
            </a:r>
            <a:r>
              <a:rPr lang="en-US" sz="6600" dirty="0" err="1" smtClean="0"/>
              <a:t>bhajisōṇa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Revering the liberator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-Krishna, let us chant the name </a:t>
            </a:r>
            <a:r>
              <a:rPr lang="en-US" sz="6000" dirty="0" err="1" smtClean="0">
                <a:solidFill>
                  <a:srgbClr val="FFFF00"/>
                </a:solidFill>
              </a:rPr>
              <a:t>Janaki</a:t>
            </a:r>
            <a:r>
              <a:rPr lang="en-US" sz="6000" dirty="0" smtClean="0">
                <a:solidFill>
                  <a:srgbClr val="FFFF00"/>
                </a:solidFill>
              </a:rPr>
              <a:t>-Rama.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rādhākṛṣṇana</a:t>
            </a:r>
            <a:r>
              <a:rPr lang="en-US" sz="6000" dirty="0" smtClean="0"/>
              <a:t> </a:t>
            </a:r>
            <a:r>
              <a:rPr lang="en-US" sz="6000" dirty="0" err="1" smtClean="0"/>
              <a:t>anudina</a:t>
            </a:r>
            <a:r>
              <a:rPr lang="en-US" sz="6000" dirty="0" smtClean="0"/>
              <a:t> </a:t>
            </a:r>
            <a:r>
              <a:rPr lang="en-US" sz="6000" dirty="0" err="1" smtClean="0"/>
              <a:t>bhajisuta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rāga-dvēṣagaḷa</a:t>
            </a:r>
            <a:r>
              <a:rPr lang="en-US" sz="6000" dirty="0" smtClean="0"/>
              <a:t> </a:t>
            </a:r>
            <a:r>
              <a:rPr lang="en-US" sz="6000" dirty="0" err="1" smtClean="0"/>
              <a:t>kaḷeyōna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worship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 and Krishna daily, forsaking attachment and aversion.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kāma-krōdhagaḷa</a:t>
            </a:r>
            <a:r>
              <a:rPr lang="en-US" sz="6600" dirty="0" smtClean="0"/>
              <a:t> </a:t>
            </a:r>
            <a:r>
              <a:rPr lang="en-US" sz="6600" dirty="0" err="1" smtClean="0"/>
              <a:t>tyajisuta</a:t>
            </a:r>
            <a:r>
              <a:rPr lang="en-US" sz="6600" dirty="0" smtClean="0"/>
              <a:t> </a:t>
            </a:r>
            <a:r>
              <a:rPr lang="en-US" sz="6600" dirty="0" err="1" smtClean="0"/>
              <a:t>prēmadi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sītāramana</a:t>
            </a:r>
            <a:r>
              <a:rPr lang="en-US" sz="6600" dirty="0" smtClean="0"/>
              <a:t> </a:t>
            </a:r>
            <a:r>
              <a:rPr lang="en-US" sz="6600" dirty="0" err="1" smtClean="0"/>
              <a:t>smarisōna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Let us remember </a:t>
            </a:r>
            <a:r>
              <a:rPr lang="en-US" sz="6000" dirty="0" err="1" smtClean="0">
                <a:solidFill>
                  <a:srgbClr val="FFFF00"/>
                </a:solidFill>
              </a:rPr>
              <a:t>Sita</a:t>
            </a:r>
            <a:r>
              <a:rPr lang="en-US" sz="6000" dirty="0" smtClean="0">
                <a:solidFill>
                  <a:srgbClr val="FFFF00"/>
                </a:solidFill>
              </a:rPr>
              <a:t> and Rama devoutly and discard desire and anger.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 smtClean="0"/>
              <a:t>sītā-rāma</a:t>
            </a:r>
            <a:r>
              <a:rPr lang="en-US" sz="7200" dirty="0" smtClean="0"/>
              <a:t> </a:t>
            </a:r>
            <a:r>
              <a:rPr lang="en-US" sz="7200" dirty="0" err="1" smtClean="0"/>
              <a:t>jānakī-rāma</a:t>
            </a:r>
            <a:r>
              <a:rPr lang="en-US" sz="7200" dirty="0" smtClean="0"/>
              <a:t> </a:t>
            </a:r>
            <a:r>
              <a:rPr lang="en-US" sz="7200" dirty="0" err="1" smtClean="0"/>
              <a:t>vaidēhī-rāma</a:t>
            </a:r>
            <a:r>
              <a:rPr lang="en-US" sz="7200" dirty="0" smtClean="0"/>
              <a:t> jai </a:t>
            </a:r>
            <a:r>
              <a:rPr lang="en-US" sz="7200" dirty="0" err="1" smtClean="0"/>
              <a:t>jai</a:t>
            </a:r>
            <a:r>
              <a:rPr lang="en-US" sz="7200" dirty="0" smtClean="0"/>
              <a:t> </a:t>
            </a:r>
            <a:r>
              <a:rPr lang="en-US" sz="7200" dirty="0" err="1" smtClean="0"/>
              <a:t>jai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Hail to </a:t>
            </a:r>
            <a:r>
              <a:rPr lang="en-US" sz="6000" dirty="0" err="1" smtClean="0">
                <a:solidFill>
                  <a:srgbClr val="FFFF00"/>
                </a:solidFill>
              </a:rPr>
              <a:t>Sita</a:t>
            </a:r>
            <a:r>
              <a:rPr lang="en-US" sz="6000" dirty="0" smtClean="0">
                <a:solidFill>
                  <a:srgbClr val="FFFF00"/>
                </a:solidFill>
              </a:rPr>
              <a:t>-Rama, </a:t>
            </a:r>
          </a:p>
          <a:p>
            <a:pPr algn="ctr"/>
            <a:r>
              <a:rPr lang="en-US" sz="6000" dirty="0" err="1" smtClean="0">
                <a:solidFill>
                  <a:srgbClr val="FFFF00"/>
                </a:solidFill>
              </a:rPr>
              <a:t>Janaki</a:t>
            </a:r>
            <a:r>
              <a:rPr lang="en-US" sz="6000" dirty="0" smtClean="0">
                <a:solidFill>
                  <a:srgbClr val="FFFF00"/>
                </a:solidFill>
              </a:rPr>
              <a:t>-Rama, </a:t>
            </a:r>
            <a:r>
              <a:rPr lang="en-US" sz="6000" dirty="0" err="1" smtClean="0">
                <a:solidFill>
                  <a:srgbClr val="FFFF00"/>
                </a:solidFill>
              </a:rPr>
              <a:t>Vaidehi-Rāma</a:t>
            </a:r>
            <a:r>
              <a:rPr lang="en-US" sz="6000" dirty="0" smtClean="0">
                <a:solidFill>
                  <a:srgbClr val="FFFF00"/>
                </a:solidFill>
              </a:rPr>
              <a:t>!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rādhā-kṛṣṇa</a:t>
            </a:r>
            <a:r>
              <a:rPr lang="en-US" sz="6600" dirty="0" smtClean="0"/>
              <a:t> </a:t>
            </a:r>
            <a:r>
              <a:rPr lang="en-US" sz="6600" dirty="0" err="1" smtClean="0"/>
              <a:t>rukmiṇi-kṛṣṇa</a:t>
            </a:r>
            <a:r>
              <a:rPr lang="en-US" sz="6600" dirty="0" smtClean="0"/>
              <a:t> </a:t>
            </a:r>
            <a:r>
              <a:rPr lang="en-US" sz="6600" dirty="0" err="1" smtClean="0"/>
              <a:t>ramā</a:t>
            </a:r>
            <a:r>
              <a:rPr lang="en-US" sz="6600" dirty="0" smtClean="0"/>
              <a:t> </a:t>
            </a:r>
            <a:r>
              <a:rPr lang="en-US" sz="6600" dirty="0" err="1" smtClean="0"/>
              <a:t>mādhava</a:t>
            </a:r>
            <a:r>
              <a:rPr lang="en-US" sz="6600" dirty="0" smtClean="0"/>
              <a:t> jai </a:t>
            </a:r>
            <a:r>
              <a:rPr lang="en-US" sz="6600" dirty="0" err="1" smtClean="0"/>
              <a:t>jai</a:t>
            </a:r>
            <a:r>
              <a:rPr lang="en-US" sz="6600" dirty="0" smtClean="0"/>
              <a:t> </a:t>
            </a:r>
            <a:r>
              <a:rPr lang="en-US" sz="6600" dirty="0" err="1" smtClean="0"/>
              <a:t>jai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Victory to </a:t>
            </a:r>
            <a:r>
              <a:rPr lang="en-US" sz="6000" dirty="0" err="1" smtClean="0">
                <a:solidFill>
                  <a:srgbClr val="FFFF00"/>
                </a:solidFill>
              </a:rPr>
              <a:t>Radha</a:t>
            </a:r>
            <a:r>
              <a:rPr lang="en-US" sz="6000" dirty="0" smtClean="0">
                <a:solidFill>
                  <a:srgbClr val="FFFF00"/>
                </a:solidFill>
              </a:rPr>
              <a:t>-Krishna, </a:t>
            </a:r>
            <a:r>
              <a:rPr lang="en-US" sz="6000" dirty="0" err="1" smtClean="0">
                <a:solidFill>
                  <a:srgbClr val="FFFF00"/>
                </a:solidFill>
              </a:rPr>
              <a:t>Rukmini</a:t>
            </a:r>
            <a:r>
              <a:rPr lang="en-US" sz="6000" dirty="0" smtClean="0">
                <a:solidFill>
                  <a:srgbClr val="FFFF00"/>
                </a:solidFill>
              </a:rPr>
              <a:t>-Krishna, </a:t>
            </a:r>
            <a:br>
              <a:rPr lang="en-US" sz="6000" dirty="0" smtClean="0">
                <a:solidFill>
                  <a:srgbClr val="FFFF00"/>
                </a:solidFill>
              </a:rPr>
            </a:br>
            <a:r>
              <a:rPr lang="en-US" sz="6000" dirty="0" smtClean="0">
                <a:solidFill>
                  <a:srgbClr val="FFFF00"/>
                </a:solidFill>
              </a:rPr>
              <a:t>Rama-</a:t>
            </a:r>
            <a:r>
              <a:rPr lang="en-US" sz="6000" dirty="0" err="1" smtClean="0">
                <a:solidFill>
                  <a:srgbClr val="FFFF00"/>
                </a:solidFill>
              </a:rPr>
              <a:t>Madhava</a:t>
            </a:r>
            <a:r>
              <a:rPr lang="en-US" sz="6000" dirty="0" smtClean="0">
                <a:solidFill>
                  <a:srgbClr val="FFFF00"/>
                </a:solidFill>
              </a:rPr>
              <a:t>!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2881</TotalTime>
  <Words>281</Words>
  <Application>Microsoft Office PowerPoint</Application>
  <PresentationFormat>On-screen Show (4:3)</PresentationFormat>
  <Paragraphs>53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rādhākṛṣṇana anudina bhajisuta </vt:lpstr>
      <vt:lpstr>rādhākṛṣṇana anudina bhajisuta  rāga-dvēṣagaḷa kaḷeyōna</vt:lpstr>
      <vt:lpstr>kāma-krōdhagaḷa tyajisuta prēmadi  sītāramana smarisōna</vt:lpstr>
      <vt:lpstr>mithyā-lōkada  viṣaya sukhagaḷa  mōhava dūragoḷisōna</vt:lpstr>
      <vt:lpstr>nitya satya sukha nīlōtpalasthita  nīrajākṣana bhajisoṇa</vt:lpstr>
      <vt:lpstr>rādhākṛṣṇana anudina bhajisuta  rāga-dvēṣagaḷa kaḷeyōna</vt:lpstr>
      <vt:lpstr>kāma-krōdhagaḷa tyajisuta prēmadi  sītāramana smarisōna</vt:lpstr>
      <vt:lpstr>dhana dhānya aiśvarya sampattu  kēvala kṣaṇikavu ariyōṇa</vt:lpstr>
      <vt:lpstr>dāna dharma nija puṇya kāryagaḷa  cācūtappade gaiyyōṇa</vt:lpstr>
      <vt:lpstr>rādhākṛṣṇana anudina bhajisuta  rāga-dvēṣagaḷa kaḷeyōna</vt:lpstr>
      <vt:lpstr>kāma-krōdhagaḷa tyajisuta prēmadi  sītāramana smarisōna</vt:lpstr>
      <vt:lpstr>samāja sēvē parōpakāra  kāyakagaḷa nau mādōṇa</vt:lpstr>
      <vt:lpstr>muktikāraka rādhākṛṣṇana  jānaki rāmana bhajisōṇa</vt:lpstr>
      <vt:lpstr>rādhākṛṣṇana anudina bhajisuta  rāga-dvēṣagaḷa kaḷeyōna</vt:lpstr>
      <vt:lpstr>kāma-krōdhagaḷa tyajisuta prēmadi  sītāramana smarisōna</vt:lpstr>
      <vt:lpstr>sītā-rāma jānakī-rāma vaidēhī-rāma jai jai jai</vt:lpstr>
      <vt:lpstr>rādhā-kṛṣṇa rukmiṇi-kṛṣṇa ramā mādhava jai jai jai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330</cp:revision>
  <dcterms:created xsi:type="dcterms:W3CDTF">2006-08-16T00:00:00Z</dcterms:created>
  <dcterms:modified xsi:type="dcterms:W3CDTF">2025-09-13T15:17:14Z</dcterms:modified>
</cp:coreProperties>
</file>