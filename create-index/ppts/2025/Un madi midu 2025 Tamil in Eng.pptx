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8F4F3B-0174-4967-95C9-8B7268BD886A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3A005-51D6-4F17-9E76-B69260A2919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un maḍi mīdu talai sāyntu nān iṙukkavē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 maḍi mīdu talai sāyntu nān iṙukkavē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talai kōti karam varuḍi nī iṙukkavē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As I rest my head upon your lap and sit there in peace; As you  gently stroke my head and caress my hand,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ānandam ānandam ānandamē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ānandam ānandam ānandamē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it is bliss, bliss, and only bliss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unai pirintu uḷam vāḍi nān varundavē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manam arindu nī karuṇai mazhai pozhivāyē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Having been separated from you, my heart withers in sorrow; knowing the pain in my heart,  you shower your grace like rain.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ammā nī ennai kai piḍittu kāttaruḷvāyē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atil ānandam ānandam ānandamē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500" smtClean="0">
                <a:solidFill>
                  <a:srgbClr val="FFFF00"/>
                </a:solidFill>
                <a:latin typeface="Calibri"/>
              </a:rPr>
              <a:t>Mother, you hold my hand and protect me. In that, there is bliss, only bliss...</a:t>
            </a:r>
            <a:endParaRPr lang="en-US" sz="6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kanivōḍu enai pārttu nī azhaikkavē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makizh vōḍun karam piḍittu nān varuvēnē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you look upon me with mercy and call me, with joy I will come and clasp your hand.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ammā ulakeṅkum unnōḍu nān varuvēnē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uḷamāra un sēvai nān seyvēnē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Mother, I will go with you across the whole world and serve you with all my heart.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unai maṙavā sella piḷḷai nān vēṇḍavē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aḷavillā anbu mazhai nī pozhivāyē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When, I, your darling child who never forgets you, pray to you,  you pour down boundless showers of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ammā paṇivōḍu kai kūppi nān vēṇḍavē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kanivōḍu varam aruḷi nī kāppāyē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200" smtClean="0">
                <a:solidFill>
                  <a:srgbClr val="FFFF00"/>
                </a:solidFill>
                <a:latin typeface="Calibri"/>
              </a:rPr>
              <a:t>Mother, with folded hands, when I humbly pray with reverence, you grant me your grace and protect me with compassion.</a:t>
            </a:r>
            <a:endParaRPr lang="en-US" sz="5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221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un maḍi mīdu talai sāyntu nān iṙukkavē</vt:lpstr>
      <vt:lpstr>un maḍi mīdu talai sāyntu nān iṙukkavē en talai kōti karam varuḍi nī iṙukkavē</vt:lpstr>
      <vt:lpstr>ānandam ānandam ānandamē ānandam ānandam ānandamē</vt:lpstr>
      <vt:lpstr>unai pirintu uḷam vāḍi nān varundavē en manam arindu nī karuṇai mazhai pozhivāyē</vt:lpstr>
      <vt:lpstr>ammā nī ennai kai piḍittu kāttaruḷvāyē atil ānandam ānandam ānandamē</vt:lpstr>
      <vt:lpstr>kanivōḍu enai pārttu nī azhaikkavē makizh vōḍun karam piḍittu nān varuvēnē</vt:lpstr>
      <vt:lpstr>ammā ulakeṅkum unnōḍu nān varuvēnē uḷamāra un sēvai nān seyvēnē</vt:lpstr>
      <vt:lpstr>unai maṙavā sella piḷḷai nān vēṇḍavē aḷavillā anbu mazhai nī pozhivāyē</vt:lpstr>
      <vt:lpstr>ammā paṇivōḍu kai kūppi nān vēṇḍavē kanivōḍu varam aruḷi nī kāppāyē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 maḍi mīdu talai sāyntu nān iṙukkavē</dc:title>
  <dc:creator>Amrita</dc:creator>
  <cp:lastModifiedBy>Amrita</cp:lastModifiedBy>
  <cp:revision>1</cp:revision>
  <dcterms:created xsi:type="dcterms:W3CDTF">2025-07-04T11:58:12Z</dcterms:created>
  <dcterms:modified xsi:type="dcterms:W3CDTF">2025-07-04T11:59:30Z</dcterms:modified>
</cp:coreProperties>
</file>