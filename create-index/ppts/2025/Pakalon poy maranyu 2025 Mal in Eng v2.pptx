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ED77A-2282-42A9-B114-91B3C1851D3C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33436-9934-4403-A749-037E44E7CD2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pakalōn pōy maṙaññu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pakalōn pōy maṙaññu – nabhassil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iruḷin ala ñoṙiññu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sun has set, and night is entering the sky.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smtClean="0">
                <a:solidFill>
                  <a:srgbClr val="FFFFFF"/>
                </a:solidFill>
                <a:latin typeface="Calibri"/>
              </a:rPr>
              <a:t>panimati-vadanande tirumukham kāṇāte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mizhiyiṇa kūmbi ninnu – rādha tan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hṛdayavum vembi ninnu</a:t>
            </a:r>
            <a:endParaRPr lang="en-US" sz="5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Radha stands with downcast eyes, unable to behold the radiant, moon-like face of her Lord. She stands with a grieving heart.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vidhiyō karmamō viparītamāy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viḷayāḍunn-alivezhāte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Is it fate, or the fruit of my own deeds, that now turns against me?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vijanatayil nīṙi nīṙi en hṛdayamō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virahattin van citayāyi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kanal tiṅgum van citayāyi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In this desolate land, my heart—unable to bear the torment of separation—has become a vast pyre, glowing with the burning embers of loss.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kara-kaviññ-ozhukum nin smaraṇayil ulayunna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hṛdayam nī aṙiyillayō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Do you not see this heart, tossed in the overflowing memories of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niravadya nirmala nīrajanayanā nin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priyasakhi kāttu nilppū – 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virahiṇi ōrttu nilppū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O flawless one, pure, lotus-eyed Krishna, your beloved Radha waits for you—lost in your memories, grieving in her separation from you.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arutē amāntam enn-arikatt-aṇaññīḍān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arutē upēkṣa tellum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Delay no longer-come to me now. Do not neglect me any longer.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arutē ī rādhaykku tāṅguvān kazhivillī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azhalinde nōvu tellum – ninnil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aliyātta nōvu tellum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Radha has no strength left to endure this sorrow, this heavy pain that refuses to melt.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pakalōn pōy maṙaññu</vt:lpstr>
      <vt:lpstr>pakalōn pōy maṙaññu – nabhassil iruḷin ala ñoṙiññu</vt:lpstr>
      <vt:lpstr>panimati-vadanande tirumukham kāṇāte mizhiyiṇa kūmbi ninnu – rādha tan hṛdayavum vembi ninnu</vt:lpstr>
      <vt:lpstr>vidhiyō karmamō viparītamāy viḷayāḍunn-alivezhāte</vt:lpstr>
      <vt:lpstr>vijanatayil nīṙi nīṙi en hṛdayamō virahattin van citayāyi kanal tiṅgum van citayāyi</vt:lpstr>
      <vt:lpstr>kara-kaviññ-ozhukum nin smaraṇayil ulayunna hṛdayam nī aṙiyillayō</vt:lpstr>
      <vt:lpstr>niravadya nirmala nīrajanayanā nin priyasakhi kāttu nilppū – ī virahiṇi ōrttu nilppū</vt:lpstr>
      <vt:lpstr>arutē amāntam enn-arikatt-aṇaññīḍān arutē upēkṣa tellum</vt:lpstr>
      <vt:lpstr>arutē ī rādhaykku tāṅguvān kazhivillī azhalinde nōvu tellum – ninnil aliyātta nōvu tellum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pakalōn pōy maṙaññu</dc:title>
  <dc:creator>Amrita</dc:creator>
  <cp:lastModifiedBy>Amrita</cp:lastModifiedBy>
  <cp:revision>1</cp:revision>
  <dcterms:created xsi:type="dcterms:W3CDTF">2025-06-05T14:34:21Z</dcterms:created>
  <dcterms:modified xsi:type="dcterms:W3CDTF">2025-06-05T14:35:52Z</dcterms:modified>
</cp:coreProperties>
</file>