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2" r:id="rId2"/>
    <p:sldId id="303" r:id="rId3"/>
    <p:sldId id="300" r:id="rId4"/>
    <p:sldId id="293" r:id="rId5"/>
    <p:sldId id="294" r:id="rId6"/>
    <p:sldId id="295" r:id="rId7"/>
    <p:sldId id="296" r:id="rId8"/>
    <p:sldId id="301" r:id="rId9"/>
    <p:sldId id="297" r:id="rId10"/>
    <p:sldId id="298" r:id="rId11"/>
    <p:sldId id="299" r:id="rId12"/>
    <p:sldId id="30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life and death are </a:t>
            </a:r>
            <a:r>
              <a:rPr lang="en-US" sz="7200" smtClean="0">
                <a:cs typeface="Rachana" pitchFamily="2" charset="0"/>
              </a:rPr>
              <a:t>within </a:t>
            </a:r>
            <a:r>
              <a:rPr lang="en-US" sz="7200" smtClean="0">
                <a:cs typeface="Rachana" pitchFamily="2" charset="0"/>
              </a:rPr>
              <a:t>you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(English)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life and death are within you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heaven and hell are within </a:t>
            </a:r>
            <a:r>
              <a:rPr lang="en-US" sz="7200" dirty="0" smtClean="0">
                <a:cs typeface="Rachana" pitchFamily="2" charset="0"/>
              </a:rPr>
              <a:t>you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the truth that is told, is what you must know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you are free (2)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don't you grow tired of this journey?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In ancient dreams you are searching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bonds you have made, all you have gained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will be lost like tears in the rain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life and death are within you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heaven and hell are within you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the truth that is told, is what you must know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all that is seen cannot be true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seer alone is the real you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awake from this dream, truth's glory sing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be as you are - ever free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life and death are within you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heaven and hell are within you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the truth that is told, is what you must know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2762</TotalTime>
  <Words>99</Words>
  <Application>Microsoft Office PowerPoint</Application>
  <PresentationFormat>On-screen Show (4:3)</PresentationFormat>
  <Paragraphs>14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life and death are within you</vt:lpstr>
      <vt:lpstr>life and death are within you heaven and hell are within you</vt:lpstr>
      <vt:lpstr>the truth that is told, is what you must know</vt:lpstr>
      <vt:lpstr>you are free (2)</vt:lpstr>
      <vt:lpstr>don't you grow tired of this journey? In ancient dreams you are searching</vt:lpstr>
      <vt:lpstr>bonds you have made, all you have gained will be lost like tears in the rain</vt:lpstr>
      <vt:lpstr>life and death are within you heaven and hell are within you</vt:lpstr>
      <vt:lpstr>the truth that is told, is what you must know</vt:lpstr>
      <vt:lpstr>all that is seen cannot be true the seer alone is the real you</vt:lpstr>
      <vt:lpstr>awake from this dream, truth's glory sing be as you are - ever free</vt:lpstr>
      <vt:lpstr>life and death are within you heaven and hell are within you</vt:lpstr>
      <vt:lpstr>the truth that is told, is what you must know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2025-08-08T11:23:58Z</dcterms:modified>
</cp:coreProperties>
</file>