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1E191-95BC-40EF-BBCF-0D91FD01D8F2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1D94B-12D5-4B02-B4A4-4671FFD9910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1E191-95BC-40EF-BBCF-0D91FD01D8F2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1D94B-12D5-4B02-B4A4-4671FFD9910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1E191-95BC-40EF-BBCF-0D91FD01D8F2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1D94B-12D5-4B02-B4A4-4671FFD9910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1E191-95BC-40EF-BBCF-0D91FD01D8F2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1D94B-12D5-4B02-B4A4-4671FFD9910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1E191-95BC-40EF-BBCF-0D91FD01D8F2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1D94B-12D5-4B02-B4A4-4671FFD9910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1E191-95BC-40EF-BBCF-0D91FD01D8F2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1D94B-12D5-4B02-B4A4-4671FFD9910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1E191-95BC-40EF-BBCF-0D91FD01D8F2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1D94B-12D5-4B02-B4A4-4671FFD9910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1E191-95BC-40EF-BBCF-0D91FD01D8F2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1D94B-12D5-4B02-B4A4-4671FFD9910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1E191-95BC-40EF-BBCF-0D91FD01D8F2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1D94B-12D5-4B02-B4A4-4671FFD9910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1E191-95BC-40EF-BBCF-0D91FD01D8F2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1D94B-12D5-4B02-B4A4-4671FFD9910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1E191-95BC-40EF-BBCF-0D91FD01D8F2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1D94B-12D5-4B02-B4A4-4671FFD9910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41E191-95BC-40EF-BBCF-0D91FD01D8F2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41D94B-12D5-4B02-B4A4-4671FFD9910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karuṇārdra-mukilē karaḷ onnu kuḷirān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karuṇārdra-mukilē karaḷ onnu kuḷirān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kṛpa ennil coriyillayō?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300" smtClean="0">
                <a:solidFill>
                  <a:srgbClr val="FFFF00"/>
                </a:solidFill>
                <a:latin typeface="Calibri"/>
              </a:rPr>
              <a:t>Mother! You are the cloud heavy with compassion—will you not shower your grace upon me and revive this weary heart?</a:t>
            </a:r>
            <a:endParaRPr lang="en-US" sz="5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śaradindu samam en amṛtamayī nī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manatāril teḷiyillayō?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en manatāril teḷiyillayō? 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200" smtClean="0">
                <a:solidFill>
                  <a:srgbClr val="FFFF00"/>
                </a:solidFill>
                <a:latin typeface="Calibri"/>
              </a:rPr>
              <a:t>Mother! You are the cloud heavy with compassion—will you not shower your grace upon me and revive this weary heart? I beseech you, O immortal one, shine in my heart like the autumn moon.</a:t>
            </a:r>
            <a:endParaRPr lang="en-US" sz="42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śubha-cinta viriyān niṙamaṇam paḍarān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śrutivāḍi hṛdi pūkkumō?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For noble thoughts to bloom within me and spread their colour and fragrance far and wide, must not the garden of sacred teachings blossom in my heart?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900" smtClean="0">
                <a:solidFill>
                  <a:srgbClr val="FFFFFF"/>
                </a:solidFill>
                <a:latin typeface="Calibri"/>
              </a:rPr>
              <a:t>nitya vasantamāy nī illayeṅkil</a:t>
            </a:r>
            <a:br>
              <a:rPr lang="en-US" sz="5900" smtClean="0">
                <a:solidFill>
                  <a:srgbClr val="FFFFFF"/>
                </a:solidFill>
                <a:latin typeface="Calibri"/>
              </a:rPr>
            </a:br>
            <a:r>
              <a:rPr lang="en-US" sz="5900" smtClean="0">
                <a:solidFill>
                  <a:srgbClr val="FFFFFF"/>
                </a:solidFill>
                <a:latin typeface="Calibri"/>
              </a:rPr>
              <a:t>uḷttaḍam maruvāyiḍum</a:t>
            </a:r>
            <a:br>
              <a:rPr lang="en-US" sz="5900" smtClean="0">
                <a:solidFill>
                  <a:srgbClr val="FFFFFF"/>
                </a:solidFill>
                <a:latin typeface="Calibri"/>
              </a:rPr>
            </a:br>
            <a:r>
              <a:rPr lang="en-US" sz="5900" smtClean="0">
                <a:solidFill>
                  <a:srgbClr val="FFFFFF"/>
                </a:solidFill>
                <a:latin typeface="Calibri"/>
              </a:rPr>
              <a:t>en uḷttaḍam maruvāyiḍum</a:t>
            </a:r>
            <a:endParaRPr lang="en-US" sz="5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But if you, O Mother, do not dwell there as the eternal spring of life, my mind will wither into a barren desert.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jani-mṛti-cuzhiyil valayunnōr-enne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karam ēki kara ēṫṫaṇē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000" smtClean="0">
                <a:solidFill>
                  <a:srgbClr val="FFFF00"/>
                </a:solidFill>
                <a:latin typeface="Calibri"/>
              </a:rPr>
              <a:t>Mother! Stretch out your hand and lift me from this whirlpool of birth and death.</a:t>
            </a:r>
            <a:endParaRPr lang="en-US" sz="60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aham-akann-akamē pakalu pōl teḷiyum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aṙivinnum aṙivallayō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nī aṙivinnum aṙivallayō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And when my ego dissolves, you—the pure essence of knowledge—will shine within me, clear and resplendent.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182</Words>
  <Application>Microsoft Office PowerPoint</Application>
  <PresentationFormat>On-screen Show (4:3)</PresentationFormat>
  <Paragraphs>15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karuṇārdra-mukilē karaḷ onnu kuḷirān</vt:lpstr>
      <vt:lpstr>karuṇārdra-mukilē karaḷ onnu kuḷirān kṛpa ennil coriyillayō?</vt:lpstr>
      <vt:lpstr>śaradindu samam en amṛtamayī nī manatāril teḷiyillayō? en manatāril teḷiyillayō? </vt:lpstr>
      <vt:lpstr>śubha-cinta viriyān niṙamaṇam paḍarān śrutivāḍi hṛdi pūkkumō? </vt:lpstr>
      <vt:lpstr>nitya vasantamāy nī illayeṅkil uḷttaḍam maruvāyiḍum en uḷttaḍam maruvāyiḍum</vt:lpstr>
      <vt:lpstr>jani-mṛti-cuzhiyil valayunnōr-enne karam ēki kara ēṫṫaṇē</vt:lpstr>
      <vt:lpstr>aham-akann-akamē pakalu pōl teḷiyum aṙivinnum aṙivallayō nī aṙivinnum aṙivallayō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karuṇārdra-mukilē karaḷ onnu kuḷirān</dc:title>
  <dc:creator>Amrita</dc:creator>
  <cp:lastModifiedBy>Amrita</cp:lastModifiedBy>
  <cp:revision>1</cp:revision>
  <dcterms:created xsi:type="dcterms:W3CDTF">2025-06-25T12:33:31Z</dcterms:created>
  <dcterms:modified xsi:type="dcterms:W3CDTF">2025-06-25T12:34:47Z</dcterms:modified>
</cp:coreProperties>
</file>