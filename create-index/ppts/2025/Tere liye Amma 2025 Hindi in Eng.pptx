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9EBAA-F594-439B-865A-9E5C51377046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3FF8-CC59-40E1-9B31-348FE89735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tērē liyē ammā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tērē liyē ammā tērē liyē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you, Mother—for you alone.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yē mērā jīvan tērē liyē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entire life is for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sūraj bhī tū maiyyā cānd bhī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sun, Mother, and you are the moon.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sāgar bhī tū un kē laharōṅ meiṅ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ocean, and you are in its waves.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ambar bhī tū maiyyā dhartī bhī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sky, Mother, and you are the earth.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phūlōṅ meiṅ tū unkī khuśbū bhī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in the flowers, and you are their fragrance.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savālōṅ meiṅ tū, javābōṅ meiṅ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in the questions as well as in the answers.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bātōṅ meiṅ tū khayālōṅ meiṅ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in my words, and in my thoughts.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 meiṅ bhī tū sab kē dil meiṅ bhī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in my mind and in every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har diśā meiṅ bas tū hī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every direction, it is only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bhaktōṅ meiṅ tū unki bhakti bhī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in the devotees, and you are their devotion.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rām hai tū mērē śyām bhī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Lord Rama, and you are my Krishna.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pās hai nā tū mērē sāth hai na tū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you not near, are you not with me?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mā hai nā tū mērī mā hai na tū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you not the Mother, my Mother?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tērē liyē ammā</vt:lpstr>
      <vt:lpstr>tērē liyē ammā tērē liyē</vt:lpstr>
      <vt:lpstr>yē mērā jīvan tērē liyē </vt:lpstr>
      <vt:lpstr>sūraj bhī tū maiyyā cānd bhī tū </vt:lpstr>
      <vt:lpstr>sāgar bhī tū un kē laharōṅ meiṅ tū </vt:lpstr>
      <vt:lpstr>ambar bhī tū maiyyā dhartī bhī tū </vt:lpstr>
      <vt:lpstr>phūlōṅ meiṅ tū unkī khuśbū bhī tū </vt:lpstr>
      <vt:lpstr>savālōṅ meiṅ tū, javābōṅ meiṅ tū</vt:lpstr>
      <vt:lpstr>bātōṅ meiṅ tū khayālōṅ meiṅ tū</vt:lpstr>
      <vt:lpstr>man meiṅ bhī tū sab kē dil meiṅ bhī tū</vt:lpstr>
      <vt:lpstr>har diśā meiṅ bas tū hī tū </vt:lpstr>
      <vt:lpstr>  bhaktōṅ meiṅ tū unki bhakti bhī tū</vt:lpstr>
      <vt:lpstr>rām hai tū mērē śyām bhī tū</vt:lpstr>
      <vt:lpstr>pās hai nā tū mērē sāth hai na tū</vt:lpstr>
      <vt:lpstr>mā hai nā tū mērī mā hai na tū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tērē liyē ammā</dc:title>
  <dc:creator>Amrita</dc:creator>
  <cp:lastModifiedBy>Amrita</cp:lastModifiedBy>
  <cp:revision>1</cp:revision>
  <dcterms:created xsi:type="dcterms:W3CDTF">2025-07-20T05:40:55Z</dcterms:created>
  <dcterms:modified xsi:type="dcterms:W3CDTF">2025-07-20T05:41:47Z</dcterms:modified>
</cp:coreProperties>
</file>