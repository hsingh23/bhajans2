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CC757-F73F-4298-AD2D-288631B06271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0004D-5823-4C9D-879A-B00D89148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ammana pādake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ammana pādake śaraṇādalli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bhayavēthake manavē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mind, why fear when you have taken refuge at Mother’s feet?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trilōka māteyu baliyalli iruvāga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naḷidāḍu manavē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nīnu kuṇidāḍu manavē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Mother of the three worlds dwells within you. Rejoice and dance with delight, O mind.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indriyagaḷige nī aḍiyāḷagade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ātmadi mere manavē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mind, revel in the self and do not become a slave to the senses.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500" smtClean="0">
                <a:solidFill>
                  <a:srgbClr val="FFFFFF"/>
                </a:solidFill>
                <a:latin typeface="Calibri"/>
              </a:rPr>
              <a:t>amma nammellara karahiṭidiruvāga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cinte yēke manavē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amma noḍane naḷi naḷi manavē</a:t>
            </a:r>
            <a:endParaRPr lang="en-US" sz="5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Mother holds us all in her care, why should you worry? Dance in joy with the divine Mother, O mind.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amma nannamma śaraṇu śaraṇu amma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amba jagadamba nī manadali nelesamma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my own Mother—you are my refuge. O Mother of the universe, come and dwell within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jīvana rathada lagāmanu nīnu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ammage koḍumanavē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mind, place the reins of the chariot of life in Mother’s hands.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karma niratanāgu dṛḍhamanadi nī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phalava apēkṣisade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sadā naḷi naḷidāḍu manavē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Perform your duties with a firm and steady heart, yet without craving the fruits of your actions. O mind, always dance with joy.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amma nannamma śaraṇu śaraṇu amma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amba jagadamba nī manadali nelesamma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my own Mother—you are my refuge. O Mother of the universe, come and dwell within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ammana pādake</vt:lpstr>
      <vt:lpstr>ammana pādake śaraṇādalli bhayavēthake manavē</vt:lpstr>
      <vt:lpstr>trilōka māteyu baliyalli iruvāga naḷidāḍu manavē nīnu kuṇidāḍu manavē</vt:lpstr>
      <vt:lpstr>indriyagaḷige nī aḍiyāḷagade ātmadi mere manavē</vt:lpstr>
      <vt:lpstr>amma nammellara karahiṭidiruvāga cinte yēke manavē amma noḍane naḷi naḷi manavē</vt:lpstr>
      <vt:lpstr>amma nannamma śaraṇu śaraṇu amma amba jagadamba nī manadali nelesamma</vt:lpstr>
      <vt:lpstr>jīvana rathada lagāmanu nīnu ammage koḍumanavē</vt:lpstr>
      <vt:lpstr>karma niratanāgu dṛḍhamanadi nī phalava apēkṣisade sadā naḷi naḷidāḍu manavē</vt:lpstr>
      <vt:lpstr>amma nannamma śaraṇu śaraṇu amma amba jagadamba nī manadali nelesamma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ammana pādake</dc:title>
  <dc:creator>Amrita</dc:creator>
  <cp:lastModifiedBy>Amrita</cp:lastModifiedBy>
  <cp:revision>1</cp:revision>
  <dcterms:created xsi:type="dcterms:W3CDTF">2025-09-13T13:14:03Z</dcterms:created>
  <dcterms:modified xsi:type="dcterms:W3CDTF">2025-09-13T13:14:29Z</dcterms:modified>
</cp:coreProperties>
</file>