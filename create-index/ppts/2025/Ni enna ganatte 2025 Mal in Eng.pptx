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7D1A-8726-42FB-9333-761783D8816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160D-6418-46AC-B07C-7A94B1E58A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7D1A-8726-42FB-9333-761783D8816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160D-6418-46AC-B07C-7A94B1E58A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7D1A-8726-42FB-9333-761783D8816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160D-6418-46AC-B07C-7A94B1E58A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7D1A-8726-42FB-9333-761783D8816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160D-6418-46AC-B07C-7A94B1E58A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7D1A-8726-42FB-9333-761783D8816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160D-6418-46AC-B07C-7A94B1E58A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7D1A-8726-42FB-9333-761783D8816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160D-6418-46AC-B07C-7A94B1E58A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7D1A-8726-42FB-9333-761783D8816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160D-6418-46AC-B07C-7A94B1E58A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7D1A-8726-42FB-9333-761783D8816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160D-6418-46AC-B07C-7A94B1E58A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7D1A-8726-42FB-9333-761783D8816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160D-6418-46AC-B07C-7A94B1E58A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7D1A-8726-42FB-9333-761783D8816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160D-6418-46AC-B07C-7A94B1E58A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77D1A-8726-42FB-9333-761783D8816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160D-6418-46AC-B07C-7A94B1E58A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77D1A-8726-42FB-9333-761783D8816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160D-6418-46AC-B07C-7A94B1E58AC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 enna gānatte pāḍān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 enna gānatte pāḍān tuḍikkunnu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 manōvīṇa ennum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veena of my heart yearns to sing your song, O Mother.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nī enna nāmam marmaram ceyyunnu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en antaraṅgattil ennum ammē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Your sacred name resounds within me;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pāda-smaraṇayil en jīva sañcāram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divārātram enyē varēṇam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let me journey through day and night in remembrance of your lotus feet.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ñān ennil uṇaravē en amma pulariyāy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cemmē vann-enne tazhukum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And when I awaken to my true Self, Mother, rise like the dawn and bathe me in your gentle radiance.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urukunna nēram pozhikkunna nīrilum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ozhukunnu gaṅgayāy mātṛ-snēham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my heart is scorched by sorrow and tears stream from my eyes, your love flows to me like the sacred river Ganga.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ñān carikkum vazhi ētonnum āvaṭṭe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śariyatil ettikkum enne amma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Mother, on every path I may walk, you are there, guiding me toward the highest truth.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karalāḷana sukham aṙiyānāy ñān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kāttirippū ninne ōrttirippū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wait with deep longing, immersed in your memories, yearning to feel the bliss of your tender touch.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onnōḍi vannīḍū vārī puṇarnnīḍū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ninnil layikkān anugrahikkū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Come running to me, Mother, gather me in your arms—for I long to dissolve into you.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187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nī enna gānatte pāḍān</vt:lpstr>
      <vt:lpstr>nī enna gānatte pāḍān tuḍikkunnu en manōvīṇa ennum</vt:lpstr>
      <vt:lpstr>nī enna nāmam marmaram ceyyunnu en antaraṅgattil ennum ammē</vt:lpstr>
      <vt:lpstr>nin pāda-smaraṇayil en jīva sañcāram divārātram enyē varēṇam</vt:lpstr>
      <vt:lpstr>ñān ennil uṇaravē en amma pulariyāy cemmē vann-enne tazhukum</vt:lpstr>
      <vt:lpstr>urukunna nēram pozhikkunna nīrilum ozhukunnu gaṅgayāy mātṛ-snēham</vt:lpstr>
      <vt:lpstr>ñān carikkum vazhi ētonnum āvaṭṭe śariyatil ettikkum enne amma</vt:lpstr>
      <vt:lpstr>nin karalāḷana sukham aṙiyānāy ñān kāttirippū ninne ōrttirippū</vt:lpstr>
      <vt:lpstr>onnōḍi vannīḍū vārī puṇarnnīḍū ninnil layikkān anugrahikkū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nī enna gānatte pāḍān</dc:title>
  <dc:creator>Amrita</dc:creator>
  <cp:lastModifiedBy>Amrita</cp:lastModifiedBy>
  <cp:revision>1</cp:revision>
  <dcterms:created xsi:type="dcterms:W3CDTF">2025-06-29T11:26:11Z</dcterms:created>
  <dcterms:modified xsi:type="dcterms:W3CDTF">2025-06-29T11:27:29Z</dcterms:modified>
</cp:coreProperties>
</file>