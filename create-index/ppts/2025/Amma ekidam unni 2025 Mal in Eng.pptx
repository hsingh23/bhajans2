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7" r:id="rId2"/>
    <p:sldId id="291" r:id="rId3"/>
    <p:sldId id="292" r:id="rId4"/>
    <p:sldId id="288" r:id="rId5"/>
    <p:sldId id="293" r:id="rId6"/>
    <p:sldId id="289" r:id="rId7"/>
    <p:sldId id="294" r:id="rId8"/>
    <p:sldId id="290" r:id="rId9"/>
    <p:sldId id="29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amma</a:t>
            </a:r>
            <a:r>
              <a:rPr lang="en-US" sz="7200" dirty="0" smtClean="0"/>
              <a:t> </a:t>
            </a:r>
            <a:r>
              <a:rPr lang="en-US" sz="7200" dirty="0" err="1" smtClean="0"/>
              <a:t>ēkīḍām</a:t>
            </a:r>
            <a:r>
              <a:rPr lang="en-US" sz="7200" dirty="0" smtClean="0"/>
              <a:t> </a:t>
            </a:r>
            <a:r>
              <a:rPr lang="en-US" sz="7200" dirty="0" err="1" smtClean="0"/>
              <a:t>uṇṇī</a:t>
            </a:r>
            <a:r>
              <a:rPr lang="en-US" sz="7200" dirty="0" smtClean="0"/>
              <a:t> </a:t>
            </a:r>
            <a:r>
              <a:rPr lang="en-US" sz="7200" dirty="0" err="1" smtClean="0"/>
              <a:t>ninakkinnu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amma</a:t>
            </a:r>
            <a:r>
              <a:rPr lang="en-US" sz="6600" dirty="0" smtClean="0"/>
              <a:t> </a:t>
            </a:r>
            <a:r>
              <a:rPr lang="en-US" sz="6600" dirty="0" err="1" smtClean="0"/>
              <a:t>ēkīḍām</a:t>
            </a:r>
            <a:r>
              <a:rPr lang="en-US" sz="6600" dirty="0" smtClean="0"/>
              <a:t> </a:t>
            </a:r>
            <a:r>
              <a:rPr lang="en-US" sz="6600" dirty="0" err="1" smtClean="0"/>
              <a:t>uṇṇī</a:t>
            </a:r>
            <a:r>
              <a:rPr lang="en-US" sz="6600" dirty="0" smtClean="0"/>
              <a:t> </a:t>
            </a:r>
            <a:r>
              <a:rPr lang="en-US" sz="6600" dirty="0" err="1" smtClean="0"/>
              <a:t>ninakkinnu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ūṣmaḷa-vātsalya</a:t>
            </a:r>
            <a:r>
              <a:rPr lang="en-US" sz="6600" dirty="0" smtClean="0"/>
              <a:t> </a:t>
            </a:r>
            <a:r>
              <a:rPr lang="en-US" sz="6600" dirty="0" err="1" smtClean="0"/>
              <a:t>kṣīram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Child, Mother will feed you milk—warm with her tenderness.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nannāyitu</a:t>
            </a:r>
            <a:r>
              <a:rPr lang="en-US" sz="6600" dirty="0" smtClean="0"/>
              <a:t> </a:t>
            </a:r>
            <a:r>
              <a:rPr lang="en-US" sz="6600" dirty="0" err="1" smtClean="0"/>
              <a:t>kaḍaññīḍukil</a:t>
            </a:r>
            <a:r>
              <a:rPr lang="en-US" sz="6600" dirty="0" smtClean="0"/>
              <a:t> </a:t>
            </a:r>
            <a:r>
              <a:rPr lang="en-US" sz="6600" dirty="0" err="1" smtClean="0"/>
              <a:t>pontiḍum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jñānamām</a:t>
            </a:r>
            <a:r>
              <a:rPr lang="en-US" sz="6600" dirty="0" smtClean="0"/>
              <a:t> </a:t>
            </a:r>
            <a:r>
              <a:rPr lang="en-US" sz="6600" dirty="0" err="1" smtClean="0"/>
              <a:t>tūnavanītam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If </a:t>
            </a:r>
            <a:r>
              <a:rPr lang="en-US" sz="6600" dirty="0" smtClean="0">
                <a:solidFill>
                  <a:srgbClr val="FFFF00"/>
                </a:solidFill>
              </a:rPr>
              <a:t>you churn it with care, the butter of fresh knowledge will rise.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ennāl</a:t>
            </a:r>
            <a:r>
              <a:rPr lang="en-US" sz="6000" dirty="0" smtClean="0"/>
              <a:t> </a:t>
            </a:r>
            <a:r>
              <a:rPr lang="en-US" sz="6000" dirty="0" err="1" smtClean="0"/>
              <a:t>atin</a:t>
            </a:r>
            <a:r>
              <a:rPr lang="en-US" sz="6000" dirty="0" smtClean="0"/>
              <a:t> </a:t>
            </a:r>
            <a:r>
              <a:rPr lang="en-US" sz="6000" dirty="0" err="1" smtClean="0"/>
              <a:t>mumpu</a:t>
            </a:r>
            <a:r>
              <a:rPr lang="en-US" sz="6000" dirty="0" smtClean="0"/>
              <a:t> </a:t>
            </a:r>
            <a:r>
              <a:rPr lang="en-US" sz="6000" dirty="0" err="1" smtClean="0"/>
              <a:t>śuddham</a:t>
            </a:r>
            <a:r>
              <a:rPr lang="en-US" sz="6000" dirty="0" smtClean="0"/>
              <a:t> </a:t>
            </a:r>
            <a:r>
              <a:rPr lang="en-US" sz="6000" dirty="0" err="1" smtClean="0"/>
              <a:t>ākkīḍaṇam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mānasamām</a:t>
            </a:r>
            <a:r>
              <a:rPr lang="en-US" sz="6000" dirty="0" smtClean="0"/>
              <a:t> </a:t>
            </a:r>
            <a:r>
              <a:rPr lang="en-US" sz="6000" dirty="0" err="1" smtClean="0"/>
              <a:t>ninde</a:t>
            </a:r>
            <a:r>
              <a:rPr lang="en-US" sz="6000" dirty="0" smtClean="0"/>
              <a:t> </a:t>
            </a:r>
            <a:r>
              <a:rPr lang="en-US" sz="6000" dirty="0" err="1" smtClean="0"/>
              <a:t>pātram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But before Mother feeds you her milk, you must purify the vessel of your heart.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allāykil</a:t>
            </a:r>
            <a:r>
              <a:rPr lang="en-US" sz="6000" dirty="0" smtClean="0"/>
              <a:t> </a:t>
            </a:r>
            <a:r>
              <a:rPr lang="en-US" sz="6000" dirty="0" err="1" smtClean="0"/>
              <a:t>amma</a:t>
            </a:r>
            <a:r>
              <a:rPr lang="en-US" sz="6000" dirty="0" smtClean="0"/>
              <a:t> </a:t>
            </a:r>
            <a:r>
              <a:rPr lang="en-US" sz="6000" dirty="0" err="1" smtClean="0"/>
              <a:t>pakarunna</a:t>
            </a:r>
            <a:r>
              <a:rPr lang="en-US" sz="6000" dirty="0" smtClean="0"/>
              <a:t> </a:t>
            </a:r>
            <a:r>
              <a:rPr lang="en-US" sz="6000" dirty="0" err="1" smtClean="0"/>
              <a:t>kṣīravum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ārkkum</a:t>
            </a:r>
            <a:r>
              <a:rPr lang="en-US" sz="6000" dirty="0" smtClean="0"/>
              <a:t> </a:t>
            </a:r>
            <a:r>
              <a:rPr lang="en-US" sz="6000" dirty="0" err="1" smtClean="0"/>
              <a:t>illāteyām</a:t>
            </a:r>
            <a:r>
              <a:rPr lang="en-US" sz="6000" dirty="0" smtClean="0"/>
              <a:t> </a:t>
            </a:r>
            <a:r>
              <a:rPr lang="en-US" sz="6000" dirty="0" err="1" smtClean="0"/>
              <a:t>vyarttham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Otherwise</a:t>
            </a:r>
            <a:r>
              <a:rPr lang="en-US" sz="6600" dirty="0" smtClean="0">
                <a:solidFill>
                  <a:srgbClr val="FFFF00"/>
                </a:solidFill>
              </a:rPr>
              <a:t>, the milk she gives will be wasted—of no benefit to anyone.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uḷḷam</a:t>
            </a:r>
            <a:r>
              <a:rPr lang="en-US" sz="6600" dirty="0" smtClean="0"/>
              <a:t> </a:t>
            </a:r>
            <a:r>
              <a:rPr lang="en-US" sz="6600" dirty="0" err="1" smtClean="0"/>
              <a:t>parakkeyā</a:t>
            </a:r>
            <a:r>
              <a:rPr lang="en-US" sz="6600" dirty="0" smtClean="0"/>
              <a:t> </a:t>
            </a:r>
            <a:r>
              <a:rPr lang="en-US" sz="6600" dirty="0" err="1" smtClean="0"/>
              <a:t>kṣīram</a:t>
            </a:r>
            <a:r>
              <a:rPr lang="en-US" sz="6600" dirty="0" smtClean="0"/>
              <a:t> </a:t>
            </a:r>
            <a:r>
              <a:rPr lang="en-US" sz="6600" dirty="0" err="1" smtClean="0"/>
              <a:t>ozhukaṇam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uṇṇi-manam</a:t>
            </a:r>
            <a:r>
              <a:rPr lang="en-US" sz="6600" dirty="0" smtClean="0"/>
              <a:t> </a:t>
            </a:r>
            <a:r>
              <a:rPr lang="en-US" sz="6600" dirty="0" err="1" smtClean="0"/>
              <a:t>kuḷirkkēṇam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milk should flow fully into your heart. Child, your mind must be fresh and still.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uṙatairāyatil</a:t>
            </a:r>
            <a:r>
              <a:rPr lang="en-US" sz="7200" dirty="0" smtClean="0"/>
              <a:t> </a:t>
            </a:r>
            <a:r>
              <a:rPr lang="en-US" sz="7200" dirty="0" err="1" smtClean="0"/>
              <a:t>upadēśam</a:t>
            </a:r>
            <a:r>
              <a:rPr lang="en-US" sz="7200" dirty="0" smtClean="0"/>
              <a:t> </a:t>
            </a:r>
            <a:r>
              <a:rPr lang="en-US" sz="7200" dirty="0" err="1" smtClean="0"/>
              <a:t>cēraṇam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ulayāte</a:t>
            </a:r>
            <a:r>
              <a:rPr lang="en-US" sz="7200" dirty="0" smtClean="0"/>
              <a:t> </a:t>
            </a:r>
            <a:r>
              <a:rPr lang="en-US" sz="7200" dirty="0" err="1" smtClean="0"/>
              <a:t>kāttukoḷḷēṇam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Mother’s </a:t>
            </a:r>
            <a:r>
              <a:rPr lang="en-US" sz="5400" dirty="0" smtClean="0">
                <a:solidFill>
                  <a:srgbClr val="FFFF00"/>
                </a:solidFill>
              </a:rPr>
              <a:t>words of wisdom must be mixed with the curd starter, and kept undisturbed, without wavering.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prēmattin</a:t>
            </a:r>
            <a:r>
              <a:rPr lang="en-US" sz="6600" dirty="0" smtClean="0"/>
              <a:t> </a:t>
            </a:r>
            <a:r>
              <a:rPr lang="en-US" sz="6600" dirty="0" err="1" smtClean="0"/>
              <a:t>pāśattāl</a:t>
            </a:r>
            <a:r>
              <a:rPr lang="en-US" sz="6600" dirty="0" smtClean="0"/>
              <a:t> </a:t>
            </a:r>
            <a:r>
              <a:rPr lang="en-US" sz="6600" dirty="0" err="1" smtClean="0"/>
              <a:t>bandhicc-ātma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vicārattin</a:t>
            </a:r>
            <a:r>
              <a:rPr lang="en-US" sz="6600" dirty="0" smtClean="0"/>
              <a:t> </a:t>
            </a:r>
            <a:r>
              <a:rPr lang="en-US" sz="6600" dirty="0" err="1" smtClean="0"/>
              <a:t>mattu</a:t>
            </a:r>
            <a:r>
              <a:rPr lang="en-US" sz="6600" dirty="0" smtClean="0"/>
              <a:t> </a:t>
            </a:r>
            <a:r>
              <a:rPr lang="en-US" sz="6600" dirty="0" err="1" smtClean="0"/>
              <a:t>tiriccāl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If love is the bond, and self-inquiry the churner,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mananamām</a:t>
            </a:r>
            <a:r>
              <a:rPr lang="en-US" sz="6000" dirty="0" smtClean="0"/>
              <a:t> </a:t>
            </a:r>
            <a:r>
              <a:rPr lang="en-US" sz="6000" dirty="0" err="1" smtClean="0"/>
              <a:t>mathanattāl</a:t>
            </a:r>
            <a:r>
              <a:rPr lang="en-US" sz="6000" dirty="0" smtClean="0"/>
              <a:t>, </a:t>
            </a:r>
            <a:r>
              <a:rPr lang="en-US" sz="6000" dirty="0" err="1" smtClean="0"/>
              <a:t>ponti</a:t>
            </a:r>
            <a:r>
              <a:rPr lang="en-US" sz="6000" dirty="0" smtClean="0"/>
              <a:t> </a:t>
            </a:r>
            <a:r>
              <a:rPr lang="en-US" sz="6000" dirty="0" err="1" smtClean="0"/>
              <a:t>varum</a:t>
            </a:r>
            <a:r>
              <a:rPr lang="en-US" sz="6000" dirty="0" smtClean="0"/>
              <a:t> </a:t>
            </a:r>
            <a:r>
              <a:rPr lang="en-US" sz="6000" dirty="0" err="1" smtClean="0"/>
              <a:t>veṇṇa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nukarnnīḍām</a:t>
            </a:r>
            <a:r>
              <a:rPr lang="en-US" sz="6000" dirty="0" smtClean="0"/>
              <a:t> </a:t>
            </a:r>
            <a:r>
              <a:rPr lang="en-US" sz="6000" dirty="0" err="1" smtClean="0"/>
              <a:t>sarvarkkum</a:t>
            </a:r>
            <a:r>
              <a:rPr lang="en-US" sz="6000" dirty="0" smtClean="0"/>
              <a:t> </a:t>
            </a:r>
            <a:r>
              <a:rPr lang="en-US" sz="6000" dirty="0" err="1" smtClean="0"/>
              <a:t>ēkām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then—when </a:t>
            </a:r>
            <a:r>
              <a:rPr lang="en-US" sz="5400" dirty="0" smtClean="0">
                <a:solidFill>
                  <a:srgbClr val="FFFF00"/>
                </a:solidFill>
              </a:rPr>
              <a:t>churned with meditation—the butter will rise. You can enjoy it and share it with all.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169</Words>
  <Application>Microsoft Office PowerPoint</Application>
  <PresentationFormat>On-screen Show (4:3)</PresentationFormat>
  <Paragraphs>28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amma ēkīḍām uṇṇī ninakkinnu</vt:lpstr>
      <vt:lpstr>amma ēkīḍām uṇṇī ninakkinnu ūṣmaḷa-vātsalya kṣīram</vt:lpstr>
      <vt:lpstr>nannāyitu kaḍaññīḍukil pontiḍum jñānamām tūnavanītam</vt:lpstr>
      <vt:lpstr>ennāl atin mumpu śuddham ākkīḍaṇam mānasamām ninde pātram</vt:lpstr>
      <vt:lpstr>allāykil amma pakarunna kṣīravum ārkkum illāteyām vyarttham</vt:lpstr>
      <vt:lpstr>uḷḷam parakkeyā kṣīram ozhukaṇam uṇṇi-manam kuḷirkkēṇam</vt:lpstr>
      <vt:lpstr>uṙatairāyatil upadēśam cēraṇam ulayāte kāttukoḷḷēṇam</vt:lpstr>
      <vt:lpstr>prēmattin pāśattāl bandhicc-ātma vicārattin mattu tiriccāl</vt:lpstr>
      <vt:lpstr>mananamām mathanattāl, ponti varum veṇṇa nukarnnīḍām sarvarkkum ēkām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323</cp:revision>
  <dcterms:created xsi:type="dcterms:W3CDTF">2006-08-16T00:00:00Z</dcterms:created>
  <dcterms:modified xsi:type="dcterms:W3CDTF">2025-05-17T14:53:17Z</dcterms:modified>
</cp:coreProperties>
</file>