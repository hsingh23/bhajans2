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40555-84B0-4BAA-B642-6B64F8E390A8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F42F6-9BA4-4D64-959F-5664F427A1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samsāra-tāpattil uzhaṙumī jīvanil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samsāra-tāpattil uzhaṙumī jīvanil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kāruṇya-gaṅgā-pravāhamāy nī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Mother! Like the sacred Ganga, you became a torrential flow of compassion for this Jiva, wandering amidst the sorrows of the world.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oru cuvaḍu vaykkuvān āññorī kuññine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vātsalyamoḍ-aṅgu uyartti 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this child tried to take a single step toward you, you tenderly lifted me into your arms.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anbōḍ-arikil aṇacc-ennakatāril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āyiram muttaṅgaḷ ēki ammā…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held me close and showered me with a thousand loving kisses.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vazhi teṫṫi alayāt-iḍavarāt-eppōzhum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kanivōḍe meyyōḍu cērtt-aṇaccū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So I may not stray from the path, Mother clasped me to her bosom.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kanivōḍe meyyōḍu cērtt-aṇaccū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 clasped me to her bosom.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vivēka-prasūna-saurabhyam pakarnn-ennil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uttama-cintakaḷ ēki ammā…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She offered me the fragrant flowers of wisdom, and noble thoughts arose within me.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ennennum kaipiḍicc-enne nayicc-amma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ātmāvabōdhattilēykk-uṇarān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ātmāvabōdhattilēykk-uṇarān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Holding my hand, Mother gently leads me to realize my blissful true 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samsāra-tāpattil uzhaṙumī jīvanil</vt:lpstr>
      <vt:lpstr>samsāra-tāpattil uzhaṙumī jīvanil kāruṇya-gaṅgā-pravāhamāy nī</vt:lpstr>
      <vt:lpstr>oru cuvaḍu vaykkuvān āññorī kuññine vātsalyamoḍ-aṅgu uyartti amma</vt:lpstr>
      <vt:lpstr>anbōḍ-arikil aṇacc-ennakatāril āyiram muttaṅgaḷ ēki ammā…</vt:lpstr>
      <vt:lpstr>vazhi teṫṫi alayāt-iḍavarāt-eppōzhum kanivōḍe meyyōḍu cērtt-aṇaccū</vt:lpstr>
      <vt:lpstr>kanivōḍe meyyōḍu cērtt-aṇaccū</vt:lpstr>
      <vt:lpstr>vivēka-prasūna-saurabhyam pakarnn-ennil uttama-cintakaḷ ēki ammā…</vt:lpstr>
      <vt:lpstr>ennennum kaipiḍicc-enne nayicc-amma ātmāvabōdhattilēykk-uṇarān ātmāvabōdhattilēykk-uṇarān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samsāra-tāpattil uzhaṙumī jīvanil</dc:title>
  <dc:creator>Amrita</dc:creator>
  <cp:lastModifiedBy>Amrita</cp:lastModifiedBy>
  <cp:revision>1</cp:revision>
  <dcterms:created xsi:type="dcterms:W3CDTF">2025-08-01T17:38:44Z</dcterms:created>
  <dcterms:modified xsi:type="dcterms:W3CDTF">2025-08-01T17:39:24Z</dcterms:modified>
</cp:coreProperties>
</file>