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2" r:id="rId2"/>
    <p:sldId id="293" r:id="rId3"/>
    <p:sldId id="294" r:id="rId4"/>
    <p:sldId id="295" r:id="rId5"/>
    <p:sldId id="296" r:id="rId6"/>
    <p:sldId id="29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are the one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awake at night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outside it's dark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but you're full of </a:t>
            </a:r>
            <a:r>
              <a:rPr lang="en-US" sz="7200" dirty="0" smtClean="0">
                <a:cs typeface="Rachana" pitchFamily="2" charset="0"/>
              </a:rPr>
              <a:t>light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we are the ones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awake in the day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but that for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is all just a play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hara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hara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śaṅkara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for one who's awake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this world that is seen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is nothing but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illusory dream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for one who's asleep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it all seems so real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thoughts that we think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feelings we feel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śiva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hara</a:t>
            </a:r>
            <a:r>
              <a:rPr lang="en-US" sz="7200" dirty="0" smtClean="0">
                <a:cs typeface="Rachana" pitchFamily="2" charset="0"/>
              </a:rPr>
              <a:t> </a:t>
            </a:r>
            <a:r>
              <a:rPr lang="en-US" sz="7200" dirty="0" err="1" smtClean="0">
                <a:cs typeface="Rachana" pitchFamily="2" charset="0"/>
              </a:rPr>
              <a:t>hara</a:t>
            </a:r>
            <a:r>
              <a:rPr lang="en-US" sz="7200" dirty="0" smtClean="0">
                <a:cs typeface="Rachana" pitchFamily="2" charset="0"/>
              </a:rPr>
              <a:t> </a:t>
            </a:r>
            <a:r>
              <a:rPr lang="en-US" sz="7200" dirty="0" err="1" smtClean="0">
                <a:cs typeface="Rachana" pitchFamily="2" charset="0"/>
              </a:rPr>
              <a:t>śaṅkara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26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you are the one  awake at night outside it's dark but you're full of light</vt:lpstr>
      <vt:lpstr>we are the ones awake in the day but that for you is all just a play</vt:lpstr>
      <vt:lpstr>śiva śiva śiva hara hara śaṅkara</vt:lpstr>
      <vt:lpstr>for one who's awake this world that is seen is nothing but illusory dream</vt:lpstr>
      <vt:lpstr>for one who's asleep it all seems so real the thoughts that we think the feelings we feel</vt:lpstr>
      <vt:lpstr>śiva śiva śiva hara hara śaṅkara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2025-09-07T12:49:31Z</dcterms:modified>
</cp:coreProperties>
</file>