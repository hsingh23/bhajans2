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15071-B735-4DCE-83FA-D2868600F81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9B81C-8957-4A5D-A90A-CF106FF28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viśvam teḷiykkum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viśvam teḷiykkum vaśyamā mandahāsam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dṛśyam maṙaykkum divyamā snēhapāśam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lovely smile that illumines the universe, the divine rope of love that draws a veil over worldly sights,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kālam nilaykkum tīṣṇamām tṛkkaḍākṣam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vikalpam śamikkum jñānamayam ā vāgvilāsam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 piercing gaze that halts the flow of time, and the words of wisdom that dispel the distortions born of emotion and desire.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svalpam labhikkān tapyam en antarāḷam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jalpanaṅgaḷ nin nāmāvalikaḷ ākki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My heart undertook penance to receive but a drop of that grace. Meaningless speech transformed into the chanting of your sacred names.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kalpanakaḷ nin rūpa-dhyānavum ākki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kalpaṅgaḷ etrayāy kātōrtt-irippū ñān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Imagination turned into unbroken meditation on your form. How many aeons have I been waiting for 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ettuvān tellum vaikarut-ētum 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ettum piḍiyumilla ī kuññin munnil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aeons, I have listened in longing. Delay no longer, Mother, to appear before this child who knows nothing.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satyamām nin rūpa-darśanam 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sattayat-ennum suvyaktamāyi kaṇḍiḍaṭṭe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when I behold your true form in darshan, may I also clearly perceive the essence of my true 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viśvam teḷiykkum</vt:lpstr>
      <vt:lpstr>viśvam teḷiykkum vaśyamā mandahāsam dṛśyam maṙaykkum divyamā snēhapāśam</vt:lpstr>
      <vt:lpstr>kālam nilaykkum tīṣṇamām tṛkkaḍākṣam vikalpam śamikkum jñānamayam ā vāgvilāsam</vt:lpstr>
      <vt:lpstr>svalpam labhikkān tapyam en antarāḷam jalpanaṅgaḷ nin nāmāvalikaḷ ākki</vt:lpstr>
      <vt:lpstr>kalpanakaḷ nin rūpa-dhyānavum ākki kalpaṅgaḷ etrayāy kātōrtt-irippū ñān</vt:lpstr>
      <vt:lpstr>ettuvān tellum vaikarut-ētum ammē ettum piḍiyumilla ī kuññin munnil</vt:lpstr>
      <vt:lpstr>satyamām nin rūpa-darśanam ennil sattayat-ennum suvyaktamāyi kaṇḍiḍaṭṭe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viśvam teḷiykkum</dc:title>
  <dc:creator>Amrita</dc:creator>
  <cp:lastModifiedBy>Amrita</cp:lastModifiedBy>
  <cp:revision>1</cp:revision>
  <dcterms:created xsi:type="dcterms:W3CDTF">2025-06-06T08:32:51Z</dcterms:created>
  <dcterms:modified xsi:type="dcterms:W3CDTF">2025-06-06T08:34:33Z</dcterms:modified>
</cp:coreProperties>
</file>