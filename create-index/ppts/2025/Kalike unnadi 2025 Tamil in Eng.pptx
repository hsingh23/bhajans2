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EBA2C-D67E-4535-A1A5-5FDBA12DCB7F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E0C6F-0D98-497F-9AF9-8C290C1C44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kāḷikē unnaḍi nān paṇintēn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kāḷikē unnaḍi nān paṇintēn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kālam ellām ennai kāttiḍuvāy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 Kalika, I bow at your feet. Be with me through all time, guiding and protecting me.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karppakamē ennil kanintaruḷa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kāḷiyāy iṅgu nī avatarittāy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source of all nourishment and grace, you manifested here as Kali, out of compassion for people such as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andhacarācaram aṇattilum viḷaṅgum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arputa jōtiyē kāḷikē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wondrous light that shines within all that moves and does not move, even in the tiniest atom — O Kalika!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paramanin mārbinil patam patittāy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 kōpam taṇiññu nī śāntamāyāy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placed your foot upon the chest of the supreme. Your anger calmed, and you became calm.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śānti svarūpiṇi kāḷikē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satya-svarūpiṇi kāḷikē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Kalika, embodiment of peace… O Kalika, embodiment of truth...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kāmattaiyum kāla-pāśattaiyum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aṙuttu nī nilayāṇa vāzhvaḷippāy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You destroy desire and the noose of death, and for us to reach the highest goal.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aṙiyāmai enum sirattai aṙuttiḍavē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jñānattin vāḷinai ēnti nindrāy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To sever the head of ignorance, you raised the sword of true knowledge and stood radiant and fierce.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jñāna-svarūpiṇi kāḷikē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amṛta-svarūpiṇi kāḷikē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Kalika, embodiment of wisdom... O Kalika, embodiment of immortality...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kāḷiyē tiruśūliyē karai kaḍattiḍa vantāy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karuṇai-mazhai pozhintu ennai kāttiḍavantāy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Kali, O sacred trident-wielder! You came to help me cross this vast shoreless world. Pouring down showers of compassion, you came to guide and protect me.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ānanda naḍanam āḍi vanniḍuvāyē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akhilattai kāttiḍa nī viṙaintiḍuvāyē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Dance the blissful dance and burn away all impurity — spread forth and illuminate the entire universe!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kāḷi kāḷi kāḷi kāḷi kāḷi 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dharmattin ādhāram nī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Kali! You are the very foundation of dharma,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kāḷi mā ellām nī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Kali Ma, you are everything, O 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kāḷikē unnaḍi nān paṇintēn</vt:lpstr>
      <vt:lpstr>kāḷikē unnaḍi nān paṇintēn kālam ellām ennai kāttiḍuvāy</vt:lpstr>
      <vt:lpstr>karppakamē ennil kanintaruḷa kāḷiyāy iṅgu nī avatarittāy</vt:lpstr>
      <vt:lpstr>andhacarācaram aṇattilum viḷaṅgum arputa jōtiyē kāḷikē</vt:lpstr>
      <vt:lpstr>paramanin mārbinil patam patittāy un kōpam taṇiññu nī śāntamāyāy</vt:lpstr>
      <vt:lpstr>śānti svarūpiṇi kāḷikē satya-svarūpiṇi kāḷikē</vt:lpstr>
      <vt:lpstr>kāmattaiyum kāla-pāśattaiyum aṙuttu nī nilayāṇa vāzhvaḷippāy</vt:lpstr>
      <vt:lpstr>aṙiyāmai enum sirattai aṙuttiḍavē jñānattin vāḷinai ēnti nindrāy</vt:lpstr>
      <vt:lpstr>jñāna-svarūpiṇi kāḷikē amṛta-svarūpiṇi kāḷikē</vt:lpstr>
      <vt:lpstr>kāḷiyē tiruśūliyē karai kaḍattiḍa vantāy karuṇai-mazhai pozhintu ennai kāttiḍavantāy</vt:lpstr>
      <vt:lpstr>ānanda naḍanam āḍi vanniḍuvāyē akhilattai kāttiḍa nī viṙaintiḍuvāyē</vt:lpstr>
      <vt:lpstr>kāḷi kāḷi kāḷi kāḷi kāḷi mā dharmattin ādhāram nī ammā</vt:lpstr>
      <vt:lpstr>kāḷi mā ellām nī ammā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kāḷikē unnaḍi nān paṇintēn</dc:title>
  <dc:creator>Amrita</dc:creator>
  <cp:lastModifiedBy>Amrita</cp:lastModifiedBy>
  <cp:revision>1</cp:revision>
  <dcterms:created xsi:type="dcterms:W3CDTF">2025-07-27T13:03:18Z</dcterms:created>
  <dcterms:modified xsi:type="dcterms:W3CDTF">2025-07-27T13:03:39Z</dcterms:modified>
</cp:coreProperties>
</file>