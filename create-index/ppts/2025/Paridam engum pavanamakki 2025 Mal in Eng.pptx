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95919-CAD8-4EFD-9C83-3982B7F2EA95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43019-E130-4F1D-B091-21554CE7CEC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pāriḍam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eṅgum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pāvanam</a:t>
            </a:r>
            <a:r>
              <a:rPr lang="en-US" sz="5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500" dirty="0" err="1" smtClean="0">
                <a:solidFill>
                  <a:srgbClr val="FFFFFF"/>
                </a:solidFill>
                <a:latin typeface="Calibri"/>
              </a:rPr>
              <a:t>ākki</a:t>
            </a:r>
            <a:endParaRPr lang="en-US" sz="5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6000" dirty="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500" smtClean="0">
                <a:solidFill>
                  <a:srgbClr val="FFFFFF"/>
                </a:solidFill>
                <a:latin typeface="Calibri"/>
              </a:rPr>
              <a:t>pāriḍam eṅgum pāvanam ākki pāritil ozhukunnu</a:t>
            </a:r>
            <a:br>
              <a:rPr lang="en-US" sz="5500" smtClean="0">
                <a:solidFill>
                  <a:srgbClr val="FFFFFF"/>
                </a:solidFill>
                <a:latin typeface="Calibri"/>
              </a:rPr>
            </a:br>
            <a:r>
              <a:rPr lang="en-US" sz="5500" smtClean="0">
                <a:solidFill>
                  <a:srgbClr val="FFFFFF"/>
                </a:solidFill>
                <a:latin typeface="Calibri"/>
              </a:rPr>
              <a:t>patita manassine bhāgīrathiyāyi pavitram ākkunnu</a:t>
            </a:r>
            <a:endParaRPr lang="en-US" sz="5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 flows through this world, purifying all with her presence—cleansing fallen hearts like the sacred Ganga.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āśrayam-aṫṫavan āśādīpam pakarnnu nalkunnu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āśvāsattinu aruḷ mozhiyāle āśiss-aruḷunnu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She offers the lamp of hope to the hopeless and forsaken, blessing them, consoling them through the wisdom of her words.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āśāpāśa keṭṭu kuruṅgiya ātura mānasaril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amṛtattvattin arumakaḷ ennōraṙivatu pakarunnu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To minds distressed and bound by the ropes of endless desire, she reveal the truth: they are your beloved children of immortality.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amma ānandattin uḍamakaḷ ennōruṇarvatu nalkunnu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Mother awakens us to the knowledge that we are the source of boundless bliss.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kālam kāttoru nidhi āṇamma karuṇa kaḍal āṇamma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kāmana viṭṭoru pāvana hṛttinu kāval viḷakk-āṇamma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She is a treasure guarded by time, an ocean of boundless compassion— a lighthouse for hearts made pure, freed from all desire.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tūkaṇam ennum tava kāruṇyam lōbham ezhātivaril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māmaka janani aḍi paṇiyunnu atināyi tava makkāḷ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Never withhold your grace; always shower us with your compassion. For this, O my Mother, your children seek refuge in you.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pāriḍam eṅgum pāvanam ākki</vt:lpstr>
      <vt:lpstr>pāriḍam eṅgum pāvanam ākki pāritil ozhukunnu patita manassine bhāgīrathiyāyi pavitram ākkunnu</vt:lpstr>
      <vt:lpstr>āśrayam-aṫṫavan āśādīpam pakarnnu nalkunnu āśvāsattinu aruḷ mozhiyāle āśiss-aruḷunnu</vt:lpstr>
      <vt:lpstr>āśāpāśa keṭṭu kuruṅgiya ātura mānasaril amṛtattvattin arumakaḷ ennōraṙivatu pakarunnu</vt:lpstr>
      <vt:lpstr>amma ānandattin uḍamakaḷ ennōruṇarvatu nalkunnu</vt:lpstr>
      <vt:lpstr>kālam kāttoru nidhi āṇamma karuṇa kaḍal āṇamma kāmana viṭṭoru pāvana hṛttinu kāval viḷakk-āṇamma</vt:lpstr>
      <vt:lpstr>tūkaṇam ennum tava kāruṇyam lōbham ezhātivaril māmaka janani aḍi paṇiyunnu atināyi tava makkāḷ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pāriḍam eṅgum pāvanam ākki</dc:title>
  <dc:creator>Amrita</dc:creator>
  <cp:lastModifiedBy>Amrita</cp:lastModifiedBy>
  <cp:revision>1</cp:revision>
  <dcterms:created xsi:type="dcterms:W3CDTF">2025-06-04T04:28:36Z</dcterms:created>
  <dcterms:modified xsi:type="dcterms:W3CDTF">2025-06-04T04:30:25Z</dcterms:modified>
</cp:coreProperties>
</file>