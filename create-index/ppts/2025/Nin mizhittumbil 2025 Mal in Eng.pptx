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42F7F-B3E5-412D-AF04-3592059081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F1D94-34EF-4E2A-AE11-20139D3697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mizhittumbil ninnūṙunna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mizhittumbil ninnūṙunna snēha-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pravāhattil amba! ñān nīrāḍi nilkke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joyfully bathe in the river of love that flows from your sidelong glance.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ninnil aliyān piḍayunn-ennuḷḷam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ninnōḷam uyarān kazhiyāte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heart longs to dissolve into you, yet I find myself unable to soar to your heights, unable to reach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padatār-atil oru madhu-makṣikayāy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nukaraṭṭe vātsalya makaranda-madhuram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me be a honeybee, sipping the sweet nectar of tenderness from your lotus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punarapi madhu tēḍi māyā-jagattil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uzhaṙāt-irunniḍān tāru kūmbarutē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 not fold your petals, lest I stray once more through this illusory world, seeking honey in vain.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karatāril upakaraṇam atākuvān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kaṙayaṫṫa padabhakti ēkīḍaṇē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Grant me the gift of pure devotion, that I may become an instrument in your hands.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katiravan pōle enn-akatāril jñānamām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katir tūki narajanma-dhanyata ēkaṇē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Shine the light of knowledge in my heart like the sun, and fulfill the true purpose of this human life.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ambikē śaraṇam amṛtāmbikē śaraṇam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kāḷikē śaraṇam hṛdayāmbikē śaraṇam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I take refuge in you. Eternal Goddess, Kalika, Mother of my heart — I take refuge in 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nin mizhittumbil ninnūṙunna</vt:lpstr>
      <vt:lpstr>nin mizhittumbil ninnūṙunna snēha- pravāhattil amba! ñān nīrāḍi nilkke</vt:lpstr>
      <vt:lpstr>ninnil aliyān piḍayunn-ennuḷḷam ninnōḷam uyarān kazhiyāte ennum</vt:lpstr>
      <vt:lpstr>padatār-atil oru madhu-makṣikayāy nukaraṭṭe vātsalya makaranda-madhuram</vt:lpstr>
      <vt:lpstr>punarapi madhu tēḍi māyā-jagattil  uzhaṙāt-irunniḍān tāru kūmbarutē</vt:lpstr>
      <vt:lpstr>karatāril upakaraṇam atākuvān kaṙayaṫṫa padabhakti ēkīḍaṇē</vt:lpstr>
      <vt:lpstr>katiravan pōle enn-akatāril jñānamām katir tūki narajanma-dhanyata ēkaṇē</vt:lpstr>
      <vt:lpstr>ambikē śaraṇam amṛtāmbikē śaraṇam  kāḷikē śaraṇam hṛdayāmbikē śaraṇam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mizhittumbil ninnūṙunna</dc:title>
  <dc:creator>Amrita</dc:creator>
  <cp:lastModifiedBy>Amrita</cp:lastModifiedBy>
  <cp:revision>1</cp:revision>
  <dcterms:created xsi:type="dcterms:W3CDTF">2025-06-20T10:26:35Z</dcterms:created>
  <dcterms:modified xsi:type="dcterms:W3CDTF">2025-06-20T10:27:33Z</dcterms:modified>
</cp:coreProperties>
</file>