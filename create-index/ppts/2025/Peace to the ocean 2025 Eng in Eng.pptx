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5" r:id="rId2"/>
    <p:sldId id="292" r:id="rId3"/>
    <p:sldId id="286" r:id="rId4"/>
    <p:sldId id="287" r:id="rId5"/>
    <p:sldId id="288" r:id="rId6"/>
    <p:sldId id="289" r:id="rId7"/>
    <p:sldId id="290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smtClean="0">
                <a:cs typeface="Rachana" pitchFamily="2" charset="0"/>
              </a:rPr>
              <a:t>Peace to the </a:t>
            </a:r>
            <a:r>
              <a:rPr lang="en-US" sz="7200" dirty="0" smtClean="0">
                <a:cs typeface="Rachana" pitchFamily="2" charset="0"/>
              </a:rPr>
              <a:t>ocean</a:t>
            </a:r>
            <a:endParaRPr lang="en-US" sz="7200" dirty="0" smtClean="0">
              <a:cs typeface="Rachana" pitchFamily="2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smtClean="0"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7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US" sz="7200" dirty="0" smtClean="0">
                <a:cs typeface="Rachana" pitchFamily="2" charset="0"/>
              </a:rPr>
              <a:t>Peace to the ocean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Peace to the sky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Peace to the earth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Her mountains </a:t>
            </a:r>
            <a:r>
              <a:rPr lang="en-US" sz="7200" dirty="0" smtClean="0">
                <a:cs typeface="Rachana" pitchFamily="2" charset="0"/>
              </a:rPr>
              <a:t>high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Peace to the clouds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Peace to the stars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Peace to all people wherever they are. 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Let’s make a world of love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Kindness will be everywhere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Healing the wounds hatred created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Show the world that we care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Different faces and names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Inside we’re all the same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Wisdom reveals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Love is what heals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taking our sorrow and pain. 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Let us all join hands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Every country and land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Light a lamp of love inside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heart of every man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2765</TotalTime>
  <Words>40</Words>
  <Application>Microsoft Office PowerPoint</Application>
  <PresentationFormat>On-screen Show (4:3)</PresentationFormat>
  <Paragraphs>12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Peace to the ocean</vt:lpstr>
      <vt:lpstr>Peace to the ocean Peace to the sky Peace to the earth Her mountains high</vt:lpstr>
      <vt:lpstr>Peace to the clouds Peace to the stars Peace to all people wherever they are. </vt:lpstr>
      <vt:lpstr>Let’s make a world of love Kindness will be everywhere</vt:lpstr>
      <vt:lpstr>Healing the wounds hatred created  Show the world that we care</vt:lpstr>
      <vt:lpstr>Different faces and names  Inside we’re all the same</vt:lpstr>
      <vt:lpstr>Wisdom reveals Love is what heals taking our sorrow and pain. </vt:lpstr>
      <vt:lpstr>Let us all join hands Every country and land  Light a lamp of love inside  the heart of every man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2025-07-14T11:10:45Z</dcterms:modified>
</cp:coreProperties>
</file>