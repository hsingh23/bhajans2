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B9A0C-A677-45C4-AA12-CAE9CE801627}" type="datetimeFigureOut">
              <a:rPr lang="en-US" smtClean="0"/>
              <a:t>26-Jul-2025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771EF-1532-4AFB-AD9D-C29763E30C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bhajan</a:t>
            </a:r>
            <a:r>
              <a:rPr lang="en-US" smtClean="0"/>
              <a:t> ends here.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771EF-1532-4AFB-AD9D-C29763E30CB1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54AD1-9728-4F46-8EFD-9C95F56559B6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CE527-E32B-43FC-BD12-E5AB95D696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nīradavarṇṇande nīla-tirumēni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nīradavarṇṇande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nīla-tirumēni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ālambahīnarkk-orēkāśrayam</a:t>
            </a:r>
            <a:endParaRPr lang="en-US" sz="6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Your radiant form, the colour of blue clouds, is the sole refuge of the helpless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arkkande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kiraṇattāl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nīhāram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ennapōl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nīkkiḍum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pāpatte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ninaccīḍukil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Like dewdrops vanishing in the morning sun, my sins dissolve in the thought of you.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nirākāra-sākāram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ōmkāravum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sāyujyam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ēkunna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sākṣi-caitanyavum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You are the formless one, and yet the one who assumes form. You are the sacred syllable Om, the witness consciousness who grants liberation.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satya-svarūpamē saccidānandamē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sāmōdam aṅgē stuticciḍām ñān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harē… kṛṣṇa…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You are the absolute truth, existence, consciousness, and bliss. I will sing your hymns with joy overflowing from my heart. O Krishna…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vēda-vēdāntādi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tatva-jñānaṅgaḷāl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ētum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tiriyumō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nin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mahima</a:t>
            </a:r>
            <a:endParaRPr lang="en-US" sz="6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Krishna! Who can truly fathom your glory through the study of the Vedas and Vedanta?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padatāril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aṇayunna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300" dirty="0" smtClean="0">
                <a:solidFill>
                  <a:srgbClr val="FFFFFF"/>
                </a:solidFill>
                <a:latin typeface="Calibri"/>
              </a:rPr>
            </a:b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nirmala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bhaktanmār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300" dirty="0" smtClean="0">
                <a:solidFill>
                  <a:srgbClr val="FFFFFF"/>
                </a:solidFill>
                <a:latin typeface="Calibri"/>
              </a:rPr>
            </a:b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ārādhyar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ākunna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dhanyātmākkaḷ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300" dirty="0" smtClean="0">
                <a:solidFill>
                  <a:srgbClr val="FFFFFF"/>
                </a:solidFill>
                <a:latin typeface="Calibri"/>
              </a:rPr>
            </a:b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5300" dirty="0" err="1" smtClean="0">
                <a:solidFill>
                  <a:srgbClr val="FFFFFF"/>
                </a:solidFill>
                <a:latin typeface="Calibri"/>
              </a:rPr>
              <a:t>kṛṣṇa</a:t>
            </a:r>
            <a:r>
              <a:rPr lang="en-US" sz="53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53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Yet those pure-hearted devotees who have surrendered at your lotus feet become great souls, revered and worshipped by all. O Krishna!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mādhavā… madhusūdanā…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gītānāyakā… jagadīśvarā…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Madhava, slayer of the demon Madhu, the Lord who sang the Gita, the ruler of this universe!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176</Words>
  <Application>Microsoft Office PowerPoint</Application>
  <PresentationFormat>On-screen Show (4:3)</PresentationFormat>
  <Paragraphs>19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nīradavarṇṇande nīla-tirumēni</vt:lpstr>
      <vt:lpstr>nīradavarṇṇande  nīla-tirumēni ālambahīnarkk-orēkāśrayam</vt:lpstr>
      <vt:lpstr>arkkande kiraṇattāl  nīhāram ennapōl  nīkkiḍum pāpatte ninaccīḍukil</vt:lpstr>
      <vt:lpstr>nirākāra-sākāram ōmkāravum sāyujyam ēkunna  sākṣi-caitanyavum</vt:lpstr>
      <vt:lpstr>satya-svarūpamē saccidānandamē sāmōdam aṅgē stuticciḍām ñān harē… kṛṣṇa…</vt:lpstr>
      <vt:lpstr>vēda-vēdāntādi  tatva-jñānaṅgaḷāl ētum tiriyumō nin mahima</vt:lpstr>
      <vt:lpstr>padatāril aṇayunna  nirmala bhaktanmār  ārādhyar ākunna dhanyātmākkaḷ harē… kṛṣṇa…</vt:lpstr>
      <vt:lpstr>hē mādhavā… madhusūdanā… gītānāyakā… jagadīśvarā…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nīradavarṇṇande nīla-tirumēni</dc:title>
  <dc:creator>Amrita</dc:creator>
  <cp:lastModifiedBy>AMMA</cp:lastModifiedBy>
  <cp:revision>3</cp:revision>
  <dcterms:created xsi:type="dcterms:W3CDTF">2025-07-25T12:19:31Z</dcterms:created>
  <dcterms:modified xsi:type="dcterms:W3CDTF">2025-07-26T15:07:59Z</dcterms:modified>
</cp:coreProperties>
</file>