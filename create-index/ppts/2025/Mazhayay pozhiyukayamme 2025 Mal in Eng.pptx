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298" r:id="rId3"/>
    <p:sldId id="293" r:id="rId4"/>
    <p:sldId id="295" r:id="rId5"/>
    <p:sldId id="294" r:id="rId6"/>
    <p:sldId id="296" r:id="rId7"/>
    <p:sldId id="292" r:id="rId8"/>
    <p:sldId id="29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51" d="100"/>
          <a:sy n="51" d="100"/>
        </p:scale>
        <p:origin x="-90" y="-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mazhayāy</a:t>
            </a:r>
            <a:r>
              <a:rPr lang="en-US" sz="6600" dirty="0" smtClean="0"/>
              <a:t> </a:t>
            </a:r>
            <a:r>
              <a:rPr lang="en-US" sz="8000" dirty="0" err="1" smtClean="0"/>
              <a:t>pozhiyuk-ammē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mazhayāy</a:t>
            </a:r>
            <a:r>
              <a:rPr lang="en-US" sz="5400" dirty="0" smtClean="0"/>
              <a:t> </a:t>
            </a:r>
            <a:r>
              <a:rPr lang="en-US" sz="5400" dirty="0" err="1" smtClean="0"/>
              <a:t>pozhiyuk-ammē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mukilāy</a:t>
            </a:r>
            <a:r>
              <a:rPr lang="en-US" sz="5400" dirty="0" smtClean="0"/>
              <a:t> </a:t>
            </a:r>
            <a:r>
              <a:rPr lang="en-US" sz="5400" dirty="0" err="1" smtClean="0"/>
              <a:t>vann-aṇayū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malarāy</a:t>
            </a:r>
            <a:r>
              <a:rPr lang="en-US" sz="5400" dirty="0" smtClean="0"/>
              <a:t> </a:t>
            </a:r>
            <a:r>
              <a:rPr lang="en-US" sz="5400" dirty="0" err="1" smtClean="0"/>
              <a:t>madhu</a:t>
            </a:r>
            <a:r>
              <a:rPr lang="en-US" sz="5400" dirty="0" smtClean="0"/>
              <a:t> </a:t>
            </a:r>
            <a:r>
              <a:rPr lang="en-US" sz="5400" dirty="0" err="1" smtClean="0"/>
              <a:t>pakarū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kāṫṫāy</a:t>
            </a:r>
            <a:r>
              <a:rPr lang="en-US" sz="5400" dirty="0" smtClean="0"/>
              <a:t> </a:t>
            </a:r>
            <a:r>
              <a:rPr lang="en-US" sz="5400" dirty="0" err="1" smtClean="0"/>
              <a:t>kuḷir</a:t>
            </a:r>
            <a:r>
              <a:rPr lang="en-US" sz="5400" dirty="0" smtClean="0"/>
              <a:t> </a:t>
            </a:r>
            <a:r>
              <a:rPr lang="en-US" sz="5400" dirty="0" err="1" smtClean="0"/>
              <a:t>pakarū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Mother! Descend as the rain, come as the cloud, bloom as a flower and offer your nectar. Come as the cool, gentle breeze.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puzhayāy</a:t>
            </a:r>
            <a:r>
              <a:rPr lang="en-US" sz="6600" dirty="0" smtClean="0"/>
              <a:t> </a:t>
            </a:r>
            <a:r>
              <a:rPr lang="en-US" sz="6600" dirty="0" err="1" smtClean="0"/>
              <a:t>nadiyāy</a:t>
            </a:r>
            <a:r>
              <a:rPr lang="en-US" sz="6600" dirty="0" smtClean="0"/>
              <a:t> </a:t>
            </a:r>
            <a:r>
              <a:rPr lang="en-US" sz="6600" dirty="0" err="1" smtClean="0"/>
              <a:t>ozhukuk-ammē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taruvāy</a:t>
            </a:r>
            <a:r>
              <a:rPr lang="en-US" sz="6600" dirty="0" smtClean="0"/>
              <a:t> </a:t>
            </a:r>
            <a:r>
              <a:rPr lang="en-US" sz="6600" dirty="0" err="1" smtClean="0"/>
              <a:t>taṇal</a:t>
            </a:r>
            <a:r>
              <a:rPr lang="en-US" sz="6600" dirty="0" smtClean="0"/>
              <a:t> </a:t>
            </a:r>
            <a:r>
              <a:rPr lang="en-US" sz="6600" dirty="0" err="1" smtClean="0"/>
              <a:t>ēkiḍū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Flow as a river—vast and mighty. Stand as a tree, offering the shade of your grace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latayāy</a:t>
            </a:r>
            <a:r>
              <a:rPr lang="en-US" sz="7200" dirty="0" smtClean="0"/>
              <a:t> </a:t>
            </a:r>
            <a:r>
              <a:rPr lang="en-US" sz="7200" dirty="0" err="1" smtClean="0"/>
              <a:t>paḍaruka</a:t>
            </a:r>
            <a:r>
              <a:rPr lang="en-US" sz="7200" dirty="0" smtClean="0"/>
              <a:t> </a:t>
            </a:r>
            <a:r>
              <a:rPr lang="en-US" sz="7200" dirty="0" err="1" smtClean="0"/>
              <a:t>nī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aṙivāy</a:t>
            </a:r>
            <a:r>
              <a:rPr lang="en-US" sz="7200" dirty="0" smtClean="0"/>
              <a:t> </a:t>
            </a:r>
            <a:r>
              <a:rPr lang="en-US" sz="7200" dirty="0" err="1" smtClean="0"/>
              <a:t>niṙav-ēkū</a:t>
            </a:r>
            <a:r>
              <a:rPr lang="en-US" sz="7200" dirty="0" smtClean="0"/>
              <a:t> </a:t>
            </a:r>
            <a:r>
              <a:rPr lang="en-US" sz="7200" dirty="0" err="1" smtClean="0"/>
              <a:t>nī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Grow </a:t>
            </a:r>
            <a:r>
              <a:rPr lang="en-US" sz="6600" dirty="0" smtClean="0">
                <a:solidFill>
                  <a:srgbClr val="FFFF00"/>
                </a:solidFill>
              </a:rPr>
              <a:t>as a tender creeper, and fill our hearts with true knowledge.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manatāril</a:t>
            </a:r>
            <a:r>
              <a:rPr lang="en-US" sz="6600" dirty="0" smtClean="0"/>
              <a:t> </a:t>
            </a:r>
            <a:r>
              <a:rPr lang="en-US" sz="6600" dirty="0" err="1" smtClean="0"/>
              <a:t>madhu-mozhi</a:t>
            </a:r>
            <a:r>
              <a:rPr lang="en-US" sz="6600" dirty="0" smtClean="0"/>
              <a:t> </a:t>
            </a:r>
            <a:r>
              <a:rPr lang="en-US" sz="6600" dirty="0" err="1" smtClean="0"/>
              <a:t>tūvuk-ammē</a:t>
            </a:r>
            <a:r>
              <a:rPr lang="en-US" sz="6600" dirty="0" smtClean="0"/>
              <a:t> - </a:t>
            </a:r>
            <a:r>
              <a:rPr lang="en-US" sz="6600" dirty="0" err="1" smtClean="0"/>
              <a:t>māya</a:t>
            </a:r>
            <a:r>
              <a:rPr lang="en-US" sz="6600" dirty="0" smtClean="0"/>
              <a:t> </a:t>
            </a:r>
            <a:r>
              <a:rPr lang="en-US" sz="6600" dirty="0" smtClean="0"/>
              <a:t>tan </a:t>
            </a:r>
            <a:r>
              <a:rPr lang="en-US" sz="6600" dirty="0" err="1" smtClean="0"/>
              <a:t>maṙa</a:t>
            </a:r>
            <a:r>
              <a:rPr lang="en-US" sz="6600" dirty="0" smtClean="0"/>
              <a:t> </a:t>
            </a:r>
            <a:r>
              <a:rPr lang="en-US" sz="6600" dirty="0" err="1" smtClean="0"/>
              <a:t>nīkki</a:t>
            </a:r>
            <a:r>
              <a:rPr lang="en-US" sz="6600" dirty="0" smtClean="0"/>
              <a:t> </a:t>
            </a:r>
            <a:r>
              <a:rPr lang="en-US" sz="6600" dirty="0" err="1" smtClean="0"/>
              <a:t>teḷiyuk-ammē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Rain down the nectar of compassion upon my heart; lift the veil of illusion and reveal your radiant form.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kāvya-kāḷindiyāy</a:t>
            </a:r>
            <a:r>
              <a:rPr lang="en-US" sz="6600" dirty="0" smtClean="0"/>
              <a:t> </a:t>
            </a:r>
            <a:r>
              <a:rPr lang="en-US" sz="6600" dirty="0" err="1" smtClean="0"/>
              <a:t>ozhukuk-ammē</a:t>
            </a:r>
            <a:r>
              <a:rPr lang="en-US" sz="6600" dirty="0" smtClean="0"/>
              <a:t>  - </a:t>
            </a:r>
            <a:r>
              <a:rPr lang="en-US" sz="6600" dirty="0" err="1" smtClean="0"/>
              <a:t>nādāmṛta-dhāra</a:t>
            </a:r>
            <a:r>
              <a:rPr lang="en-US" sz="6600" dirty="0" smtClean="0"/>
              <a:t> </a:t>
            </a:r>
            <a:r>
              <a:rPr lang="en-US" sz="6600" dirty="0" err="1" smtClean="0"/>
              <a:t>coriyuk-ammē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Flow </a:t>
            </a:r>
            <a:r>
              <a:rPr lang="en-US" sz="5400" dirty="0" smtClean="0">
                <a:solidFill>
                  <a:srgbClr val="FFFF00"/>
                </a:solidFill>
              </a:rPr>
              <a:t>as </a:t>
            </a:r>
            <a:r>
              <a:rPr lang="en-US" sz="5400" dirty="0" err="1" smtClean="0">
                <a:solidFill>
                  <a:srgbClr val="FFFF00"/>
                </a:solidFill>
              </a:rPr>
              <a:t>Kalindi</a:t>
            </a:r>
            <a:r>
              <a:rPr lang="en-US" sz="5400" dirty="0" smtClean="0">
                <a:solidFill>
                  <a:srgbClr val="FFFF00"/>
                </a:solidFill>
              </a:rPr>
              <a:t>, the river of sacred poetry, and shower me with the ambrosial music of your soul.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śāntiyil</a:t>
            </a:r>
            <a:r>
              <a:rPr lang="en-US" sz="6600" dirty="0" smtClean="0"/>
              <a:t> </a:t>
            </a:r>
            <a:r>
              <a:rPr lang="en-US" sz="6600" dirty="0" err="1" smtClean="0"/>
              <a:t>nistula-śānti</a:t>
            </a:r>
            <a:r>
              <a:rPr lang="en-US" sz="6600" dirty="0" smtClean="0"/>
              <a:t> </a:t>
            </a:r>
            <a:r>
              <a:rPr lang="en-US" sz="6600" dirty="0" err="1" smtClean="0"/>
              <a:t>ēku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tatvattil</a:t>
            </a:r>
            <a:r>
              <a:rPr lang="en-US" sz="6600" dirty="0" smtClean="0"/>
              <a:t> </a:t>
            </a:r>
            <a:r>
              <a:rPr lang="en-US" sz="6600" dirty="0" err="1" smtClean="0"/>
              <a:t>ātma-tatvam</a:t>
            </a:r>
            <a:r>
              <a:rPr lang="en-US" sz="6600" dirty="0" smtClean="0"/>
              <a:t> </a:t>
            </a:r>
            <a:r>
              <a:rPr lang="en-US" sz="6600" dirty="0" err="1" smtClean="0"/>
              <a:t>pakarū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Grant me peace—unsurpassed and eternal. Bless me with the knowledge of the Self.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ammayāy</a:t>
            </a:r>
            <a:r>
              <a:rPr lang="en-US" sz="7200" dirty="0" smtClean="0"/>
              <a:t> </a:t>
            </a:r>
            <a:r>
              <a:rPr lang="en-US" sz="7200" dirty="0" err="1" smtClean="0"/>
              <a:t>uṇma</a:t>
            </a:r>
            <a:r>
              <a:rPr lang="en-US" sz="7200" dirty="0" smtClean="0"/>
              <a:t> </a:t>
            </a:r>
            <a:r>
              <a:rPr lang="en-US" sz="7200" dirty="0" err="1" smtClean="0"/>
              <a:t>ēkū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prabhayāy</a:t>
            </a:r>
            <a:r>
              <a:rPr lang="en-US" sz="7200" dirty="0" smtClean="0"/>
              <a:t> </a:t>
            </a:r>
            <a:r>
              <a:rPr lang="en-US" sz="7200" dirty="0" err="1" smtClean="0"/>
              <a:t>prabha</a:t>
            </a:r>
            <a:r>
              <a:rPr lang="en-US" sz="7200" dirty="0" smtClean="0"/>
              <a:t> </a:t>
            </a:r>
            <a:r>
              <a:rPr lang="en-US" sz="7200" dirty="0" err="1" smtClean="0"/>
              <a:t>tūkiḍū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Come</a:t>
            </a:r>
            <a:r>
              <a:rPr lang="en-US" sz="5400" dirty="0" smtClean="0">
                <a:solidFill>
                  <a:srgbClr val="FFFF00"/>
                </a:solidFill>
              </a:rPr>
              <a:t>, O Mother, as truth incarnate; come as light, and illumine the depths of my being.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178</Words>
  <Application>Microsoft Office PowerPoint</Application>
  <PresentationFormat>On-screen Show (4:3)</PresentationFormat>
  <Paragraphs>25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mazhayāy pozhiyuk-ammē</vt:lpstr>
      <vt:lpstr>mazhayāy pozhiyuk-ammē mukilāy vann-aṇayū malarāy madhu pakarū kāṫṫāy kuḷir pakarū</vt:lpstr>
      <vt:lpstr>puzhayāy nadiyāy ozhukuk-ammē taruvāy taṇal ēkiḍū</vt:lpstr>
      <vt:lpstr>latayāy paḍaruka nī aṙivāy niṙav-ēkū nī</vt:lpstr>
      <vt:lpstr>manatāril madhu-mozhi tūvuk-ammē - māya tan maṙa nīkki teḷiyuk-ammē</vt:lpstr>
      <vt:lpstr>kāvya-kāḷindiyāy ozhukuk-ammē  - nādāmṛta-dhāra coriyuk-ammē</vt:lpstr>
      <vt:lpstr>śāntiyil nistula-śānti ēku tatvattil ātma-tatvam pakarū</vt:lpstr>
      <vt:lpstr>ammayāy uṇma ēkū prabhayāy prabha tūkiḍū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2025-05-26T09:28:51Z</dcterms:modified>
</cp:coreProperties>
</file>