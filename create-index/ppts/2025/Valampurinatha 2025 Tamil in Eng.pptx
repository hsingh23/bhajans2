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02" y="-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191AA-968B-468C-B7F7-305039DAD868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A50AF-5C95-4F8B-85AA-AE9B647CD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191AA-968B-468C-B7F7-305039DAD868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A50AF-5C95-4F8B-85AA-AE9B647CD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191AA-968B-468C-B7F7-305039DAD868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A50AF-5C95-4F8B-85AA-AE9B647CD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191AA-968B-468C-B7F7-305039DAD868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A50AF-5C95-4F8B-85AA-AE9B647CD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191AA-968B-468C-B7F7-305039DAD868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A50AF-5C95-4F8B-85AA-AE9B647CD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191AA-968B-468C-B7F7-305039DAD868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A50AF-5C95-4F8B-85AA-AE9B647CD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191AA-968B-468C-B7F7-305039DAD868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A50AF-5C95-4F8B-85AA-AE9B647CD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191AA-968B-468C-B7F7-305039DAD868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A50AF-5C95-4F8B-85AA-AE9B647CD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191AA-968B-468C-B7F7-305039DAD868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A50AF-5C95-4F8B-85AA-AE9B647CD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191AA-968B-468C-B7F7-305039DAD868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A50AF-5C95-4F8B-85AA-AE9B647CD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191AA-968B-468C-B7F7-305039DAD868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A50AF-5C95-4F8B-85AA-AE9B647CD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191AA-968B-468C-B7F7-305039DAD868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A50AF-5C95-4F8B-85AA-AE9B647CDBE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valampurināthā unnai valamvantu vaṇaṅkukirōm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valampurināthā unnai valamvantu vaṇaṅkukirōm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vaḷampeṙa vēṇḍumē uyirinam yāvaiyum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O Lord Ganapati, we come around you in circumambulation and bow at your feet. May all living beings prosper and flourish!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uṇmaiyē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pēsum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nal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uḷḷamum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vēṇḍum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-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aṙavazhi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vāzhum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nal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aṙivatu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vēṇḍum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May we have pure hearts that speak only the truth! May we gain noble wisdom that walks the path of goodness!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vēṙuvēṙena vāzhum manitaril pirivinai akanḍriḍavē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vaiyam yāvumōr kuḍumbam ākavē anpinil iṇaintiḍavē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000" smtClean="0">
                <a:solidFill>
                  <a:srgbClr val="FFFF00"/>
                </a:solidFill>
                <a:latin typeface="Calibri"/>
              </a:rPr>
              <a:t>O elephant-faced Lord Ganapati, graciously bestow your blessings so that the divisions among people living in separation may be removed; so that the whole world may become one family, united in love;</a:t>
            </a:r>
            <a:endParaRPr lang="en-US" sz="4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pazhaiyana kazhintiḍavē putuyukam piṙantiḍavē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karimuka kaḍavuḷ gaṇapati nāthā kanintaruḷ purivāyē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O elephant-faced Lord Ganapati, graciously bestow your blessings, so that the old and outdated may be cast away, and a new age be born.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800" smtClean="0">
                <a:solidFill>
                  <a:srgbClr val="FFFFFF"/>
                </a:solidFill>
                <a:latin typeface="Calibri"/>
              </a:rPr>
              <a:t>piṙarin kuṙaikaḷai kaṇḍu nakaittiḍum izhiguṇam akanḍriḍavē</a:t>
            </a:r>
            <a:br>
              <a:rPr lang="en-US" sz="4800" smtClean="0">
                <a:solidFill>
                  <a:srgbClr val="FFFFFF"/>
                </a:solidFill>
                <a:latin typeface="Calibri"/>
              </a:rPr>
            </a:br>
            <a:r>
              <a:rPr lang="en-US" sz="4800" smtClean="0">
                <a:solidFill>
                  <a:srgbClr val="FFFFFF"/>
                </a:solidFill>
                <a:latin typeface="Calibri"/>
              </a:rPr>
              <a:t>tanatu kuṙaikaḷai eṇṇi sirittiḍum aruṅguṇam vaḷarntiḍavē</a:t>
            </a:r>
            <a:endParaRPr lang="en-US" sz="4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3700" smtClean="0">
                <a:solidFill>
                  <a:srgbClr val="FFFF00"/>
                </a:solidFill>
                <a:latin typeface="Calibri"/>
              </a:rPr>
              <a:t>O elephant-faced Lord Ganapati, graciously bestow your blessings so that the tendency to laugh at the faults of others may be removed; so that the rare virtue of reflecting on one’s own faults and laughing at them may grow within us;</a:t>
            </a:r>
            <a:endParaRPr lang="en-US" sz="3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tavaṙukaḷ tiruntiḍavē taḍaikaḷum nīṅkiḍavē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karimukakkaḍavuḷ gaṇapati-nāthā kanintaruḷ purivāyē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O elephant-faced Lord Ganapati, graciously bestow your blessings, so that our mistakes may be corrected and all obstacles removed.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arputa karppaka kaḷirē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vittakā virai kazhal śaraṇē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wondrous wish-fulfilling tree, O wise One, at your lotus feet I take refuge.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i-FI" sz="6600" smtClean="0">
                <a:solidFill>
                  <a:srgbClr val="FFFFFF"/>
                </a:solidFill>
                <a:latin typeface="Calibri"/>
              </a:rPr>
              <a:t>iruvinai illā tattuva nilaiyai</a:t>
            </a:r>
            <a:br>
              <a:rPr lang="fi-FI" sz="6600" smtClean="0">
                <a:solidFill>
                  <a:srgbClr val="FFFFFF"/>
                </a:solidFill>
                <a:latin typeface="Calibri"/>
              </a:rPr>
            </a:br>
            <a:r>
              <a:rPr lang="fi-FI" sz="6600" smtClean="0">
                <a:solidFill>
                  <a:srgbClr val="FFFFFF"/>
                </a:solidFill>
                <a:latin typeface="Calibri"/>
              </a:rPr>
              <a:t>tantaruḷ gaṇapatiyē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Ganapati, graciously grant me the state of truth that is beyond the dualities of pain and pleasure.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260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valampurināthā unnai valamvantu vaṇaṅkukirōm</vt:lpstr>
      <vt:lpstr>valampurināthā unnai valamvantu vaṇaṅkukirōm vaḷampeṙa vēṇḍumē uyirinam yāvaiyum</vt:lpstr>
      <vt:lpstr>uṇmaiyē pēsum nal uḷḷamum vēṇḍum - aṙavazhi vāzhum nal aṙivatu vēṇḍum</vt:lpstr>
      <vt:lpstr>vēṙuvēṙena vāzhum manitaril pirivinai akanḍriḍavē vaiyam yāvumōr kuḍumbam ākavē anpinil iṇaintiḍavē</vt:lpstr>
      <vt:lpstr>pazhaiyana kazhintiḍavē putuyukam piṙantiḍavē karimuka kaḍavuḷ gaṇapati nāthā kanintaruḷ purivāyē</vt:lpstr>
      <vt:lpstr>piṙarin kuṙaikaḷai kaṇḍu nakaittiḍum izhiguṇam akanḍriḍavē tanatu kuṙaikaḷai eṇṇi sirittiḍum aruṅguṇam vaḷarntiḍavē</vt:lpstr>
      <vt:lpstr>tavaṙukaḷ tiruntiḍavē taḍaikaḷum nīṅkiḍavē karimukakkaḍavuḷ gaṇapati-nāthā kanintaruḷ purivāyē</vt:lpstr>
      <vt:lpstr>arputa karppaka kaḷirē vittakā virai kazhal śaraṇē</vt:lpstr>
      <vt:lpstr>iruvinai illā tattuva nilaiyai tantaruḷ gaṇapatiyē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valampurināthā unnai valamvantu vaṇaṅkukirōm</dc:title>
  <dc:creator>Amrita</dc:creator>
  <cp:lastModifiedBy>Amrita</cp:lastModifiedBy>
  <cp:revision>1</cp:revision>
  <dcterms:created xsi:type="dcterms:W3CDTF">2025-06-13T14:54:42Z</dcterms:created>
  <dcterms:modified xsi:type="dcterms:W3CDTF">2025-06-13T14:58:12Z</dcterms:modified>
</cp:coreProperties>
</file>