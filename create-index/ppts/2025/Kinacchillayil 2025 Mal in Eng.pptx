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74040B-54FC-4CB0-9458-E0A35C196267}" type="datetimeFigureOut">
              <a:rPr lang="en-US" smtClean="0"/>
              <a:t>4-Sep-2025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BB8E29-B440-406A-B609-6F2B6ED3014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amma</a:t>
            </a:r>
            <a:r>
              <a:rPr lang="en-US" dirty="0" smtClean="0"/>
              <a:t> didn’t sing it last time , 4</a:t>
            </a:r>
            <a:r>
              <a:rPr lang="en-US" baseline="30000" dirty="0" smtClean="0"/>
              <a:t>th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sept</a:t>
            </a:r>
            <a:r>
              <a:rPr lang="en-US" baseline="0" dirty="0" smtClean="0"/>
              <a:t>. </a:t>
            </a:r>
            <a:r>
              <a:rPr lang="en-US" baseline="0" smtClean="0"/>
              <a:t>2025.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BB8E29-B440-406A-B609-6F2B6ED3014A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18DB-AD3A-442A-B8D8-704D2BAC60FB}" type="datetimeFigureOut">
              <a:rPr lang="en-US" smtClean="0"/>
              <a:pPr/>
              <a:t>4-Sep-2025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1A7CF-DA99-47A2-B2AB-AD04A8F55A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18DB-AD3A-442A-B8D8-704D2BAC60FB}" type="datetimeFigureOut">
              <a:rPr lang="en-US" smtClean="0"/>
              <a:pPr/>
              <a:t>4-Sep-2025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1A7CF-DA99-47A2-B2AB-AD04A8F55A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18DB-AD3A-442A-B8D8-704D2BAC60FB}" type="datetimeFigureOut">
              <a:rPr lang="en-US" smtClean="0"/>
              <a:pPr/>
              <a:t>4-Sep-2025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1A7CF-DA99-47A2-B2AB-AD04A8F55A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18DB-AD3A-442A-B8D8-704D2BAC60FB}" type="datetimeFigureOut">
              <a:rPr lang="en-US" smtClean="0"/>
              <a:pPr/>
              <a:t>4-Sep-2025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1A7CF-DA99-47A2-B2AB-AD04A8F55A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18DB-AD3A-442A-B8D8-704D2BAC60FB}" type="datetimeFigureOut">
              <a:rPr lang="en-US" smtClean="0"/>
              <a:pPr/>
              <a:t>4-Sep-2025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1A7CF-DA99-47A2-B2AB-AD04A8F55A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18DB-AD3A-442A-B8D8-704D2BAC60FB}" type="datetimeFigureOut">
              <a:rPr lang="en-US" smtClean="0"/>
              <a:pPr/>
              <a:t>4-Sep-2025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1A7CF-DA99-47A2-B2AB-AD04A8F55A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18DB-AD3A-442A-B8D8-704D2BAC60FB}" type="datetimeFigureOut">
              <a:rPr lang="en-US" smtClean="0"/>
              <a:pPr/>
              <a:t>4-Sep-2025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1A7CF-DA99-47A2-B2AB-AD04A8F55A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18DB-AD3A-442A-B8D8-704D2BAC60FB}" type="datetimeFigureOut">
              <a:rPr lang="en-US" smtClean="0"/>
              <a:pPr/>
              <a:t>4-Sep-2025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1A7CF-DA99-47A2-B2AB-AD04A8F55A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18DB-AD3A-442A-B8D8-704D2BAC60FB}" type="datetimeFigureOut">
              <a:rPr lang="en-US" smtClean="0"/>
              <a:pPr/>
              <a:t>4-Sep-2025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1A7CF-DA99-47A2-B2AB-AD04A8F55A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18DB-AD3A-442A-B8D8-704D2BAC60FB}" type="datetimeFigureOut">
              <a:rPr lang="en-US" smtClean="0"/>
              <a:pPr/>
              <a:t>4-Sep-2025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1A7CF-DA99-47A2-B2AB-AD04A8F55A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18DB-AD3A-442A-B8D8-704D2BAC60FB}" type="datetimeFigureOut">
              <a:rPr lang="en-US" smtClean="0"/>
              <a:pPr/>
              <a:t>4-Sep-2025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1A7CF-DA99-47A2-B2AB-AD04A8F55A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218DB-AD3A-442A-B8D8-704D2BAC60FB}" type="datetimeFigureOut">
              <a:rPr lang="en-US" smtClean="0"/>
              <a:pPr/>
              <a:t>4-Sep-2025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1A7CF-DA99-47A2-B2AB-AD04A8F55AB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kināccillayil ende kūḍonn-orukki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kināccillayil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ende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kūḍonn-orukki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vazhikkāzhcca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tan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lāsyam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ellām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nukarnnum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was immersed in the dreams of youth—enjoying the sights,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kaḷiccum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madiccum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jīvarāgam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camaccum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patukke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patukke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en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kālam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kazhikke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lost in worldly play, full of pride and arrogance, mistaking it all for life, while time slipped silently away.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kizhakkennum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ettum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sūrya-bimbam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kaṇakke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śaralkkāla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rāvin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pālnilāv-enna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pōle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Like the sun that rises each day in the east, like the silvery moonbeams of an autumn night,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kaḍal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pōlum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tōlkkum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snēha-vāyppinde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āzham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pakarnnēki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annamma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tūmaññu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peytu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with a love deeper than the boundless ocean, Mother entered my life like fresh, dewy snow.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kazhalttāriṇa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cērnnu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prēmam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nukarnnu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maḍittaṭṭil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ēṙi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kuññ-āmōdamōḍe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fell at her feet and drank deeply of her love. Climbing into her lap like a blissful child,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prabhā-pūrṇṇam ākum cidākāśa tīram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kutikkān koticcannu nairmalyam ārnnu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I felt my heart grow pure, longing to leap into the inner sky of radiant consciousness.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madiccetti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sauvarṇa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māyāmarāḷam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maṙannu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ñān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tāy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viral-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tumbonnu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viṭṭu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But golden illusions veiled my eyes once more, and I let go of Mother’s secure fingertip.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kitaccum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tapiccum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muṅgi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āzhnniḍum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nēram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piḍiccen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karam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melle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uyartti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As I swam and sank, weary and lost in the vast ocean of samsara, Mother gently took my hand and lifted me up.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āṇaccamma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en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kātil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melle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mozhiññu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‘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maṙakkallē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mutte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!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ennōmal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allē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She held me close and softly whispered in my ear: “Do not forget, my pearl—you are my darling,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kiḍakkām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ninakkī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maḍittaṭṭil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ennum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kaḍal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tāṇḍuvān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tōṇi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tuzhayām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’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and you may always rest in my lap. Mother shall row the boat that carries you across the ocean of samsara.”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smtClean="0">
                <a:solidFill>
                  <a:srgbClr val="FFFFFF"/>
                </a:solidFill>
                <a:latin typeface="Calibri"/>
              </a:rPr>
              <a:t>…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281</Words>
  <Application>Microsoft Office PowerPoint</Application>
  <PresentationFormat>On-screen Show (4:3)</PresentationFormat>
  <Paragraphs>35</Paragraphs>
  <Slides>16</Slides>
  <Notes>1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kināccillayil ende kūḍonn-orukki</vt:lpstr>
      <vt:lpstr>kināccillayil ende  kūḍonn-orukki vazhikkāzhcca tan lāsyam ellām nukarnnum</vt:lpstr>
      <vt:lpstr>kaḷiccum madiccum  jīvarāgam camaccum patukke patukke en kālam kazhikke</vt:lpstr>
      <vt:lpstr>amma… amma…  amma… amma…</vt:lpstr>
      <vt:lpstr>kizhakkennum ettum  sūrya-bimbam kaṇakke śaralkkāla rāvin pālnilāv-enna pōle</vt:lpstr>
      <vt:lpstr>kaḍal pōlum tōlkkum  snēha-vāyppinde āzham pakarnnēki annamma tūmaññu peytu</vt:lpstr>
      <vt:lpstr>amma… amma…  amma… amma…</vt:lpstr>
      <vt:lpstr>kazhalttāriṇa cērnnu  prēmam nukarnnu maḍittaṭṭil ēṙi  kuññ-āmōdamōḍe</vt:lpstr>
      <vt:lpstr>prabhā-pūrṇṇam ākum cidākāśa tīram kutikkān koticcannu nairmalyam ārnnu</vt:lpstr>
      <vt:lpstr>amma… amma…  amma… amma…</vt:lpstr>
      <vt:lpstr>madiccetti sauvarṇa māyāmarāḷam maṙannu ñān tāy  viral-tumbonnu viṭṭu</vt:lpstr>
      <vt:lpstr>kitaccum tapiccum muṅgi āzhnniḍum nēram piḍiccen karam  amma melle uyartti</vt:lpstr>
      <vt:lpstr>amma… amma…  amma… amma…</vt:lpstr>
      <vt:lpstr>āṇaccamma en kātil  melle mozhiññu ‘maṙakkallē mutte!  nī ennōmal allē</vt:lpstr>
      <vt:lpstr>kiḍakkām ninakkī  maḍittaṭṭil ennum kaḍal tāṇḍuvān  tōṇi amma tuzhayām’</vt:lpstr>
      <vt:lpstr>amma… amma…  amma… amma…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kināccillayil ende kūḍonn-orukki</dc:title>
  <dc:creator>Amrita</dc:creator>
  <cp:lastModifiedBy>AMMA</cp:lastModifiedBy>
  <cp:revision>4</cp:revision>
  <dcterms:created xsi:type="dcterms:W3CDTF">2025-07-25T12:48:26Z</dcterms:created>
  <dcterms:modified xsi:type="dcterms:W3CDTF">2025-09-04T14:19:22Z</dcterms:modified>
</cp:coreProperties>
</file>