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86" r:id="rId2"/>
    <p:sldId id="292" r:id="rId3"/>
    <p:sldId id="287" r:id="rId4"/>
    <p:sldId id="288" r:id="rId5"/>
    <p:sldId id="289" r:id="rId6"/>
    <p:sldId id="290" r:id="rId7"/>
    <p:sldId id="291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7" autoAdjust="0"/>
    <p:restoredTop sz="86441" autoAdjust="0"/>
  </p:normalViewPr>
  <p:slideViewPr>
    <p:cSldViewPr>
      <p:cViewPr varScale="1">
        <p:scale>
          <a:sx n="99" d="100"/>
          <a:sy n="99" d="100"/>
        </p:scale>
        <p:origin x="-197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62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1776F-C5E4-4D79-8409-3173ED07A66F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84ED3-0A26-466E-9119-AEC6D927E7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kaise</a:t>
            </a:r>
            <a:r>
              <a:rPr lang="en-US" sz="6600" dirty="0" smtClean="0"/>
              <a:t> </a:t>
            </a:r>
            <a:r>
              <a:rPr lang="en-US" sz="6600" dirty="0" err="1" smtClean="0"/>
              <a:t>dharuṅ</a:t>
            </a:r>
            <a:r>
              <a:rPr lang="en-US" sz="6600" dirty="0" smtClean="0"/>
              <a:t> </a:t>
            </a:r>
            <a:r>
              <a:rPr lang="en-US" sz="6600" dirty="0" err="1" smtClean="0"/>
              <a:t>maiṅ</a:t>
            </a:r>
            <a:r>
              <a:rPr lang="en-US" sz="6600" dirty="0" smtClean="0"/>
              <a:t> </a:t>
            </a:r>
            <a:r>
              <a:rPr lang="en-US" sz="6600" dirty="0" err="1" smtClean="0"/>
              <a:t>dhīr</a:t>
            </a:r>
            <a:r>
              <a:rPr lang="en-US" sz="6600" dirty="0" smtClean="0"/>
              <a:t/>
            </a:r>
            <a:br>
              <a:rPr lang="en-US" sz="6600" dirty="0" smtClean="0"/>
            </a:br>
            <a:r>
              <a:rPr lang="en-US" sz="6600" dirty="0" err="1" smtClean="0"/>
              <a:t>prabhujī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7200" dirty="0" smtClean="0">
                <a:solidFill>
                  <a:srgbClr val="FFFF00"/>
                </a:solidFill>
              </a:rPr>
              <a:t>2025</a:t>
            </a:r>
          </a:p>
          <a:p>
            <a:pPr algn="ctr"/>
            <a:r>
              <a:rPr lang="en-IN" sz="7200" dirty="0" smtClean="0">
                <a:solidFill>
                  <a:srgbClr val="FFFF00"/>
                </a:solidFill>
              </a:rPr>
              <a:t>(Hindi)</a:t>
            </a:r>
            <a:endParaRPr lang="en-US" sz="72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5400" dirty="0" err="1" smtClean="0"/>
              <a:t>kaise</a:t>
            </a:r>
            <a:r>
              <a:rPr lang="en-US" sz="5400" dirty="0" smtClean="0"/>
              <a:t> </a:t>
            </a:r>
            <a:r>
              <a:rPr lang="en-US" sz="5400" dirty="0" err="1" smtClean="0"/>
              <a:t>dharuṅ</a:t>
            </a:r>
            <a:r>
              <a:rPr lang="en-US" sz="5400" dirty="0" smtClean="0"/>
              <a:t> </a:t>
            </a:r>
            <a:r>
              <a:rPr lang="en-US" sz="5400" dirty="0" err="1" smtClean="0"/>
              <a:t>maiṅ</a:t>
            </a:r>
            <a:r>
              <a:rPr lang="en-US" sz="5400" dirty="0" smtClean="0"/>
              <a:t> </a:t>
            </a:r>
            <a:r>
              <a:rPr lang="en-US" sz="5400" dirty="0" err="1" smtClean="0"/>
              <a:t>dhīr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prabhujī</a:t>
            </a:r>
            <a:r>
              <a:rPr lang="en-US" sz="5400" dirty="0" smtClean="0"/>
              <a:t> </a:t>
            </a:r>
            <a:r>
              <a:rPr lang="en-US" sz="5400" dirty="0" err="1" smtClean="0"/>
              <a:t>kaise</a:t>
            </a:r>
            <a:r>
              <a:rPr lang="en-US" sz="5400" dirty="0" smtClean="0"/>
              <a:t> </a:t>
            </a:r>
            <a:r>
              <a:rPr lang="en-US" sz="5400" dirty="0" err="1" smtClean="0"/>
              <a:t>dharuṅ</a:t>
            </a:r>
            <a:r>
              <a:rPr lang="en-US" sz="5400" dirty="0" smtClean="0"/>
              <a:t> </a:t>
            </a:r>
            <a:r>
              <a:rPr lang="en-US" sz="5400" dirty="0" err="1" smtClean="0"/>
              <a:t>maiṅ</a:t>
            </a:r>
            <a:r>
              <a:rPr lang="en-US" sz="5400" dirty="0" smtClean="0"/>
              <a:t> </a:t>
            </a:r>
            <a:r>
              <a:rPr lang="en-US" sz="5400" dirty="0" err="1" smtClean="0"/>
              <a:t>dhīr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prabhujī</a:t>
            </a:r>
            <a:r>
              <a:rPr lang="en-US" sz="5400" dirty="0" smtClean="0"/>
              <a:t> </a:t>
            </a:r>
            <a:r>
              <a:rPr lang="en-US" sz="5400" dirty="0" err="1" smtClean="0"/>
              <a:t>prabhujī</a:t>
            </a:r>
            <a:r>
              <a:rPr lang="en-US" sz="5400" dirty="0" smtClean="0"/>
              <a:t> </a:t>
            </a:r>
            <a:r>
              <a:rPr lang="en-US" sz="5400" dirty="0" err="1" smtClean="0"/>
              <a:t>prabhujī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kaise</a:t>
            </a:r>
            <a:r>
              <a:rPr lang="en-US" sz="5400" dirty="0" smtClean="0"/>
              <a:t> </a:t>
            </a:r>
            <a:r>
              <a:rPr lang="en-US" sz="5400" dirty="0" err="1" smtClean="0"/>
              <a:t>dharuṅ</a:t>
            </a:r>
            <a:r>
              <a:rPr lang="en-US" sz="5400" dirty="0" smtClean="0"/>
              <a:t> </a:t>
            </a:r>
            <a:r>
              <a:rPr lang="en-US" sz="5400" dirty="0" err="1" smtClean="0"/>
              <a:t>maiṅ</a:t>
            </a:r>
            <a:r>
              <a:rPr lang="en-US" sz="5400" dirty="0" smtClean="0"/>
              <a:t> </a:t>
            </a:r>
            <a:r>
              <a:rPr lang="en-US" sz="5400" dirty="0" err="1" smtClean="0"/>
              <a:t>dhīr</a:t>
            </a:r>
            <a:endParaRPr lang="en-US" sz="54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How can I remain courageous, O Lord, how can I remain courageous?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5400" dirty="0" err="1" smtClean="0"/>
              <a:t>bīt</a:t>
            </a:r>
            <a:r>
              <a:rPr lang="en-US" sz="5400" dirty="0" smtClean="0"/>
              <a:t> </a:t>
            </a:r>
            <a:r>
              <a:rPr lang="en-US" sz="5400" dirty="0" err="1" smtClean="0"/>
              <a:t>rahī</a:t>
            </a:r>
            <a:r>
              <a:rPr lang="en-US" sz="5400" dirty="0" smtClean="0"/>
              <a:t> </a:t>
            </a:r>
            <a:r>
              <a:rPr lang="en-US" sz="5400" dirty="0" err="1" smtClean="0"/>
              <a:t>hai</a:t>
            </a:r>
            <a:r>
              <a:rPr lang="en-US" sz="5400" dirty="0" smtClean="0"/>
              <a:t> </a:t>
            </a:r>
            <a:r>
              <a:rPr lang="en-US" sz="5400" dirty="0" err="1" smtClean="0"/>
              <a:t>yū</a:t>
            </a:r>
            <a:r>
              <a:rPr lang="en-US" sz="5400" dirty="0" smtClean="0"/>
              <a:t> </a:t>
            </a:r>
            <a:r>
              <a:rPr lang="en-US" sz="5400" dirty="0" err="1" smtClean="0"/>
              <a:t>hī</a:t>
            </a:r>
            <a:r>
              <a:rPr lang="en-US" sz="5400" dirty="0" smtClean="0"/>
              <a:t> </a:t>
            </a:r>
            <a:r>
              <a:rPr lang="en-US" sz="5400" dirty="0" err="1" smtClean="0"/>
              <a:t>umariyā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jyū</a:t>
            </a:r>
            <a:r>
              <a:rPr lang="en-US" sz="5400" dirty="0" smtClean="0"/>
              <a:t> </a:t>
            </a:r>
            <a:r>
              <a:rPr lang="en-US" sz="5400" dirty="0" err="1" smtClean="0"/>
              <a:t>añjali</a:t>
            </a:r>
            <a:r>
              <a:rPr lang="en-US" sz="5400" dirty="0" smtClean="0"/>
              <a:t>-gat </a:t>
            </a:r>
            <a:r>
              <a:rPr lang="en-US" sz="5400" dirty="0" err="1" smtClean="0"/>
              <a:t>nīr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kaise</a:t>
            </a:r>
            <a:r>
              <a:rPr lang="en-US" sz="5400" dirty="0" smtClean="0"/>
              <a:t> </a:t>
            </a:r>
            <a:r>
              <a:rPr lang="en-US" sz="5400" dirty="0" err="1" smtClean="0"/>
              <a:t>dharuṅ</a:t>
            </a:r>
            <a:r>
              <a:rPr lang="en-US" sz="5400" dirty="0" smtClean="0"/>
              <a:t> </a:t>
            </a:r>
            <a:r>
              <a:rPr lang="en-US" sz="5400" dirty="0" err="1" smtClean="0"/>
              <a:t>maiṅ</a:t>
            </a:r>
            <a:r>
              <a:rPr lang="en-US" sz="5400" dirty="0" smtClean="0"/>
              <a:t> </a:t>
            </a:r>
            <a:r>
              <a:rPr lang="en-US" sz="5400" dirty="0" err="1" smtClean="0"/>
              <a:t>dhīr</a:t>
            </a:r>
            <a:r>
              <a:rPr lang="en-US" sz="5400" dirty="0" smtClean="0"/>
              <a:t> </a:t>
            </a:r>
            <a:r>
              <a:rPr lang="en-US" sz="5400" dirty="0" err="1" smtClean="0"/>
              <a:t>prabhujī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kaise</a:t>
            </a:r>
            <a:r>
              <a:rPr lang="en-US" sz="5400" dirty="0" smtClean="0"/>
              <a:t> </a:t>
            </a:r>
            <a:r>
              <a:rPr lang="en-US" sz="5400" dirty="0" err="1" smtClean="0"/>
              <a:t>dharuṅ</a:t>
            </a:r>
            <a:r>
              <a:rPr lang="en-US" sz="5400" dirty="0" smtClean="0"/>
              <a:t> </a:t>
            </a:r>
            <a:r>
              <a:rPr lang="en-US" sz="5400" dirty="0" err="1" smtClean="0"/>
              <a:t>maiṅ</a:t>
            </a:r>
            <a:r>
              <a:rPr lang="en-US" sz="5400" dirty="0" smtClean="0"/>
              <a:t> </a:t>
            </a:r>
            <a:r>
              <a:rPr lang="en-US" sz="5400" dirty="0" err="1" smtClean="0"/>
              <a:t>dhīr</a:t>
            </a:r>
            <a:endParaRPr lang="en-US" sz="54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800" dirty="0" smtClean="0">
                <a:solidFill>
                  <a:srgbClr val="FFFF00"/>
                </a:solidFill>
              </a:rPr>
              <a:t>Life is slipping away just like that, like water through cupped hands. How can I remain courageous, O Lord, how can I remain courageous?</a:t>
            </a:r>
            <a:endParaRPr lang="en-US" sz="48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5400" dirty="0" err="1" smtClean="0"/>
              <a:t>jap</a:t>
            </a:r>
            <a:r>
              <a:rPr lang="en-US" sz="5400" dirty="0" smtClean="0"/>
              <a:t> tap </a:t>
            </a:r>
            <a:r>
              <a:rPr lang="en-US" sz="5400" dirty="0" err="1" smtClean="0"/>
              <a:t>dhyān</a:t>
            </a:r>
            <a:r>
              <a:rPr lang="en-US" sz="5400" dirty="0" smtClean="0"/>
              <a:t> </a:t>
            </a:r>
            <a:r>
              <a:rPr lang="en-US" sz="5400" dirty="0" err="1" smtClean="0"/>
              <a:t>kiyā</a:t>
            </a:r>
            <a:r>
              <a:rPr lang="en-US" sz="5400" dirty="0" smtClean="0"/>
              <a:t> </a:t>
            </a:r>
            <a:r>
              <a:rPr lang="en-US" sz="5400" dirty="0" err="1" smtClean="0"/>
              <a:t>nā</a:t>
            </a:r>
            <a:r>
              <a:rPr lang="en-US" sz="5400" dirty="0" smtClean="0"/>
              <a:t> </a:t>
            </a:r>
            <a:r>
              <a:rPr lang="en-US" sz="5400" dirty="0" err="1" smtClean="0"/>
              <a:t>jāyē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sāth</a:t>
            </a:r>
            <a:r>
              <a:rPr lang="en-US" sz="5400" dirty="0" smtClean="0"/>
              <a:t> </a:t>
            </a:r>
            <a:r>
              <a:rPr lang="en-US" sz="5400" dirty="0" err="1" smtClean="0"/>
              <a:t>nā</a:t>
            </a:r>
            <a:r>
              <a:rPr lang="en-US" sz="5400" dirty="0" smtClean="0"/>
              <a:t> </a:t>
            </a:r>
            <a:r>
              <a:rPr lang="en-US" sz="5400" dirty="0" err="1" smtClean="0"/>
              <a:t>dēvē</a:t>
            </a:r>
            <a:r>
              <a:rPr lang="en-US" sz="5400" dirty="0" smtClean="0"/>
              <a:t> </a:t>
            </a:r>
            <a:r>
              <a:rPr lang="en-US" sz="5400" dirty="0" err="1" smtClean="0"/>
              <a:t>śarīr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kaise</a:t>
            </a:r>
            <a:r>
              <a:rPr lang="en-US" sz="5400" dirty="0" smtClean="0"/>
              <a:t> </a:t>
            </a:r>
            <a:r>
              <a:rPr lang="en-US" sz="5400" dirty="0" err="1" smtClean="0"/>
              <a:t>dharuṅ</a:t>
            </a:r>
            <a:r>
              <a:rPr lang="en-US" sz="5400" dirty="0" smtClean="0"/>
              <a:t> </a:t>
            </a:r>
            <a:r>
              <a:rPr lang="en-US" sz="5400" dirty="0" err="1" smtClean="0"/>
              <a:t>maiṅ</a:t>
            </a:r>
            <a:r>
              <a:rPr lang="en-US" sz="5400" dirty="0" smtClean="0"/>
              <a:t> </a:t>
            </a:r>
            <a:r>
              <a:rPr lang="en-US" sz="5400" dirty="0" err="1" smtClean="0"/>
              <a:t>dhīr</a:t>
            </a:r>
            <a:r>
              <a:rPr lang="en-US" sz="5400" dirty="0" smtClean="0"/>
              <a:t> </a:t>
            </a:r>
            <a:r>
              <a:rPr lang="en-US" sz="5400" dirty="0" err="1" smtClean="0"/>
              <a:t>prabhujī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kaise</a:t>
            </a:r>
            <a:r>
              <a:rPr lang="en-US" sz="5400" dirty="0" smtClean="0"/>
              <a:t> </a:t>
            </a:r>
            <a:r>
              <a:rPr lang="en-US" sz="5400" dirty="0" err="1" smtClean="0"/>
              <a:t>dharuṅ</a:t>
            </a:r>
            <a:r>
              <a:rPr lang="en-US" sz="5400" dirty="0" smtClean="0"/>
              <a:t> </a:t>
            </a:r>
            <a:r>
              <a:rPr lang="en-US" sz="5400" dirty="0" err="1" smtClean="0"/>
              <a:t>maiṅ</a:t>
            </a:r>
            <a:r>
              <a:rPr lang="en-US" sz="5400" dirty="0" smtClean="0"/>
              <a:t> </a:t>
            </a:r>
            <a:r>
              <a:rPr lang="en-US" sz="5400" dirty="0" err="1" smtClean="0"/>
              <a:t>dhīr</a:t>
            </a:r>
            <a:endParaRPr lang="en-US" sz="54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800" dirty="0" smtClean="0">
                <a:solidFill>
                  <a:srgbClr val="FFFF00"/>
                </a:solidFill>
              </a:rPr>
              <a:t>I can’t manage chants, penance, or meditation, even the body does not support me. How can I remain courageous, O Lord, how can I remain courageous?</a:t>
            </a:r>
            <a:endParaRPr lang="en-US" sz="48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5400" dirty="0" smtClean="0"/>
              <a:t>man </a:t>
            </a:r>
            <a:r>
              <a:rPr lang="en-US" sz="5400" dirty="0" err="1" smtClean="0"/>
              <a:t>na</a:t>
            </a:r>
            <a:r>
              <a:rPr lang="en-US" sz="5400" dirty="0" smtClean="0"/>
              <a:t> </a:t>
            </a:r>
            <a:r>
              <a:rPr lang="en-US" sz="5400" dirty="0" err="1" smtClean="0"/>
              <a:t>māne</a:t>
            </a:r>
            <a:r>
              <a:rPr lang="en-US" sz="5400" dirty="0" smtClean="0"/>
              <a:t> </a:t>
            </a:r>
            <a:r>
              <a:rPr lang="en-US" sz="5400" dirty="0" err="1" smtClean="0"/>
              <a:t>bāt</a:t>
            </a:r>
            <a:r>
              <a:rPr lang="en-US" sz="5400" dirty="0" smtClean="0"/>
              <a:t> ye </a:t>
            </a:r>
            <a:r>
              <a:rPr lang="en-US" sz="5400" dirty="0" err="1" smtClean="0"/>
              <a:t>merī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vo</a:t>
            </a:r>
            <a:r>
              <a:rPr lang="en-US" sz="5400" dirty="0" smtClean="0"/>
              <a:t> to </a:t>
            </a:r>
            <a:r>
              <a:rPr lang="en-US" sz="5400" dirty="0" err="1" smtClean="0"/>
              <a:t>hai</a:t>
            </a:r>
            <a:r>
              <a:rPr lang="en-US" sz="5400" dirty="0" smtClean="0"/>
              <a:t> </a:t>
            </a:r>
            <a:r>
              <a:rPr lang="en-US" sz="5400" dirty="0" err="1" smtClean="0"/>
              <a:t>viṣayōṅ</a:t>
            </a:r>
            <a:r>
              <a:rPr lang="en-US" sz="5400" dirty="0" smtClean="0"/>
              <a:t> </a:t>
            </a:r>
            <a:r>
              <a:rPr lang="en-US" sz="5400" dirty="0" err="1" smtClean="0"/>
              <a:t>kā</a:t>
            </a:r>
            <a:r>
              <a:rPr lang="en-US" sz="5400" dirty="0" smtClean="0"/>
              <a:t> </a:t>
            </a:r>
            <a:r>
              <a:rPr lang="en-US" sz="5400" dirty="0" err="1" smtClean="0"/>
              <a:t>mīt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kaise</a:t>
            </a:r>
            <a:r>
              <a:rPr lang="en-US" sz="5400" dirty="0" smtClean="0"/>
              <a:t> </a:t>
            </a:r>
            <a:r>
              <a:rPr lang="en-US" sz="5400" dirty="0" err="1" smtClean="0"/>
              <a:t>dharuṅ</a:t>
            </a:r>
            <a:r>
              <a:rPr lang="en-US" sz="5400" dirty="0" smtClean="0"/>
              <a:t> </a:t>
            </a:r>
            <a:r>
              <a:rPr lang="en-US" sz="5400" dirty="0" err="1" smtClean="0"/>
              <a:t>maiṅ</a:t>
            </a:r>
            <a:r>
              <a:rPr lang="en-US" sz="5400" dirty="0" smtClean="0"/>
              <a:t> </a:t>
            </a:r>
            <a:r>
              <a:rPr lang="en-US" sz="5400" dirty="0" err="1" smtClean="0"/>
              <a:t>dhīr</a:t>
            </a:r>
            <a:r>
              <a:rPr lang="en-US" sz="5400" dirty="0" smtClean="0"/>
              <a:t> </a:t>
            </a:r>
            <a:r>
              <a:rPr lang="en-US" sz="5400" dirty="0" err="1" smtClean="0"/>
              <a:t>prabhuji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kaise</a:t>
            </a:r>
            <a:r>
              <a:rPr lang="en-US" sz="5400" dirty="0" smtClean="0"/>
              <a:t> </a:t>
            </a:r>
            <a:r>
              <a:rPr lang="en-US" sz="5400" dirty="0" err="1" smtClean="0"/>
              <a:t>dharuṅ</a:t>
            </a:r>
            <a:r>
              <a:rPr lang="en-US" sz="5400" dirty="0" smtClean="0"/>
              <a:t> </a:t>
            </a:r>
            <a:r>
              <a:rPr lang="en-US" sz="5400" dirty="0" err="1" smtClean="0"/>
              <a:t>maiṅ</a:t>
            </a:r>
            <a:r>
              <a:rPr lang="en-US" sz="5400" dirty="0" smtClean="0"/>
              <a:t> </a:t>
            </a:r>
            <a:r>
              <a:rPr lang="en-US" sz="5400" dirty="0" err="1" smtClean="0"/>
              <a:t>dhīr</a:t>
            </a:r>
            <a:endParaRPr lang="en-US" sz="54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800" dirty="0" smtClean="0">
                <a:solidFill>
                  <a:srgbClr val="FFFF00"/>
                </a:solidFill>
              </a:rPr>
              <a:t>My mind won’t listen to me, it is a friend of the senses. How can I remain courageous, O Lord, how can I remain courageous?</a:t>
            </a:r>
            <a:endParaRPr lang="en-US" sz="48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5400" dirty="0" err="1" smtClean="0"/>
              <a:t>kaise</a:t>
            </a:r>
            <a:r>
              <a:rPr lang="en-US" sz="5400" dirty="0" smtClean="0"/>
              <a:t> </a:t>
            </a:r>
            <a:r>
              <a:rPr lang="en-US" sz="5400" dirty="0" err="1" smtClean="0"/>
              <a:t>dekhūṅ</a:t>
            </a:r>
            <a:r>
              <a:rPr lang="en-US" sz="5400" dirty="0" smtClean="0"/>
              <a:t> </a:t>
            </a:r>
            <a:r>
              <a:rPr lang="en-US" sz="5400" dirty="0" err="1" smtClean="0"/>
              <a:t>tujh</a:t>
            </a:r>
            <a:r>
              <a:rPr lang="en-US" sz="5400" dirty="0" smtClean="0"/>
              <a:t> </a:t>
            </a:r>
            <a:r>
              <a:rPr lang="en-US" sz="5400" dirty="0" err="1" smtClean="0"/>
              <a:t>kō</a:t>
            </a:r>
            <a:r>
              <a:rPr lang="en-US" sz="5400" dirty="0" smtClean="0"/>
              <a:t> </a:t>
            </a:r>
            <a:r>
              <a:rPr lang="en-US" sz="5400" dirty="0" err="1" smtClean="0"/>
              <a:t>bhītar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parde</a:t>
            </a:r>
            <a:r>
              <a:rPr lang="en-US" sz="5400" dirty="0" smtClean="0"/>
              <a:t> </a:t>
            </a:r>
            <a:r>
              <a:rPr lang="en-US" sz="5400" dirty="0" err="1" smtClean="0"/>
              <a:t>na</a:t>
            </a:r>
            <a:r>
              <a:rPr lang="en-US" sz="5400" dirty="0" smtClean="0"/>
              <a:t> </a:t>
            </a:r>
            <a:r>
              <a:rPr lang="en-US" sz="5400" dirty="0" err="1" smtClean="0"/>
              <a:t>pāvūṅ</a:t>
            </a:r>
            <a:r>
              <a:rPr lang="en-US" sz="5400" dirty="0" smtClean="0"/>
              <a:t> </a:t>
            </a:r>
            <a:r>
              <a:rPr lang="en-US" sz="5400" dirty="0" err="1" smtClean="0"/>
              <a:t>cīr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kaise</a:t>
            </a:r>
            <a:r>
              <a:rPr lang="en-US" sz="5400" dirty="0" smtClean="0"/>
              <a:t> </a:t>
            </a:r>
            <a:r>
              <a:rPr lang="en-US" sz="5400" dirty="0" err="1" smtClean="0"/>
              <a:t>dharuṅ</a:t>
            </a:r>
            <a:r>
              <a:rPr lang="en-US" sz="5400" dirty="0" smtClean="0"/>
              <a:t> </a:t>
            </a:r>
            <a:r>
              <a:rPr lang="en-US" sz="5400" dirty="0" err="1" smtClean="0"/>
              <a:t>maiṅ</a:t>
            </a:r>
            <a:r>
              <a:rPr lang="en-US" sz="5400" dirty="0" smtClean="0"/>
              <a:t> </a:t>
            </a:r>
            <a:r>
              <a:rPr lang="en-US" sz="5400" dirty="0" err="1" smtClean="0"/>
              <a:t>dhīr</a:t>
            </a:r>
            <a:r>
              <a:rPr lang="en-US" sz="5400" dirty="0" smtClean="0"/>
              <a:t> </a:t>
            </a:r>
            <a:r>
              <a:rPr lang="en-US" sz="5400" dirty="0" err="1" smtClean="0"/>
              <a:t>prabhujī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kaise</a:t>
            </a:r>
            <a:r>
              <a:rPr lang="en-US" sz="5400" dirty="0" smtClean="0"/>
              <a:t> </a:t>
            </a:r>
            <a:r>
              <a:rPr lang="en-US" sz="5400" dirty="0" err="1" smtClean="0"/>
              <a:t>dharuṅ</a:t>
            </a:r>
            <a:r>
              <a:rPr lang="en-US" sz="5400" dirty="0" smtClean="0"/>
              <a:t> </a:t>
            </a:r>
            <a:r>
              <a:rPr lang="en-US" sz="5400" dirty="0" err="1" smtClean="0"/>
              <a:t>maiṅ</a:t>
            </a:r>
            <a:r>
              <a:rPr lang="en-US" sz="5400" dirty="0" smtClean="0"/>
              <a:t> </a:t>
            </a:r>
            <a:r>
              <a:rPr lang="en-US" sz="5400" dirty="0" err="1" smtClean="0"/>
              <a:t>dhīr</a:t>
            </a:r>
            <a:endParaRPr lang="en-US" sz="54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800" dirty="0" smtClean="0">
                <a:solidFill>
                  <a:srgbClr val="FFFF00"/>
                </a:solidFill>
              </a:rPr>
              <a:t>How can I see You within, when I cannot tear through the veils? How can I remain courageous, O Lord, how can I remain courageous?</a:t>
            </a:r>
            <a:endParaRPr lang="en-US" sz="48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5400" dirty="0" err="1" smtClean="0"/>
              <a:t>maiṅ</a:t>
            </a:r>
            <a:r>
              <a:rPr lang="en-US" sz="5400" dirty="0" smtClean="0"/>
              <a:t> </a:t>
            </a:r>
            <a:r>
              <a:rPr lang="en-US" sz="5400" dirty="0" err="1" smtClean="0"/>
              <a:t>terī</a:t>
            </a:r>
            <a:r>
              <a:rPr lang="en-US" sz="5400" dirty="0" smtClean="0"/>
              <a:t> </a:t>
            </a:r>
            <a:r>
              <a:rPr lang="en-US" sz="5400" dirty="0" err="1" smtClean="0"/>
              <a:t>apnī</a:t>
            </a:r>
            <a:r>
              <a:rPr lang="en-US" sz="5400" dirty="0" smtClean="0"/>
              <a:t> </a:t>
            </a:r>
            <a:r>
              <a:rPr lang="en-US" sz="5400" dirty="0" err="1" smtClean="0"/>
              <a:t>hūṅ</a:t>
            </a:r>
            <a:r>
              <a:rPr lang="en-US" sz="5400" dirty="0" smtClean="0"/>
              <a:t> </a:t>
            </a:r>
            <a:r>
              <a:rPr lang="en-US" sz="5400" dirty="0" err="1" smtClean="0"/>
              <a:t>tō</a:t>
            </a:r>
            <a:r>
              <a:rPr lang="en-US" sz="5400" dirty="0" smtClean="0"/>
              <a:t> </a:t>
            </a:r>
            <a:r>
              <a:rPr lang="en-US" sz="5400" dirty="0" err="1" smtClean="0"/>
              <a:t>phir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kyōṅ</a:t>
            </a:r>
            <a:r>
              <a:rPr lang="en-US" sz="5400" dirty="0" smtClean="0"/>
              <a:t> </a:t>
            </a:r>
            <a:r>
              <a:rPr lang="en-US" sz="5400" dirty="0" err="1" smtClean="0"/>
              <a:t>dētē</a:t>
            </a:r>
            <a:r>
              <a:rPr lang="en-US" sz="5400" dirty="0" smtClean="0"/>
              <a:t> </a:t>
            </a:r>
            <a:r>
              <a:rPr lang="en-US" sz="5400" dirty="0" err="1" smtClean="0"/>
              <a:t>virahā-pīr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kaise</a:t>
            </a:r>
            <a:r>
              <a:rPr lang="en-US" sz="5400" dirty="0" smtClean="0"/>
              <a:t> </a:t>
            </a:r>
            <a:r>
              <a:rPr lang="en-US" sz="5400" dirty="0" err="1" smtClean="0"/>
              <a:t>dharuṅ</a:t>
            </a:r>
            <a:r>
              <a:rPr lang="en-US" sz="5400" dirty="0" smtClean="0"/>
              <a:t> </a:t>
            </a:r>
            <a:r>
              <a:rPr lang="en-US" sz="5400" dirty="0" err="1" smtClean="0"/>
              <a:t>maiṅ</a:t>
            </a:r>
            <a:r>
              <a:rPr lang="en-US" sz="5400" dirty="0" smtClean="0"/>
              <a:t> </a:t>
            </a:r>
            <a:r>
              <a:rPr lang="en-US" sz="5400" dirty="0" err="1" smtClean="0"/>
              <a:t>dhīr</a:t>
            </a:r>
            <a:r>
              <a:rPr lang="en-US" sz="5400" dirty="0" smtClean="0"/>
              <a:t> </a:t>
            </a:r>
            <a:r>
              <a:rPr lang="en-US" sz="5400" dirty="0" err="1" smtClean="0"/>
              <a:t>prabhujī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kaise</a:t>
            </a:r>
            <a:r>
              <a:rPr lang="en-US" sz="5400" dirty="0" smtClean="0"/>
              <a:t> </a:t>
            </a:r>
            <a:r>
              <a:rPr lang="en-US" sz="5400" dirty="0" err="1" smtClean="0"/>
              <a:t>dharuṅ</a:t>
            </a:r>
            <a:r>
              <a:rPr lang="en-US" sz="5400" dirty="0" smtClean="0"/>
              <a:t> </a:t>
            </a:r>
            <a:r>
              <a:rPr lang="en-US" sz="5400" dirty="0" err="1" smtClean="0"/>
              <a:t>maiṅ</a:t>
            </a:r>
            <a:r>
              <a:rPr lang="en-US" sz="5400" dirty="0" smtClean="0"/>
              <a:t> </a:t>
            </a:r>
            <a:r>
              <a:rPr lang="en-US" sz="5400" dirty="0" err="1" smtClean="0"/>
              <a:t>dhīr</a:t>
            </a:r>
            <a:endParaRPr lang="en-US" sz="54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800" dirty="0" smtClean="0">
                <a:solidFill>
                  <a:srgbClr val="FFFF00"/>
                </a:solidFill>
              </a:rPr>
              <a:t>If I truly belong to You, why then do You give me the pain of separation? How can I remain courageous, O Lord, how can I remain courageous?</a:t>
            </a:r>
            <a:endParaRPr lang="en-US" sz="48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2850</TotalTime>
  <Words>216</Words>
  <Application>Microsoft Office PowerPoint</Application>
  <PresentationFormat>On-screen Show (4:3)</PresentationFormat>
  <Paragraphs>22</Paragraphs>
  <Slides>7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kaise dharuṅ maiṅ dhīr prabhujī</vt:lpstr>
      <vt:lpstr>kaise dharuṅ maiṅ dhīr prabhujī kaise dharuṅ maiṅ dhīr prabhujī prabhujī prabhujī kaise dharuṅ maiṅ dhīr</vt:lpstr>
      <vt:lpstr>bīt rahī hai yū hī umariyā jyū añjali-gat nīr kaise dharuṅ maiṅ dhīr prabhujī kaise dharuṅ maiṅ dhīr</vt:lpstr>
      <vt:lpstr>jap tap dhyān kiyā nā jāyē sāth nā dēvē śarīr kaise dharuṅ maiṅ dhīr prabhujī kaise dharuṅ maiṅ dhīr</vt:lpstr>
      <vt:lpstr>man na māne bāt ye merī vo to hai viṣayōṅ kā mīt kaise dharuṅ maiṅ dhīr prabhuji kaise dharuṅ maiṅ dhīr</vt:lpstr>
      <vt:lpstr>kaise dekhūṅ tujh kō bhītar parde na pāvūṅ cīr kaise dharuṅ maiṅ dhīr prabhujī kaise dharuṅ maiṅ dhīr</vt:lpstr>
      <vt:lpstr>maiṅ terī apnī hūṅ tō phir kyōṅ dētē virahā-pīr kaise dharuṅ maiṅ dhīr prabhujī kaise dharuṅ maiṅ dhīr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 Blocking the way</dc:title>
  <dc:creator>amritam</dc:creator>
  <cp:lastModifiedBy>Amrita</cp:lastModifiedBy>
  <cp:revision>318</cp:revision>
  <dcterms:created xsi:type="dcterms:W3CDTF">2006-08-16T00:00:00Z</dcterms:created>
  <dcterms:modified xsi:type="dcterms:W3CDTF">2025-05-05T14:14:20Z</dcterms:modified>
</cp:coreProperties>
</file>