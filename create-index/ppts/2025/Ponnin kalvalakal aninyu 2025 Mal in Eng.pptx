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92" r:id="rId2"/>
    <p:sldId id="293" r:id="rId3"/>
    <p:sldId id="294" r:id="rId4"/>
    <p:sldId id="295" r:id="rId5"/>
    <p:sldId id="296" r:id="rId6"/>
    <p:sldId id="297" r:id="rId7"/>
    <p:sldId id="298" r:id="rId8"/>
    <p:sldId id="299" r:id="rId9"/>
    <p:sldId id="300" r:id="rId10"/>
    <p:sldId id="301"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34589" autoAdjust="0"/>
    <p:restoredTop sz="86441" autoAdjust="0"/>
  </p:normalViewPr>
  <p:slideViewPr>
    <p:cSldViewPr>
      <p:cViewPr varScale="1">
        <p:scale>
          <a:sx n="53" d="100"/>
          <a:sy n="53" d="100"/>
        </p:scale>
        <p:origin x="-72" y="-2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41776F-C5E4-4D79-8409-3173ED07A66F}" type="datetimeFigureOut">
              <a:rPr lang="en-US" smtClean="0"/>
              <a:pPr/>
              <a:t>12/24/2025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984ED3-0A26-466E-9119-AEC6D927E7C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lstStyle>
            <a:lvl1pPr>
              <a:lnSpc>
                <a:spcPct val="100000"/>
              </a:lnSpc>
              <a:defRPr/>
            </a:lvl1pPr>
          </a:lstStyle>
          <a:p>
            <a:r>
              <a:rPr lang="en-US" dirty="0"/>
              <a:t>Click to edit Master title style</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6858000"/>
          </a:xfrm>
          <a:prstGeom prst="rect">
            <a:avLst/>
          </a:prstGeom>
        </p:spPr>
        <p:txBody>
          <a:bodyPr vert="horz" lIns="91440" tIns="45720" rIns="91440" bIns="45720" rtlCol="0" anchor="ctr">
            <a:normAutofit/>
          </a:bodyPr>
          <a:lstStyle/>
          <a:p>
            <a:r>
              <a:rPr lang="en-US" dirty="0"/>
              <a:t>Click to edit Master title style</a:t>
            </a:r>
          </a:p>
        </p:txBody>
      </p:sp>
    </p:spTree>
  </p:cSld>
  <p:clrMap bg1="dk1" tx1="lt1" bg2="dk2" tx2="lt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sz="5400" dirty="0" err="1" smtClean="0"/>
              <a:t>ponniṉ</a:t>
            </a:r>
            <a:r>
              <a:rPr lang="en-US" sz="5400" dirty="0" smtClean="0"/>
              <a:t> </a:t>
            </a:r>
            <a:r>
              <a:rPr lang="en-US" sz="5400" dirty="0" err="1" smtClean="0"/>
              <a:t>kālvaḷakaḷaṇiññu</a:t>
            </a:r>
            <a:endParaRPr lang="en-US" sz="5400"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2025</a:t>
            </a:r>
          </a:p>
          <a:p>
            <a:pPr algn="ctr"/>
            <a:r>
              <a:rPr lang="en-US" sz="4400" dirty="0" smtClean="0">
                <a:solidFill>
                  <a:srgbClr val="FFFF00"/>
                </a:solidFill>
              </a:rPr>
              <a:t>Malayalam</a:t>
            </a:r>
            <a:endParaRPr lang="en-US" sz="4400" dirty="0">
              <a:solidFill>
                <a:srgbClr val="FFFF00"/>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sz="5400" dirty="0" err="1" smtClean="0"/>
              <a:t>ponniṉ</a:t>
            </a:r>
            <a:r>
              <a:rPr lang="en-US" sz="5400" dirty="0" smtClean="0"/>
              <a:t> </a:t>
            </a:r>
            <a:r>
              <a:rPr lang="en-US" sz="5400" dirty="0" err="1" smtClean="0"/>
              <a:t>kālvaḷakaḷaṇiññu</a:t>
            </a:r>
            <a:r>
              <a:rPr lang="en-US" sz="5400" dirty="0" smtClean="0"/>
              <a:t/>
            </a:r>
            <a:br>
              <a:rPr lang="en-US" sz="5400" dirty="0" smtClean="0"/>
            </a:br>
            <a:r>
              <a:rPr lang="en-US" sz="5400" dirty="0" err="1" smtClean="0"/>
              <a:t>ampāṭi</a:t>
            </a:r>
            <a:r>
              <a:rPr lang="en-US" sz="5400" dirty="0" smtClean="0"/>
              <a:t> </a:t>
            </a:r>
            <a:r>
              <a:rPr lang="en-US" sz="5400" dirty="0" err="1" smtClean="0"/>
              <a:t>taṉ</a:t>
            </a:r>
            <a:r>
              <a:rPr lang="en-US" sz="5400" dirty="0" smtClean="0"/>
              <a:t> </a:t>
            </a:r>
            <a:r>
              <a:rPr lang="en-US" sz="5400" dirty="0" err="1" smtClean="0"/>
              <a:t>kaṇmaṇi</a:t>
            </a:r>
            <a:r>
              <a:rPr lang="en-US" sz="5400" dirty="0" smtClean="0"/>
              <a:t> </a:t>
            </a:r>
            <a:r>
              <a:rPr lang="en-US" sz="5400" dirty="0" err="1" smtClean="0"/>
              <a:t>ōṭi</a:t>
            </a:r>
            <a:r>
              <a:rPr lang="en-US" sz="5400" dirty="0" smtClean="0"/>
              <a:t/>
            </a:r>
            <a:br>
              <a:rPr lang="en-US" sz="5400" dirty="0" smtClean="0"/>
            </a:br>
            <a:r>
              <a:rPr lang="en-US" sz="5400" dirty="0" err="1" smtClean="0"/>
              <a:t>puṟake</a:t>
            </a:r>
            <a:r>
              <a:rPr lang="en-US" sz="5400" dirty="0" smtClean="0"/>
              <a:t> </a:t>
            </a:r>
            <a:r>
              <a:rPr lang="en-US" sz="5400" dirty="0" err="1" smtClean="0"/>
              <a:t>ōṭi</a:t>
            </a:r>
            <a:r>
              <a:rPr lang="en-US" sz="5400" dirty="0" smtClean="0"/>
              <a:t> </a:t>
            </a:r>
            <a:r>
              <a:rPr lang="en-US" sz="5400" dirty="0" err="1" smtClean="0"/>
              <a:t>ōṭi</a:t>
            </a:r>
            <a:r>
              <a:rPr lang="en-US" sz="5400" dirty="0" smtClean="0"/>
              <a:t> </a:t>
            </a:r>
            <a:r>
              <a:rPr lang="en-US" sz="5400" dirty="0" err="1" smtClean="0"/>
              <a:t>taḷarnnu</a:t>
            </a:r>
            <a:r>
              <a:rPr lang="en-US" sz="5400" dirty="0" smtClean="0"/>
              <a:t/>
            </a:r>
            <a:br>
              <a:rPr lang="en-US" sz="5400" dirty="0" smtClean="0"/>
            </a:br>
            <a:r>
              <a:rPr lang="en-US" sz="5400" dirty="0" err="1" smtClean="0"/>
              <a:t>amma</a:t>
            </a:r>
            <a:r>
              <a:rPr lang="en-US" sz="5400" dirty="0" smtClean="0"/>
              <a:t> </a:t>
            </a:r>
            <a:r>
              <a:rPr lang="en-US" sz="5400" dirty="0" err="1" smtClean="0"/>
              <a:t>yaśōdayumappōḷ</a:t>
            </a:r>
            <a:endParaRPr lang="en-US" sz="5400"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Wearing golden anklets, the darling of </a:t>
            </a:r>
            <a:r>
              <a:rPr lang="en-US" sz="4400" dirty="0" err="1" smtClean="0">
                <a:solidFill>
                  <a:srgbClr val="FFFF00"/>
                </a:solidFill>
              </a:rPr>
              <a:t>Ambadi</a:t>
            </a:r>
            <a:r>
              <a:rPr lang="en-US" sz="4400" dirty="0" smtClean="0">
                <a:solidFill>
                  <a:srgbClr val="FFFF00"/>
                </a:solidFill>
              </a:rPr>
              <a:t> (Krishna) ran. Mother </a:t>
            </a:r>
            <a:r>
              <a:rPr lang="en-US" sz="4400" dirty="0" err="1" smtClean="0">
                <a:solidFill>
                  <a:srgbClr val="FFFF00"/>
                </a:solidFill>
              </a:rPr>
              <a:t>Yashoda</a:t>
            </a:r>
            <a:r>
              <a:rPr lang="en-US" sz="4400" dirty="0" smtClean="0">
                <a:solidFill>
                  <a:srgbClr val="FFFF00"/>
                </a:solidFill>
              </a:rPr>
              <a:t> then became exhausted from running and running after him</a:t>
            </a:r>
            <a:r>
              <a:rPr lang="en-US" sz="4400" dirty="0" smtClean="0">
                <a:solidFill>
                  <a:srgbClr val="FFFF00"/>
                </a:solidFill>
              </a:rPr>
              <a:t>.</a:t>
            </a:r>
            <a:endParaRPr lang="en-US" sz="4400" dirty="0">
              <a:solidFill>
                <a:srgbClr val="FFFF00"/>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sz="5400" dirty="0" err="1" smtClean="0"/>
              <a:t>tannārō</a:t>
            </a:r>
            <a:r>
              <a:rPr lang="en-US" sz="5400" dirty="0" smtClean="0"/>
              <a:t> </a:t>
            </a:r>
            <a:r>
              <a:rPr lang="en-US" sz="5400" dirty="0" err="1" smtClean="0"/>
              <a:t>tannārō</a:t>
            </a:r>
            <a:r>
              <a:rPr lang="en-US" sz="5400" dirty="0" smtClean="0"/>
              <a:t> taka</a:t>
            </a:r>
            <a:br>
              <a:rPr lang="en-US" sz="5400" dirty="0" smtClean="0"/>
            </a:br>
            <a:r>
              <a:rPr lang="en-US" sz="5400" dirty="0" err="1" smtClean="0"/>
              <a:t>tannārō</a:t>
            </a:r>
            <a:r>
              <a:rPr lang="en-US" sz="5400" dirty="0" smtClean="0"/>
              <a:t> taka </a:t>
            </a:r>
            <a:r>
              <a:rPr lang="en-US" sz="5400" dirty="0" err="1" smtClean="0"/>
              <a:t>tannārō</a:t>
            </a:r>
            <a:r>
              <a:rPr lang="en-US" sz="5400" dirty="0" smtClean="0"/>
              <a:t/>
            </a:r>
            <a:br>
              <a:rPr lang="en-US" sz="5400" dirty="0" smtClean="0"/>
            </a:br>
            <a:r>
              <a:rPr lang="en-US" sz="5400" dirty="0" err="1" smtClean="0"/>
              <a:t>tannārō</a:t>
            </a:r>
            <a:r>
              <a:rPr lang="en-US" sz="5400" dirty="0" smtClean="0"/>
              <a:t> taka </a:t>
            </a:r>
            <a:r>
              <a:rPr lang="en-US" sz="5400" dirty="0" err="1" smtClean="0"/>
              <a:t>tannārō</a:t>
            </a:r>
            <a:r>
              <a:rPr lang="en-US" sz="5400" dirty="0" smtClean="0"/>
              <a:t> taka</a:t>
            </a:r>
            <a:br>
              <a:rPr lang="en-US" sz="5400" dirty="0" smtClean="0"/>
            </a:br>
            <a:r>
              <a:rPr lang="en-US" sz="5400" dirty="0" err="1" smtClean="0"/>
              <a:t>tannārō</a:t>
            </a:r>
            <a:r>
              <a:rPr lang="en-US" sz="5400" dirty="0" smtClean="0"/>
              <a:t> taka </a:t>
            </a:r>
            <a:r>
              <a:rPr lang="en-US" sz="5400" dirty="0" err="1" smtClean="0"/>
              <a:t>tannārō</a:t>
            </a:r>
            <a:endParaRPr lang="en-US" sz="5400"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 (This is a rhythmic folk refrain/beat without a specific literal meaning, used to maintain the tempo of the song.) </a:t>
            </a:r>
            <a:endParaRPr lang="en-US" sz="4400" dirty="0">
              <a:solidFill>
                <a:srgbClr val="FFFF0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sz="5400" dirty="0" err="1" smtClean="0"/>
              <a:t>uṇṇikkaṇṇā</a:t>
            </a:r>
            <a:r>
              <a:rPr lang="en-US" sz="5400" dirty="0" smtClean="0"/>
              <a:t> </a:t>
            </a:r>
            <a:r>
              <a:rPr lang="en-US" sz="5400" dirty="0" err="1" smtClean="0"/>
              <a:t>nī</a:t>
            </a:r>
            <a:r>
              <a:rPr lang="en-US" sz="5400" dirty="0" smtClean="0"/>
              <a:t> </a:t>
            </a:r>
            <a:r>
              <a:rPr lang="en-US" sz="5400" dirty="0" err="1" smtClean="0"/>
              <a:t>māmuṇṇāte</a:t>
            </a:r>
            <a:r>
              <a:rPr lang="en-US" sz="5400" dirty="0" smtClean="0"/>
              <a:t/>
            </a:r>
            <a:br>
              <a:rPr lang="en-US" sz="5400" dirty="0" smtClean="0"/>
            </a:br>
            <a:r>
              <a:rPr lang="en-US" sz="5400" dirty="0" err="1" smtClean="0"/>
              <a:t>iṅṅane</a:t>
            </a:r>
            <a:r>
              <a:rPr lang="en-US" sz="5400" dirty="0" smtClean="0"/>
              <a:t> </a:t>
            </a:r>
            <a:r>
              <a:rPr lang="en-US" sz="5400" dirty="0" err="1" smtClean="0"/>
              <a:t>ōṭi</a:t>
            </a:r>
            <a:r>
              <a:rPr lang="en-US" sz="5400" dirty="0" smtClean="0"/>
              <a:t> </a:t>
            </a:r>
            <a:r>
              <a:rPr lang="en-US" sz="5400" dirty="0" err="1" smtClean="0"/>
              <a:t>ōṭi</a:t>
            </a:r>
            <a:r>
              <a:rPr lang="en-US" sz="5400" dirty="0" smtClean="0"/>
              <a:t> </a:t>
            </a:r>
            <a:r>
              <a:rPr lang="en-US" sz="5400" dirty="0" err="1" smtClean="0"/>
              <a:t>naṭannāl</a:t>
            </a:r>
            <a:r>
              <a:rPr lang="en-US" sz="5400" dirty="0" smtClean="0"/>
              <a:t/>
            </a:r>
            <a:br>
              <a:rPr lang="en-US" sz="5400" dirty="0" smtClean="0"/>
            </a:br>
            <a:r>
              <a:rPr lang="en-US" sz="5400" dirty="0" err="1" smtClean="0"/>
              <a:t>eṅṅane</a:t>
            </a:r>
            <a:r>
              <a:rPr lang="en-US" sz="5400" dirty="0" smtClean="0"/>
              <a:t> </a:t>
            </a:r>
            <a:r>
              <a:rPr lang="en-US" sz="5400" dirty="0" err="1" smtClean="0"/>
              <a:t>nī</a:t>
            </a:r>
            <a:r>
              <a:rPr lang="en-US" sz="5400" dirty="0" smtClean="0"/>
              <a:t> </a:t>
            </a:r>
            <a:r>
              <a:rPr lang="en-US" sz="5400" dirty="0" err="1" smtClean="0"/>
              <a:t>valutākum</a:t>
            </a:r>
            <a:r>
              <a:rPr lang="en-US" sz="5400" dirty="0" smtClean="0"/>
              <a:t> </a:t>
            </a:r>
            <a:r>
              <a:rPr lang="en-US" sz="5400" dirty="0" err="1" smtClean="0"/>
              <a:t>kaṇṇā</a:t>
            </a:r>
            <a:r>
              <a:rPr lang="en-US" sz="5400" dirty="0" smtClean="0"/>
              <a:t/>
            </a:r>
            <a:br>
              <a:rPr lang="en-US" sz="5400" dirty="0" smtClean="0"/>
            </a:br>
            <a:r>
              <a:rPr lang="en-US" sz="5400" dirty="0" err="1" smtClean="0"/>
              <a:t>kaṇmaṇiyē</a:t>
            </a:r>
            <a:r>
              <a:rPr lang="en-US" sz="5400" dirty="0" smtClean="0"/>
              <a:t> en </a:t>
            </a:r>
            <a:r>
              <a:rPr lang="en-US" sz="5400" dirty="0" err="1" smtClean="0"/>
              <a:t>poṉmaṇiyē</a:t>
            </a:r>
            <a:endParaRPr lang="en-US" sz="5400"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"Little Krishna, if you keep running around like this without eating your food, how will you grow up, my dear? My darling, my golden one!" </a:t>
            </a:r>
            <a:endParaRPr lang="en-US" sz="4400" dirty="0">
              <a:solidFill>
                <a:srgbClr val="FFFF00"/>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sz="5400" dirty="0" err="1" smtClean="0"/>
              <a:t>achante</a:t>
            </a:r>
            <a:r>
              <a:rPr lang="en-US" sz="5400" dirty="0" smtClean="0"/>
              <a:t> </a:t>
            </a:r>
            <a:r>
              <a:rPr lang="en-US" sz="5400" dirty="0" err="1" smtClean="0"/>
              <a:t>kaiyyilirikkumā</a:t>
            </a:r>
            <a:r>
              <a:rPr lang="en-US" sz="5400" dirty="0" smtClean="0"/>
              <a:t> </a:t>
            </a:r>
            <a:r>
              <a:rPr lang="en-US" sz="5400" dirty="0" err="1" smtClean="0"/>
              <a:t>chōṉṉa</a:t>
            </a:r>
            <a:r>
              <a:rPr lang="en-US" sz="5400" dirty="0" smtClean="0"/>
              <a:t/>
            </a:r>
            <a:br>
              <a:rPr lang="en-US" sz="5400" dirty="0" smtClean="0"/>
            </a:br>
            <a:r>
              <a:rPr lang="en-US" sz="5400" dirty="0" err="1" smtClean="0"/>
              <a:t>chōṉṉu</a:t>
            </a:r>
            <a:r>
              <a:rPr lang="en-US" sz="5400" dirty="0" smtClean="0"/>
              <a:t> </a:t>
            </a:r>
            <a:r>
              <a:rPr lang="en-US" sz="5400" dirty="0" err="1" smtClean="0"/>
              <a:t>tuṭutta</a:t>
            </a:r>
            <a:r>
              <a:rPr lang="en-US" sz="5400" dirty="0" smtClean="0"/>
              <a:t> </a:t>
            </a:r>
            <a:r>
              <a:rPr lang="en-US" sz="5400" dirty="0" err="1" smtClean="0"/>
              <a:t>paḻam</a:t>
            </a:r>
            <a:r>
              <a:rPr lang="en-US" sz="5400" dirty="0" smtClean="0"/>
              <a:t> </a:t>
            </a:r>
            <a:r>
              <a:rPr lang="en-US" sz="5400" dirty="0" err="1" smtClean="0"/>
              <a:t>tarāte</a:t>
            </a:r>
            <a:r>
              <a:rPr lang="en-US" sz="5400" dirty="0" smtClean="0"/>
              <a:t/>
            </a:r>
            <a:br>
              <a:rPr lang="en-US" sz="5400" dirty="0" smtClean="0"/>
            </a:br>
            <a:r>
              <a:rPr lang="en-US" sz="5400" dirty="0" err="1" smtClean="0"/>
              <a:t>ammēṭe</a:t>
            </a:r>
            <a:r>
              <a:rPr lang="en-US" sz="5400" dirty="0" smtClean="0"/>
              <a:t> </a:t>
            </a:r>
            <a:r>
              <a:rPr lang="en-US" sz="5400" dirty="0" err="1" smtClean="0"/>
              <a:t>uṇṇi</a:t>
            </a:r>
            <a:r>
              <a:rPr lang="en-US" sz="5400" dirty="0" smtClean="0"/>
              <a:t> </a:t>
            </a:r>
            <a:r>
              <a:rPr lang="en-US" sz="5400" dirty="0" err="1" smtClean="0"/>
              <a:t>māmuṇṇilla</a:t>
            </a:r>
            <a:r>
              <a:rPr lang="en-US" sz="5400" dirty="0" smtClean="0"/>
              <a:t/>
            </a:r>
            <a:br>
              <a:rPr lang="en-US" sz="5400" dirty="0" smtClean="0"/>
            </a:br>
            <a:r>
              <a:rPr lang="en-US" sz="5400" dirty="0" err="1" smtClean="0"/>
              <a:t>uṇṇikkiṉṉiṉi</a:t>
            </a:r>
            <a:r>
              <a:rPr lang="en-US" sz="5400" dirty="0" smtClean="0"/>
              <a:t> </a:t>
            </a:r>
            <a:r>
              <a:rPr lang="en-US" sz="5400" dirty="0" err="1" smtClean="0"/>
              <a:t>onnuṃ</a:t>
            </a:r>
            <a:r>
              <a:rPr lang="en-US" sz="5400" dirty="0" smtClean="0"/>
              <a:t> </a:t>
            </a:r>
            <a:r>
              <a:rPr lang="en-US" sz="5400" dirty="0" err="1" smtClean="0"/>
              <a:t>vēṇṭa</a:t>
            </a:r>
            <a:endParaRPr lang="en-US" sz="5400"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"Unless you give me that red, plump fruit in Father’s hand, Mother’s little boy won't eat. Now, the little boy doesn't want anything else!" </a:t>
            </a:r>
            <a:endParaRPr lang="en-US" sz="4400" dirty="0">
              <a:solidFill>
                <a:srgbClr val="FFFF00"/>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dirty="0" err="1" smtClean="0"/>
              <a:t>paḻamalla</a:t>
            </a:r>
            <a:r>
              <a:rPr lang="en-US" dirty="0" smtClean="0"/>
              <a:t> </a:t>
            </a:r>
            <a:r>
              <a:rPr lang="en-US" dirty="0" err="1" smtClean="0"/>
              <a:t>eṉṟe</a:t>
            </a:r>
            <a:r>
              <a:rPr lang="en-US" dirty="0" smtClean="0"/>
              <a:t> </a:t>
            </a:r>
            <a:r>
              <a:rPr lang="en-US" dirty="0" err="1" smtClean="0"/>
              <a:t>ponnuṇṇī</a:t>
            </a:r>
            <a:r>
              <a:rPr lang="en-US" dirty="0" smtClean="0"/>
              <a:t> </a:t>
            </a:r>
            <a:r>
              <a:rPr lang="en-US" dirty="0" err="1" smtClean="0"/>
              <a:t>atu</a:t>
            </a:r>
            <a:r>
              <a:rPr lang="en-US" dirty="0" smtClean="0"/>
              <a:t/>
            </a:r>
            <a:br>
              <a:rPr lang="en-US" dirty="0" smtClean="0"/>
            </a:br>
            <a:r>
              <a:rPr lang="en-US" dirty="0" err="1" smtClean="0"/>
              <a:t>chōṉṉa</a:t>
            </a:r>
            <a:r>
              <a:rPr lang="en-US" dirty="0" smtClean="0"/>
              <a:t> </a:t>
            </a:r>
            <a:r>
              <a:rPr lang="en-US" dirty="0" err="1" smtClean="0"/>
              <a:t>taram</a:t>
            </a:r>
            <a:r>
              <a:rPr lang="en-US" dirty="0" smtClean="0"/>
              <a:t> </a:t>
            </a:r>
            <a:r>
              <a:rPr lang="en-US" dirty="0" err="1" smtClean="0"/>
              <a:t>muḷakāṇennē</a:t>
            </a:r>
            <a:r>
              <a:rPr lang="en-US" dirty="0" smtClean="0"/>
              <a:t/>
            </a:r>
            <a:br>
              <a:rPr lang="en-US" dirty="0" smtClean="0"/>
            </a:br>
            <a:r>
              <a:rPr lang="en-US" dirty="0" err="1" smtClean="0"/>
              <a:t>kaḻichālō</a:t>
            </a:r>
            <a:r>
              <a:rPr lang="en-US" dirty="0" smtClean="0"/>
              <a:t> </a:t>
            </a:r>
            <a:r>
              <a:rPr lang="en-US" dirty="0" err="1" smtClean="0"/>
              <a:t>uṇṇī</a:t>
            </a:r>
            <a:r>
              <a:rPr lang="en-US" dirty="0" smtClean="0"/>
              <a:t> </a:t>
            </a:r>
            <a:r>
              <a:rPr lang="en-US" dirty="0" err="1" smtClean="0"/>
              <a:t>vāyeriññiṭum</a:t>
            </a:r>
            <a:r>
              <a:rPr lang="en-US" dirty="0" smtClean="0"/>
              <a:t/>
            </a:r>
            <a:br>
              <a:rPr lang="en-US" dirty="0" smtClean="0"/>
            </a:br>
            <a:r>
              <a:rPr lang="en-US" dirty="0" err="1" smtClean="0"/>
              <a:t>ponnuṇṇikkaṇṇante</a:t>
            </a:r>
            <a:r>
              <a:rPr lang="en-US" dirty="0" smtClean="0"/>
              <a:t> </a:t>
            </a:r>
            <a:r>
              <a:rPr lang="en-US" dirty="0" err="1" smtClean="0"/>
              <a:t>vāy</a:t>
            </a:r>
            <a:r>
              <a:rPr lang="en-US" dirty="0" smtClean="0"/>
              <a:t> </a:t>
            </a:r>
            <a:r>
              <a:rPr lang="en-US" dirty="0" err="1" smtClean="0"/>
              <a:t>chuvaṉṉīṭum</a:t>
            </a:r>
            <a:endParaRPr lang="en-US"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"That is not a fruit, my golden child, it is a type of red chili! If you eat it, little one, your mouth will burn; little golden Krishna's mouth will turn bright red." </a:t>
            </a:r>
            <a:endParaRPr lang="en-US" sz="4400" dirty="0">
              <a:solidFill>
                <a:srgbClr val="FFFF00"/>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dirty="0" err="1" smtClean="0"/>
              <a:t>amma</a:t>
            </a:r>
            <a:r>
              <a:rPr lang="en-US" dirty="0" smtClean="0"/>
              <a:t> </a:t>
            </a:r>
            <a:r>
              <a:rPr lang="en-US" dirty="0" err="1" smtClean="0"/>
              <a:t>iṉṉeṉṟe</a:t>
            </a:r>
            <a:r>
              <a:rPr lang="en-US" dirty="0" smtClean="0"/>
              <a:t> </a:t>
            </a:r>
            <a:r>
              <a:rPr lang="en-US" dirty="0" err="1" smtClean="0"/>
              <a:t>ponnuṇṇikkāy</a:t>
            </a:r>
            <a:r>
              <a:rPr lang="en-US" dirty="0" smtClean="0"/>
              <a:t/>
            </a:r>
            <a:br>
              <a:rPr lang="en-US" dirty="0" smtClean="0"/>
            </a:br>
            <a:r>
              <a:rPr lang="en-US" dirty="0" err="1" smtClean="0"/>
              <a:t>pālaṭa</a:t>
            </a:r>
            <a:r>
              <a:rPr lang="en-US" dirty="0" smtClean="0"/>
              <a:t> </a:t>
            </a:r>
            <a:r>
              <a:rPr lang="en-US" dirty="0" err="1" smtClean="0"/>
              <a:t>piḻiñña</a:t>
            </a:r>
            <a:r>
              <a:rPr lang="en-US" dirty="0" smtClean="0"/>
              <a:t> </a:t>
            </a:r>
            <a:r>
              <a:rPr lang="en-US" dirty="0" err="1" smtClean="0"/>
              <a:t>chōṟu</a:t>
            </a:r>
            <a:r>
              <a:rPr lang="en-US" dirty="0" smtClean="0"/>
              <a:t> </a:t>
            </a:r>
            <a:r>
              <a:rPr lang="en-US" dirty="0" err="1" smtClean="0"/>
              <a:t>tarānnē</a:t>
            </a:r>
            <a:r>
              <a:rPr lang="en-US" dirty="0" smtClean="0"/>
              <a:t/>
            </a:r>
            <a:br>
              <a:rPr lang="en-US" dirty="0" smtClean="0"/>
            </a:br>
            <a:r>
              <a:rPr lang="en-US" dirty="0" err="1" smtClean="0"/>
              <a:t>uṇṇikkaṇṇane</a:t>
            </a:r>
            <a:r>
              <a:rPr lang="en-US" dirty="0" smtClean="0"/>
              <a:t> </a:t>
            </a:r>
            <a:r>
              <a:rPr lang="en-US" dirty="0" err="1" smtClean="0"/>
              <a:t>tañchattilaṅṅu</a:t>
            </a:r>
            <a:r>
              <a:rPr lang="en-US" dirty="0" smtClean="0"/>
              <a:t/>
            </a:r>
            <a:br>
              <a:rPr lang="en-US" dirty="0" smtClean="0"/>
            </a:br>
            <a:r>
              <a:rPr lang="en-US" dirty="0" err="1" smtClean="0"/>
              <a:t>vāriyeṭuttaṅṅaṇachchu</a:t>
            </a:r>
            <a:r>
              <a:rPr lang="en-US" dirty="0" smtClean="0"/>
              <a:t> </a:t>
            </a:r>
            <a:r>
              <a:rPr lang="en-US" dirty="0" err="1" smtClean="0"/>
              <a:t>yaśōda</a:t>
            </a:r>
            <a:endParaRPr lang="en-US"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"Today, Mother will give her golden boy rice mixed with sweet </a:t>
            </a:r>
            <a:r>
              <a:rPr lang="en-US" sz="4400" dirty="0" err="1" smtClean="0">
                <a:solidFill>
                  <a:srgbClr val="FFFF00"/>
                </a:solidFill>
              </a:rPr>
              <a:t>Palada</a:t>
            </a:r>
            <a:r>
              <a:rPr lang="en-US" sz="4400" dirty="0" smtClean="0">
                <a:solidFill>
                  <a:srgbClr val="FFFF00"/>
                </a:solidFill>
              </a:rPr>
              <a:t> (milk dessert)." With that, </a:t>
            </a:r>
            <a:r>
              <a:rPr lang="en-US" sz="4400" dirty="0" err="1" smtClean="0">
                <a:solidFill>
                  <a:srgbClr val="FFFF00"/>
                </a:solidFill>
              </a:rPr>
              <a:t>Yashoda</a:t>
            </a:r>
            <a:r>
              <a:rPr lang="en-US" sz="4400" dirty="0" smtClean="0">
                <a:solidFill>
                  <a:srgbClr val="FFFF00"/>
                </a:solidFill>
              </a:rPr>
              <a:t> gently picked up little Krishna and hugged him close. </a:t>
            </a:r>
            <a:endParaRPr lang="en-US" sz="4400" dirty="0">
              <a:solidFill>
                <a:srgbClr val="FFFF00"/>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dirty="0" err="1" smtClean="0"/>
              <a:t>achaṉarike</a:t>
            </a:r>
            <a:r>
              <a:rPr lang="en-US" dirty="0" smtClean="0"/>
              <a:t> </a:t>
            </a:r>
            <a:r>
              <a:rPr lang="en-US" dirty="0" err="1" smtClean="0"/>
              <a:t>iruttiyiṭṭaṅṅu</a:t>
            </a:r>
            <a:r>
              <a:rPr lang="en-US" dirty="0" smtClean="0"/>
              <a:t/>
            </a:r>
            <a:br>
              <a:rPr lang="en-US" dirty="0" smtClean="0"/>
            </a:br>
            <a:r>
              <a:rPr lang="en-US" dirty="0" err="1" smtClean="0"/>
              <a:t>veṇṇayūṭṭāṉoruṅṅīṭavē</a:t>
            </a:r>
            <a:r>
              <a:rPr lang="en-US" dirty="0" smtClean="0"/>
              <a:t/>
            </a:r>
            <a:br>
              <a:rPr lang="en-US" dirty="0" smtClean="0"/>
            </a:br>
            <a:r>
              <a:rPr lang="en-US" dirty="0" err="1" smtClean="0"/>
              <a:t>chōṉṉa</a:t>
            </a:r>
            <a:r>
              <a:rPr lang="en-US" dirty="0" smtClean="0"/>
              <a:t> </a:t>
            </a:r>
            <a:r>
              <a:rPr lang="en-US" dirty="0" err="1" smtClean="0"/>
              <a:t>muḷakil</a:t>
            </a:r>
            <a:r>
              <a:rPr lang="en-US" dirty="0" smtClean="0"/>
              <a:t> </a:t>
            </a:r>
            <a:r>
              <a:rPr lang="en-US" dirty="0" err="1" smtClean="0"/>
              <a:t>onnaṅṅeṭuttu</a:t>
            </a:r>
            <a:r>
              <a:rPr lang="en-US" dirty="0" smtClean="0"/>
              <a:t/>
            </a:r>
            <a:br>
              <a:rPr lang="en-US" dirty="0" smtClean="0"/>
            </a:br>
            <a:r>
              <a:rPr lang="en-US" dirty="0" err="1" smtClean="0"/>
              <a:t>vāyilumiṭṭu</a:t>
            </a:r>
            <a:r>
              <a:rPr lang="en-US" dirty="0" smtClean="0"/>
              <a:t> </a:t>
            </a:r>
            <a:r>
              <a:rPr lang="en-US" dirty="0" err="1" smtClean="0"/>
              <a:t>nuṇaññū</a:t>
            </a:r>
            <a:r>
              <a:rPr lang="en-US" dirty="0" smtClean="0"/>
              <a:t> </a:t>
            </a:r>
            <a:r>
              <a:rPr lang="en-US" dirty="0" err="1" smtClean="0"/>
              <a:t>kaṇṇan</a:t>
            </a:r>
            <a:endParaRPr lang="en-US"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While he was seated next to his father and they were preparing to feed him butter, Krishna suddenly grabbed one of those red chilies and popped it into his mouth to taste it. </a:t>
            </a:r>
            <a:endParaRPr lang="en-US" sz="4400" dirty="0">
              <a:solidFill>
                <a:srgbClr val="FFFF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dirty="0" err="1" smtClean="0"/>
              <a:t>onnu</a:t>
            </a:r>
            <a:r>
              <a:rPr lang="en-US" dirty="0" smtClean="0"/>
              <a:t> </a:t>
            </a:r>
            <a:r>
              <a:rPr lang="en-US" dirty="0" err="1" smtClean="0"/>
              <a:t>kaṭichēnayyō</a:t>
            </a:r>
            <a:r>
              <a:rPr lang="en-US" dirty="0" smtClean="0"/>
              <a:t> </a:t>
            </a:r>
            <a:r>
              <a:rPr lang="en-US" dirty="0" err="1" smtClean="0"/>
              <a:t>ammē</a:t>
            </a:r>
            <a:r>
              <a:rPr lang="en-US" dirty="0" smtClean="0"/>
              <a:t/>
            </a:r>
            <a:br>
              <a:rPr lang="en-US" dirty="0" smtClean="0"/>
            </a:br>
            <a:r>
              <a:rPr lang="en-US" dirty="0" err="1" smtClean="0"/>
              <a:t>vāviṭṭu</a:t>
            </a:r>
            <a:r>
              <a:rPr lang="en-US" dirty="0" smtClean="0"/>
              <a:t> </a:t>
            </a:r>
            <a:r>
              <a:rPr lang="en-US" dirty="0" err="1" smtClean="0"/>
              <a:t>karaññu</a:t>
            </a:r>
            <a:r>
              <a:rPr lang="en-US" dirty="0" smtClean="0"/>
              <a:t> </a:t>
            </a:r>
            <a:r>
              <a:rPr lang="en-US" dirty="0" err="1" smtClean="0"/>
              <a:t>viḷichchu</a:t>
            </a:r>
            <a:r>
              <a:rPr lang="en-US" dirty="0" smtClean="0"/>
              <a:t> </a:t>
            </a:r>
            <a:r>
              <a:rPr lang="en-US" dirty="0" err="1" smtClean="0"/>
              <a:t>kaṇṇan</a:t>
            </a:r>
            <a:r>
              <a:rPr lang="en-US" dirty="0" smtClean="0"/>
              <a:t/>
            </a:r>
            <a:br>
              <a:rPr lang="en-US" dirty="0" smtClean="0"/>
            </a:br>
            <a:r>
              <a:rPr lang="en-US" dirty="0" err="1" smtClean="0"/>
              <a:t>ammaye</a:t>
            </a:r>
            <a:r>
              <a:rPr lang="en-US" dirty="0" smtClean="0"/>
              <a:t> </a:t>
            </a:r>
            <a:r>
              <a:rPr lang="en-US" dirty="0" err="1" smtClean="0"/>
              <a:t>nōkki</a:t>
            </a:r>
            <a:r>
              <a:rPr lang="en-US" dirty="0" smtClean="0"/>
              <a:t> </a:t>
            </a:r>
            <a:r>
              <a:rPr lang="en-US" dirty="0" err="1" smtClean="0"/>
              <a:t>vimmi</a:t>
            </a:r>
            <a:r>
              <a:rPr lang="en-US" dirty="0" smtClean="0"/>
              <a:t> </a:t>
            </a:r>
            <a:r>
              <a:rPr lang="en-US" dirty="0" err="1" smtClean="0"/>
              <a:t>vitumpi</a:t>
            </a:r>
            <a:r>
              <a:rPr lang="en-US" dirty="0" smtClean="0"/>
              <a:t/>
            </a:r>
            <a:br>
              <a:rPr lang="en-US" dirty="0" smtClean="0"/>
            </a:br>
            <a:r>
              <a:rPr lang="en-US" dirty="0" err="1" smtClean="0"/>
              <a:t>kaṇṇīroḻukkikkaraññū</a:t>
            </a:r>
            <a:r>
              <a:rPr lang="en-US" dirty="0" smtClean="0"/>
              <a:t> </a:t>
            </a:r>
            <a:r>
              <a:rPr lang="en-US" dirty="0" err="1" smtClean="0"/>
              <a:t>kaṇṇan</a:t>
            </a:r>
            <a:endParaRPr lang="en-US"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He took one bite and cried out, "Oh Mother!" Krishna screamed and wept aloud. Looking at his mother, sobbing and gasping, Krishna cried with tears flowing down. </a:t>
            </a:r>
            <a:endParaRPr lang="en-US" sz="4400" dirty="0">
              <a:solidFill>
                <a:srgbClr val="FFFF00"/>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505200"/>
          </a:xfrm>
        </p:spPr>
        <p:txBody>
          <a:bodyPr>
            <a:noAutofit/>
          </a:bodyPr>
          <a:lstStyle/>
          <a:p>
            <a:r>
              <a:rPr lang="en-US" dirty="0" err="1" smtClean="0"/>
              <a:t>kaṇṇane</a:t>
            </a:r>
            <a:r>
              <a:rPr lang="en-US" dirty="0" smtClean="0"/>
              <a:t> </a:t>
            </a:r>
            <a:r>
              <a:rPr lang="en-US" dirty="0" err="1" smtClean="0"/>
              <a:t>vāriyeṭuttiṭṭaṅṅu</a:t>
            </a:r>
            <a:r>
              <a:rPr lang="en-US" dirty="0" smtClean="0"/>
              <a:t/>
            </a:r>
            <a:br>
              <a:rPr lang="en-US" dirty="0" smtClean="0"/>
            </a:br>
            <a:r>
              <a:rPr lang="en-US" dirty="0" err="1" smtClean="0"/>
              <a:t>tēnuṃ</a:t>
            </a:r>
            <a:r>
              <a:rPr lang="en-US" dirty="0" smtClean="0"/>
              <a:t> </a:t>
            </a:r>
            <a:r>
              <a:rPr lang="en-US" dirty="0" err="1" smtClean="0"/>
              <a:t>pāluṃ</a:t>
            </a:r>
            <a:r>
              <a:rPr lang="en-US" dirty="0" smtClean="0"/>
              <a:t> </a:t>
            </a:r>
            <a:r>
              <a:rPr lang="en-US" dirty="0" err="1" smtClean="0"/>
              <a:t>paḻavuṃ</a:t>
            </a:r>
            <a:r>
              <a:rPr lang="en-US" dirty="0" smtClean="0"/>
              <a:t> </a:t>
            </a:r>
            <a:r>
              <a:rPr lang="en-US" dirty="0" err="1" smtClean="0"/>
              <a:t>nalki</a:t>
            </a:r>
            <a:r>
              <a:rPr lang="en-US" dirty="0" smtClean="0"/>
              <a:t/>
            </a:r>
            <a:br>
              <a:rPr lang="en-US" dirty="0" smtClean="0"/>
            </a:br>
            <a:r>
              <a:rPr lang="en-US" dirty="0" err="1" smtClean="0"/>
              <a:t>neñchōṭu</a:t>
            </a:r>
            <a:r>
              <a:rPr lang="en-US" dirty="0" smtClean="0"/>
              <a:t> </a:t>
            </a:r>
            <a:r>
              <a:rPr lang="en-US" dirty="0" err="1" smtClean="0"/>
              <a:t>chērttupiṭichchaṅṅaṇachchu</a:t>
            </a:r>
            <a:r>
              <a:rPr lang="en-US" dirty="0" smtClean="0"/>
              <a:t/>
            </a:r>
            <a:br>
              <a:rPr lang="en-US" dirty="0" smtClean="0"/>
            </a:br>
            <a:r>
              <a:rPr lang="en-US" dirty="0" err="1" smtClean="0"/>
              <a:t>ammēṭe</a:t>
            </a:r>
            <a:r>
              <a:rPr lang="en-US" dirty="0" smtClean="0"/>
              <a:t> </a:t>
            </a:r>
            <a:r>
              <a:rPr lang="en-US" dirty="0" err="1" smtClean="0"/>
              <a:t>kaṇṇuṃ</a:t>
            </a:r>
            <a:r>
              <a:rPr lang="en-US" dirty="0" smtClean="0"/>
              <a:t> </a:t>
            </a:r>
            <a:r>
              <a:rPr lang="en-US" dirty="0" err="1" smtClean="0"/>
              <a:t>niṟaññu</a:t>
            </a:r>
            <a:r>
              <a:rPr lang="en-US" dirty="0" smtClean="0"/>
              <a:t> </a:t>
            </a:r>
            <a:r>
              <a:rPr lang="en-US" dirty="0" err="1" smtClean="0"/>
              <a:t>kaviññu</a:t>
            </a:r>
            <a:endParaRPr lang="en-US" dirty="0"/>
          </a:p>
        </p:txBody>
      </p:sp>
      <p:sp>
        <p:nvSpPr>
          <p:cNvPr id="3" name="Title 1"/>
          <p:cNvSpPr txBox="1">
            <a:spLocks/>
          </p:cNvSpPr>
          <p:nvPr/>
        </p:nvSpPr>
        <p:spPr>
          <a:xfrm>
            <a:off x="0" y="3352800"/>
            <a:ext cx="9144000" cy="3505200"/>
          </a:xfrm>
          <a:prstGeom prst="rect">
            <a:avLst/>
          </a:prstGeom>
        </p:spPr>
        <p:txBody>
          <a:bodyPr vert="horz" lIns="91440" tIns="45720" rIns="91440" bIns="45720" rtlCol="0" anchor="ctr">
            <a:noAutofit/>
          </a:bodyPr>
          <a:lstStyle/>
          <a:p>
            <a:pPr algn="ctr"/>
            <a:r>
              <a:rPr lang="en-US" sz="4400" dirty="0" smtClean="0">
                <a:solidFill>
                  <a:srgbClr val="FFFF00"/>
                </a:solidFill>
              </a:rPr>
              <a:t>Gathering Krishna into her arms, she gave him honey, milk, and fruit. As she held him tight against her chest, Mother's eyes also filled and overflowed with tears</a:t>
            </a:r>
            <a:r>
              <a:rPr lang="en-US" sz="4400" dirty="0" smtClean="0">
                <a:solidFill>
                  <a:srgbClr val="FFFF00"/>
                </a:solidFill>
              </a:rPr>
              <a:t>.</a:t>
            </a:r>
            <a:endParaRPr lang="en-US" sz="4400" dirty="0">
              <a:solidFill>
                <a:srgbClr val="FFFF00"/>
              </a:solidFill>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2767</TotalTime>
  <Words>315</Words>
  <Application>Microsoft Office PowerPoint</Application>
  <PresentationFormat>On-screen Show (4:3)</PresentationFormat>
  <Paragraphs>21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ponniṉ kālvaḷakaḷaṇiññu</vt:lpstr>
      <vt:lpstr>ponniṉ kālvaḷakaḷaṇiññu ampāṭi taṉ kaṇmaṇi ōṭi puṟake ōṭi ōṭi taḷarnnu amma yaśōdayumappōḷ</vt:lpstr>
      <vt:lpstr>tannārō tannārō taka tannārō taka tannārō tannārō taka tannārō taka tannārō taka tannārō</vt:lpstr>
      <vt:lpstr>uṇṇikkaṇṇā nī māmuṇṇāte iṅṅane ōṭi ōṭi naṭannāl eṅṅane nī valutākum kaṇṇā kaṇmaṇiyē en poṉmaṇiyē</vt:lpstr>
      <vt:lpstr>achante kaiyyilirikkumā chōṉṉa chōṉṉu tuṭutta paḻam tarāte ammēṭe uṇṇi māmuṇṇilla uṇṇikkiṉṉiṉi onnuṃ vēṇṭa</vt:lpstr>
      <vt:lpstr>paḻamalla eṉṟe ponnuṇṇī atu chōṉṉa taram muḷakāṇennē kaḻichālō uṇṇī vāyeriññiṭum ponnuṇṇikkaṇṇante vāy chuvaṉṉīṭum</vt:lpstr>
      <vt:lpstr>amma iṉṉeṉṟe ponnuṇṇikkāy pālaṭa piḻiñña chōṟu tarānnē uṇṇikkaṇṇane tañchattilaṅṅu vāriyeṭuttaṅṅaṇachchu yaśōda</vt:lpstr>
      <vt:lpstr>achaṉarike iruttiyiṭṭaṅṅu veṇṇayūṭṭāṉoruṅṅīṭavē chōṉṉa muḷakil onnaṅṅeṭuttu vāyilumiṭṭu nuṇaññū kaṇṇan</vt:lpstr>
      <vt:lpstr>onnu kaṭichēnayyō ammē vāviṭṭu karaññu viḷichchu kaṇṇan ammaye nōkki vimmi vitumpi kaṇṇīroḻukkikkaraññū kaṇṇan</vt:lpstr>
      <vt:lpstr>kaṇṇane vāriyeṭuttiṭṭaṅṅu tēnuṃ pāluṃ paḻavuṃ nalki neñchōṭu chērttupiṭichchaṅṅaṇachchu ammēṭe kaṇṇuṃ niṟaññu kaviññu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Cars Blocking the way</dc:title>
  <dc:creator>amritam</dc:creator>
  <cp:lastModifiedBy>AMMA</cp:lastModifiedBy>
  <cp:revision>326</cp:revision>
  <dcterms:created xsi:type="dcterms:W3CDTF">2006-08-16T00:00:00Z</dcterms:created>
  <dcterms:modified xsi:type="dcterms:W3CDTF">2025-12-24T08:25:01Z</dcterms:modified>
</cp:coreProperties>
</file>