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ltceGcYOUglHPxxMI6NCG7DOQ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lang="en-US" sz="7200"/>
              <a:t>ā pādapadmattil</a:t>
            </a:r>
            <a:endParaRPr sz="72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7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pādapadmattil </a:t>
            </a:r>
            <a:br>
              <a:rPr lang="en-US" sz="6000"/>
            </a:br>
            <a:r>
              <a:rPr lang="en-US" sz="6000"/>
              <a:t>chērnn-irikkām kaṇṇā</a:t>
            </a:r>
            <a:br>
              <a:rPr lang="en-US" sz="6000"/>
            </a:br>
            <a:r>
              <a:rPr lang="en-US" sz="6000"/>
              <a:t>orupāḍu prēma-kāvyam rachikkām</a:t>
            </a:r>
            <a:endParaRPr sz="60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close to your lotus feet, O Krishna, and compose countless melodies of love.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prēma-bhaktiyil ozhukām ozhuki ā - kāvya-yamunayāyi ñān māṙiḍām</a:t>
            </a:r>
            <a:endParaRPr sz="600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Carried by the currents of my devotion, I will flow endlessly—becoming a Yamuna of poems.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pādapadmattil </a:t>
            </a:r>
            <a:br>
              <a:rPr lang="en-US" sz="6000"/>
            </a:br>
            <a:r>
              <a:rPr lang="en-US" sz="6000"/>
              <a:t>chērnn-irikkām kaṇṇā</a:t>
            </a:r>
            <a:br>
              <a:rPr lang="en-US" sz="6000"/>
            </a:br>
            <a:r>
              <a:rPr lang="en-US" sz="6000"/>
              <a:t>orupāḍu prēma-kāvyam rachikkām</a:t>
            </a:r>
            <a:endParaRPr sz="60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close to your lotus feet, O Krishna, and compose countless melodies of love.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prēma-muraḷiyil gānam utirttu ñān - chērnnirikkām chuṇḍil gītam ākām</a:t>
            </a:r>
            <a:endParaRPr sz="60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near you, a song in your flute of love. I will become a song on your lips, a melodious flow of love, O Krishna.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prēma saṅgīta dhārayākām kaṇṇā - śrutiyāy nityavum chērnnirikkām</a:t>
            </a:r>
            <a:endParaRPr sz="60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ever with you, as the finest of tunes.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pādapadmattil </a:t>
            </a:r>
            <a:br>
              <a:rPr lang="en-US" sz="6000"/>
            </a:br>
            <a:r>
              <a:rPr lang="en-US" sz="6000"/>
              <a:t>chērnn-irikkām kaṇṇā</a:t>
            </a:r>
            <a:br>
              <a:rPr lang="en-US" sz="6000"/>
            </a:br>
            <a:r>
              <a:rPr lang="en-US" sz="6000"/>
              <a:t>orupāḍu prēma-kāvyam rachikkām</a:t>
            </a:r>
            <a:endParaRPr sz="6000"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close to your lotus feet, O Krishna, and compose countless melodies of love.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dirty="0" err="1"/>
              <a:t>tāḷamāy</a:t>
            </a:r>
            <a:r>
              <a:rPr lang="en-US" sz="6000" dirty="0"/>
              <a:t> </a:t>
            </a:r>
            <a:r>
              <a:rPr lang="en-US" sz="6000" dirty="0" err="1"/>
              <a:t>īṇamāy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gānamāy</a:t>
            </a:r>
            <a:r>
              <a:rPr lang="en-US" sz="6000" dirty="0" smtClean="0"/>
              <a:t> </a:t>
            </a:r>
            <a:r>
              <a:rPr lang="en-US" sz="6000" dirty="0" err="1"/>
              <a:t>tīrnniḍām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ninnilāy</a:t>
            </a:r>
            <a:r>
              <a:rPr lang="en-US" sz="6000" dirty="0"/>
              <a:t> </a:t>
            </a:r>
            <a:r>
              <a:rPr lang="en-US" sz="6000" dirty="0" err="1"/>
              <a:t>dhyāna</a:t>
            </a:r>
            <a:r>
              <a:rPr lang="en-US" sz="6000" dirty="0"/>
              <a:t> </a:t>
            </a:r>
            <a:r>
              <a:rPr lang="en-US" sz="6000" dirty="0" err="1"/>
              <a:t>nimagnayākām</a:t>
            </a:r>
            <a:endParaRPr sz="6000" dirty="0"/>
          </a:p>
        </p:txBody>
      </p:sp>
      <p:sp>
        <p:nvSpPr>
          <p:cNvPr id="68" name="Google Shape;68;p8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shall become rhythm, melody, and song. I shall merge with you in meditation,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oḍuvil ā bhakti tan ārdratayil kaṇṇā</a:t>
            </a:r>
            <a:br>
              <a:rPr lang="en-US" sz="6000"/>
            </a:br>
            <a:r>
              <a:rPr lang="en-US" sz="6000"/>
              <a:t>nirmala prēmānubhūti ākām</a:t>
            </a:r>
            <a:endParaRPr sz="6000"/>
          </a:p>
        </p:txBody>
      </p:sp>
      <p:sp>
        <p:nvSpPr>
          <p:cNvPr id="75" name="Google Shape;75;p9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and in the tenderness of devotion, I shall become the pure ecstasy of divine love.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pādapadmattil </a:t>
            </a:r>
            <a:br>
              <a:rPr lang="en-US" sz="6000"/>
            </a:br>
            <a:r>
              <a:rPr lang="en-US" sz="6000"/>
              <a:t>chērnn-irikkām kaṇṇā</a:t>
            </a:r>
            <a:br>
              <a:rPr lang="en-US" sz="6000"/>
            </a:br>
            <a:r>
              <a:rPr lang="en-US" sz="6000"/>
              <a:t>orupāḍu prēma-kāvyam rachikkām</a:t>
            </a:r>
            <a:endParaRPr sz="6000"/>
          </a:p>
        </p:txBody>
      </p:sp>
      <p:sp>
        <p:nvSpPr>
          <p:cNvPr id="82" name="Google Shape;82;p10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close to your lotus feet, O Krishna, and compose countless melodies of love.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svaramāy layamāy chērnnaliyām kaṇṇā</a:t>
            </a:r>
            <a:br>
              <a:rPr lang="en-US" sz="6000"/>
            </a:br>
            <a:r>
              <a:rPr lang="en-US" sz="6000"/>
              <a:t>paramārtha satyamē ninnil ākām</a:t>
            </a:r>
            <a:endParaRPr sz="6000"/>
          </a:p>
        </p:txBody>
      </p:sp>
      <p:sp>
        <p:nvSpPr>
          <p:cNvPr id="89" name="Google Shape;89;p1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shall dissolve in you as the notes of tender rhythm. I shall become one with you,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Ultimate Truth.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ñānilla ēkamām tatvam ākām kaṇṇā - satyamāy svatvamāy sattayākām</a:t>
            </a:r>
            <a:endParaRPr sz="6600"/>
          </a:p>
        </p:txBody>
      </p:sp>
      <p:sp>
        <p:nvSpPr>
          <p:cNvPr id="96" name="Google Shape;96;p1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No longer will I exist, Krishna—I shall become the One Truth, the very essence of love.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 pādapadmattil </a:t>
            </a:r>
            <a:br>
              <a:rPr lang="en-US" sz="6000"/>
            </a:br>
            <a:r>
              <a:rPr lang="en-US" sz="6000"/>
              <a:t>chērnn-irikkām kaṇṇā</a:t>
            </a:r>
            <a:br>
              <a:rPr lang="en-US" sz="6000"/>
            </a:br>
            <a:r>
              <a:rPr lang="en-US" sz="6000"/>
              <a:t>orupāḍu prēma-kāvyam rachikkām</a:t>
            </a:r>
            <a:endParaRPr sz="6000"/>
          </a:p>
        </p:txBody>
      </p:sp>
      <p:sp>
        <p:nvSpPr>
          <p:cNvPr id="103" name="Google Shape;103;p1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remain close to your lotus feet, O Krishna, and compose countless melodies of love.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309</Words>
  <Application>Microsoft Office PowerPoint</Application>
  <PresentationFormat>On-screen Show (4:3)</PresentationFormat>
  <Paragraphs>41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ā pādapadmattil</vt:lpstr>
      <vt:lpstr>ā pādapadmattil  chērnn-irikkām kaṇṇā orupāḍu prēma-kāvyam rachikkām</vt:lpstr>
      <vt:lpstr>ā prēma-bhaktiyil ozhukām ozhuki ā - kāvya-yamunayāyi ñān māṙiḍām</vt:lpstr>
      <vt:lpstr>ā pādapadmattil  chērnn-irikkām kaṇṇā orupāḍu prēma-kāvyam rachikkām</vt:lpstr>
      <vt:lpstr>ā prēma-muraḷiyil gānam utirttu ñān - chērnnirikkām chuṇḍil gītam ākām</vt:lpstr>
      <vt:lpstr>ā prēma saṅgīta dhārayākām kaṇṇā - śrutiyāy nityavum chērnnirikkām</vt:lpstr>
      <vt:lpstr>ā pādapadmattil  chērnn-irikkām kaṇṇā orupāḍu prēma-kāvyam rachikkām</vt:lpstr>
      <vt:lpstr>tāḷamāy īṇamāy  gānamāy tīrnniḍām ninnilāy dhyāna nimagnayākām</vt:lpstr>
      <vt:lpstr>oḍuvil ā bhakti tan ārdratayil kaṇṇā nirmala prēmānubhūti ākām</vt:lpstr>
      <vt:lpstr>ā pādapadmattil  chērnn-irikkām kaṇṇā orupāḍu prēma-kāvyam rachikkām</vt:lpstr>
      <vt:lpstr>svaramāy layamāy chērnnaliyām kaṇṇā paramārtha satyamē ninnil ākām</vt:lpstr>
      <vt:lpstr>ñānilla ēkamām tatvam ākām kaṇṇā - satyamāy svatvamāy sattayākām</vt:lpstr>
      <vt:lpstr>ā pādapadmattil  chērnn-irikkām kaṇṇā orupāḍu prēma-kāvyam rachikkām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 pādapadmattil</dc:title>
  <dc:creator>amritam</dc:creator>
  <cp:lastModifiedBy>AMMA</cp:lastModifiedBy>
  <cp:revision>2</cp:revision>
  <dcterms:created xsi:type="dcterms:W3CDTF">2006-08-16T00:00:00Z</dcterms:created>
  <dcterms:modified xsi:type="dcterms:W3CDTF">2025-09-23T14:15:42Z</dcterms:modified>
</cp:coreProperties>
</file>