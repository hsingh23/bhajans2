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A7375-267E-4476-9C10-97F4F4ABCB1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3B8F8-BDDD-4AE9-AB64-BFDE02099A6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ōmkāra jōtiyil piṙanta jōtiyē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ōmkāra jōtiyil piṙanta jōtiyē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ōmkārattil iṇaintiḍa maṙavātē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We are born from the sacred syllable Om, the radiant light of the Absolute Self. Understanding this, let us strive to merge with that Omkara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māyai nizhalil uzhalātē māyā ulakil maḍintiḍātē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—without getting entangled in the shadows of illusion or trapped in this illusory world.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kallum maṇṇum kuzhaittu kaṭṭiyavīḍu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illaṙam kuḍipukum kuzhaintiḍum kūḍu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A house built of stone and mud, may be a home where families live and children play.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sataiyum elumbum kūḍum meykkūḍatu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Similarly, this body is a temporary dwelling of flesh and bones.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sitaiyil eriyum munnē teḷintiḍuvōm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Before it is consumed by the fire of the pyre, let us realize the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mīṇḍum piṙantē kūṭṭai tuṙantē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vēṇḍumō vīṇākum suzhal vāzhvē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Born again, wandering again—do we still desire this endless, fruitless cycle of life?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eṅkiruntu vantōm aṙintē uṇaravē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us awaken and realize from where we have come.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poṅkum iṙaiyaruḷai nāḍiyē teḷintiḍuvōm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Seeking the overflowing grace of God, let us understand the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vāṅkiya kūḍatuvum nilaittiḍa muḍiyātē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vāṅkiya kaḍan aḍaittiḍa vazhi piṙakkumē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This borrowed body will not last forever. If we understand that the burden of karmic debts must be repaid and live with awareness, the path to liberation will open.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piṙappatanai aṙintē aṙavazhiyil naḍantiḍa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Realizing the cause of birth, let us walk the path of dharma.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iṙappin bayaminḍri anbālē iyaṅkiḍuvōm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Moving forward with love, we can be free from the fear of death.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vaiyaka mēḍaiyil vāzhkkai nāḍakam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seyalkaḷ yāvaiyum arppaṇittu vāzhavē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Life is a drama staged upon the platform of the world. Let us realize that we are but actors in this divine play, and live with an attitude of surrender.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uyyum vazhi teḷiya guruvaruḷai nāḍuvōm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Through the grace of the Guru, may we come to know that the sacred syllable Om is the only truth—and merge into that supreme state.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meyyākum ōmkārattil kalantiḍuvōm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Through the grace of the Guru, may we come to know that the sacred syllable Om is the only truth—and merge into that supreme state.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347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ōmkāra jōtiyil piṙanta jōtiyē</vt:lpstr>
      <vt:lpstr>ōmkāra jōtiyil piṙanta jōtiyē ōmkārattil iṇaintiḍa maṙavātē</vt:lpstr>
      <vt:lpstr>māyai nizhalil uzhalātē māyā ulakil maḍintiḍātē</vt:lpstr>
      <vt:lpstr>kallum maṇṇum kuzhaittu kaṭṭiyavīḍu illaṙam kuḍipukum kuzhaintiḍum kūḍu</vt:lpstr>
      <vt:lpstr>sataiyum elumbum kūḍum meykkūḍatu</vt:lpstr>
      <vt:lpstr>sitaiyil eriyum munnē teḷintiḍuvōm</vt:lpstr>
      <vt:lpstr>mīṇḍum piṙantē kūṭṭai tuṙantē vēṇḍumō vīṇākum suzhal vāzhvē</vt:lpstr>
      <vt:lpstr>eṅkiruntu vantōm aṙintē uṇaravē</vt:lpstr>
      <vt:lpstr>poṅkum iṙaiyaruḷai nāḍiyē teḷintiḍuvōm</vt:lpstr>
      <vt:lpstr>vāṅkiya kūḍatuvum nilaittiḍa muḍiyātē vāṅkiya kaḍan aḍaittiḍa vazhi piṙakkumē</vt:lpstr>
      <vt:lpstr>piṙappatanai aṙintē aṙavazhiyil naḍantiḍa</vt:lpstr>
      <vt:lpstr>iṙappin bayaminḍri anbālē iyaṅkiḍuvōm</vt:lpstr>
      <vt:lpstr>vaiyaka mēḍaiyil vāzhkkai nāḍakam seyalkaḷ yāvaiyum arppaṇittu vāzhavē</vt:lpstr>
      <vt:lpstr>uyyum vazhi teḷiya guruvaruḷai nāḍuvōm</vt:lpstr>
      <vt:lpstr>meyyākum ōmkārattil kalantiḍuvōm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ōmkāra jōtiyil piṙanta jōtiyē</dc:title>
  <dc:creator>Amrita</dc:creator>
  <cp:lastModifiedBy>Amrita</cp:lastModifiedBy>
  <cp:revision>1</cp:revision>
  <dcterms:created xsi:type="dcterms:W3CDTF">2025-06-29T09:47:54Z</dcterms:created>
  <dcterms:modified xsi:type="dcterms:W3CDTF">2025-06-29T09:50:34Z</dcterms:modified>
</cp:coreProperties>
</file>