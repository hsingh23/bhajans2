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2" r:id="rId2"/>
    <p:sldId id="298" r:id="rId3"/>
    <p:sldId id="295" r:id="rId4"/>
    <p:sldId id="293" r:id="rId5"/>
    <p:sldId id="296" r:id="rId6"/>
    <p:sldId id="294" r:id="rId7"/>
    <p:sldId id="297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lIns="127000" tIns="0" rIns="127000" bIns="0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+mj-lt"/>
              </a:rPr>
              <a:t>eṅgine</a:t>
            </a:r>
            <a:r>
              <a:rPr lang="en-US" sz="66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+mj-lt"/>
              </a:rPr>
              <a:t>ñān</a:t>
            </a:r>
            <a:r>
              <a:rPr lang="en-US" sz="66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+mj-lt"/>
              </a:rPr>
              <a:t>aṙiyum</a:t>
            </a:r>
            <a:endParaRPr lang="en-US" sz="66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lIns="127000" tIns="0" rIns="127000" bIns="0" anchor="ctr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+mj-lt"/>
              </a:rPr>
              <a:t>2025</a:t>
            </a:r>
          </a:p>
          <a:p>
            <a:r>
              <a:rPr lang="en-IN" sz="6600" smtClean="0">
                <a:solidFill>
                  <a:srgbClr val="FFFF00"/>
                </a:solidFill>
                <a:latin typeface="+mj-lt"/>
              </a:rPr>
              <a:t>(Malayalam)</a:t>
            </a:r>
            <a:endParaRPr lang="en-US" sz="6600" dirty="0">
              <a:solidFill>
                <a:srgbClr val="FFFF00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lIns="127000" tIns="0" rIns="127000" bIns="0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+mj-lt"/>
              </a:rPr>
              <a:t>eṅgine</a:t>
            </a:r>
            <a:r>
              <a:rPr lang="en-US" sz="66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+mj-lt"/>
              </a:rPr>
              <a:t>ñān</a:t>
            </a:r>
            <a:r>
              <a:rPr lang="en-US" sz="66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+mj-lt"/>
              </a:rPr>
              <a:t>aṙiyum</a:t>
            </a:r>
            <a:r>
              <a:rPr lang="en-US" sz="66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+mj-lt"/>
              </a:rPr>
              <a:t>ennammaye</a:t>
            </a:r>
            <a:r>
              <a:rPr lang="en-US" sz="6600" dirty="0" smtClean="0">
                <a:solidFill>
                  <a:srgbClr val="FFFFFF"/>
                </a:solidFill>
                <a:latin typeface="+mj-lt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+mj-lt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+mj-lt"/>
              </a:rPr>
              <a:t>eṅgine</a:t>
            </a:r>
            <a:r>
              <a:rPr lang="en-US" sz="66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+mj-lt"/>
              </a:rPr>
              <a:t>ñān</a:t>
            </a:r>
            <a:r>
              <a:rPr lang="en-US" sz="66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+mj-lt"/>
              </a:rPr>
              <a:t>aṙiyum</a:t>
            </a:r>
            <a:endParaRPr lang="en-US" sz="66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lIns="127000" tIns="0" rIns="127000" bIns="0" anchor="ctr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+mj-lt"/>
              </a:rPr>
              <a:t>How will I know Mother, how will I know my Mother? </a:t>
            </a:r>
            <a:endParaRPr lang="en-US" sz="6600" dirty="0">
              <a:solidFill>
                <a:srgbClr val="FFFF00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lIns="127000" tIns="0" rIns="127000" bIns="0" anchor="ctr">
            <a:noAutofit/>
          </a:bodyPr>
          <a:lstStyle/>
          <a:p>
            <a:r>
              <a:rPr lang="en-US" sz="5400" dirty="0" err="1" smtClean="0">
                <a:solidFill>
                  <a:srgbClr val="FFFFFF"/>
                </a:solidFill>
                <a:latin typeface="+mj-lt"/>
              </a:rPr>
              <a:t>ini</a:t>
            </a:r>
            <a:r>
              <a:rPr lang="en-US" sz="54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+mj-lt"/>
              </a:rPr>
              <a:t>etra</a:t>
            </a:r>
            <a:r>
              <a:rPr lang="en-US" sz="54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+mj-lt"/>
              </a:rPr>
              <a:t>dūram</a:t>
            </a:r>
            <a:r>
              <a:rPr lang="en-US" sz="54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+mj-lt"/>
              </a:rPr>
              <a:t>tāṇḍaṇam</a:t>
            </a:r>
            <a:r>
              <a:rPr lang="en-US" sz="54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+mj-lt"/>
              </a:rPr>
              <a:t>ñān</a:t>
            </a:r>
            <a:r>
              <a:rPr lang="en-US" sz="5400" dirty="0" smtClean="0">
                <a:solidFill>
                  <a:srgbClr val="FFFFFF"/>
                </a:solidFill>
                <a:latin typeface="+mj-lt"/>
              </a:rPr>
              <a:t> </a:t>
            </a:r>
            <a:br>
              <a:rPr lang="en-US" sz="5400" dirty="0" smtClean="0">
                <a:solidFill>
                  <a:srgbClr val="FFFFFF"/>
                </a:solidFill>
                <a:latin typeface="+mj-lt"/>
              </a:rPr>
            </a:br>
            <a:r>
              <a:rPr lang="en-US" sz="5400" dirty="0" err="1" smtClean="0">
                <a:solidFill>
                  <a:srgbClr val="FFFFFF"/>
                </a:solidFill>
                <a:latin typeface="+mj-lt"/>
              </a:rPr>
              <a:t>ennammayil</a:t>
            </a:r>
            <a:r>
              <a:rPr lang="en-US" sz="54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+mj-lt"/>
              </a:rPr>
              <a:t>cērnnīḍān</a:t>
            </a:r>
            <a:r>
              <a:rPr lang="en-US" sz="5400" dirty="0" smtClean="0">
                <a:solidFill>
                  <a:srgbClr val="FFFFFF"/>
                </a:solidFill>
                <a:latin typeface="+mj-lt"/>
              </a:rPr>
              <a:t/>
            </a:r>
            <a:br>
              <a:rPr lang="en-US" sz="5400" dirty="0" smtClean="0">
                <a:solidFill>
                  <a:srgbClr val="FFFFFF"/>
                </a:solidFill>
                <a:latin typeface="+mj-lt"/>
              </a:rPr>
            </a:br>
            <a:r>
              <a:rPr lang="en-US" sz="5400" dirty="0" err="1" smtClean="0">
                <a:solidFill>
                  <a:srgbClr val="FFFFFF"/>
                </a:solidFill>
                <a:latin typeface="+mj-lt"/>
              </a:rPr>
              <a:t>ennammayil</a:t>
            </a:r>
            <a:r>
              <a:rPr lang="en-US" sz="54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+mj-lt"/>
              </a:rPr>
              <a:t>cērnnīḍān</a:t>
            </a:r>
            <a:endParaRPr lang="en-US" sz="54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lIns="127000" tIns="0" rIns="127000" bIns="0" anchor="ctr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+mj-lt"/>
              </a:rPr>
              <a:t>How much further must I go before I reach Her?</a:t>
            </a:r>
            <a:endParaRPr lang="en-US" sz="6600" dirty="0">
              <a:solidFill>
                <a:srgbClr val="FFFF00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lIns="127000" tIns="0" rIns="127000" bIns="0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palavidha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cintā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vāsana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tan</a:t>
            </a:r>
            <a:br>
              <a:rPr lang="en-US" sz="6000" dirty="0" smtClean="0">
                <a:solidFill>
                  <a:srgbClr val="FFFFFF"/>
                </a:solidFill>
                <a:latin typeface="+mj-lt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koḍumkāṫṫil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en 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manam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uzhaṙunnu</a:t>
            </a:r>
            <a:endParaRPr lang="en-US" sz="60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lIns="127000" tIns="0" rIns="127000" bIns="0" anchor="ctr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+mj-lt"/>
              </a:rPr>
              <a:t>My mind is tossed in the wild storm of countless thoughts and desires. </a:t>
            </a:r>
            <a:endParaRPr lang="en-US" sz="6600" dirty="0">
              <a:solidFill>
                <a:srgbClr val="FFFF00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lIns="127000" tIns="0" rIns="127000" bIns="0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kaiviḍāt-ivane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kākkēṇamē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+mj-lt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tava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hṛdayattil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cērttīḍaṇē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</a:t>
            </a:r>
            <a:br>
              <a:rPr lang="en-US" sz="6000" dirty="0" smtClean="0">
                <a:solidFill>
                  <a:srgbClr val="FFFFFF"/>
                </a:solidFill>
                <a:latin typeface="+mj-lt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tava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hṛdayattil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cērttīḍaṇē</a:t>
            </a:r>
            <a:endParaRPr lang="en-US" sz="60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lIns="127000" tIns="0" rIns="127000" bIns="0" anchor="ctr">
            <a:noAutofit/>
          </a:bodyPr>
          <a:lstStyle/>
          <a:p>
            <a:r>
              <a:rPr lang="en-US" sz="6000" dirty="0" smtClean="0">
                <a:solidFill>
                  <a:srgbClr val="FFFF00"/>
                </a:solidFill>
                <a:latin typeface="+mj-lt"/>
              </a:rPr>
              <a:t>O Mother, please do not let go—watch over me and draw me close to your heart.</a:t>
            </a:r>
            <a:endParaRPr lang="en-US" sz="6000" dirty="0">
              <a:solidFill>
                <a:srgbClr val="FFFF00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lIns="127000" tIns="0" rIns="127000" bIns="0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ēka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lakṣyam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end-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amme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mātram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+mj-lt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maṫṫoru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lakṣyavum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ill-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enikku</a:t>
            </a:r>
            <a:endParaRPr lang="en-US" sz="60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lIns="127000" tIns="0" rIns="127000" bIns="0" anchor="ctr">
            <a:noAutofit/>
          </a:bodyPr>
          <a:lstStyle/>
          <a:p>
            <a:r>
              <a:rPr lang="en-US" sz="6000" dirty="0" smtClean="0">
                <a:solidFill>
                  <a:srgbClr val="FFFF00"/>
                </a:solidFill>
                <a:latin typeface="+mj-lt"/>
              </a:rPr>
              <a:t>You alone are my one true goal, O Mother—I have no other aim. </a:t>
            </a:r>
            <a:endParaRPr lang="en-US" sz="6000" dirty="0">
              <a:solidFill>
                <a:srgbClr val="FFFF00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lIns="127000" tIns="0" rIns="127000" bIns="0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ennamma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tan 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śrīcaraṇattil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+mj-lt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cērkkaṇē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ammē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śrī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laḷitē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+mj-lt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cērkkaṇē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ammē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śrī</a:t>
            </a:r>
            <a:r>
              <a:rPr lang="en-US" sz="6000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+mj-lt"/>
              </a:rPr>
              <a:t>laḷitē</a:t>
            </a:r>
            <a:endParaRPr lang="en-US" sz="60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lIns="127000" tIns="0" rIns="127000" bIns="0" anchor="ctr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+mj-lt"/>
              </a:rPr>
              <a:t>Keep me at your sacred feet forever, O Mother </a:t>
            </a:r>
            <a:r>
              <a:rPr lang="en-US" sz="6600" dirty="0" err="1" smtClean="0">
                <a:solidFill>
                  <a:srgbClr val="FFFF00"/>
                </a:solidFill>
                <a:latin typeface="+mj-lt"/>
              </a:rPr>
              <a:t>Lalita</a:t>
            </a:r>
            <a:r>
              <a:rPr lang="en-US" sz="6600" dirty="0" smtClean="0">
                <a:solidFill>
                  <a:srgbClr val="FFFF00"/>
                </a:solidFill>
                <a:latin typeface="+mj-lt"/>
              </a:rPr>
              <a:t>.</a:t>
            </a:r>
            <a:endParaRPr lang="en-US" sz="6600" dirty="0">
              <a:solidFill>
                <a:srgbClr val="FFFF00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2871</TotalTime>
  <Words>109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eṅgine ñān aṙiyum</vt:lpstr>
      <vt:lpstr>eṅgine ñān aṙiyum ennammaye eṅgine ñān aṙiyum</vt:lpstr>
      <vt:lpstr>ini etra dūram tāṇḍaṇam ñān  ennammayil cērnnīḍān ennammayil cērnnīḍān</vt:lpstr>
      <vt:lpstr>palavidha cintā vāsana tan koḍumkāṫṫil en manam uzhaṙunnu</vt:lpstr>
      <vt:lpstr>kaiviḍāt-ivane kākkēṇamē tava hṛdayattil cērttīḍaṇē  tava hṛdayattil cērttīḍaṇē</vt:lpstr>
      <vt:lpstr>ēka lakṣyam end-amme mātram maṫṫoru lakṣyavum ill-enikku</vt:lpstr>
      <vt:lpstr>ennamma tan śrīcaraṇattil cērkkaṇē ammē śrī laḷitē cērkkaṇē ammē śrī laḷitē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329</cp:revision>
  <dcterms:created xsi:type="dcterms:W3CDTF">2006-08-16T00:00:00Z</dcterms:created>
  <dcterms:modified xsi:type="dcterms:W3CDTF">2025-06-01T14:09:05Z</dcterms:modified>
</cp:coreProperties>
</file>