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1" r:id="rId2"/>
    <p:sldId id="295" r:id="rId3"/>
    <p:sldId id="294" r:id="rId4"/>
    <p:sldId id="292" r:id="rId5"/>
    <p:sldId id="296" r:id="rId6"/>
    <p:sldId id="293" r:id="rId7"/>
    <p:sldId id="297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pazhani</a:t>
            </a:r>
            <a:r>
              <a:rPr lang="en-US" sz="6600" dirty="0" smtClean="0"/>
              <a:t> </a:t>
            </a:r>
            <a:r>
              <a:rPr lang="en-US" sz="6600" dirty="0" err="1" smtClean="0"/>
              <a:t>malayil</a:t>
            </a:r>
            <a:r>
              <a:rPr lang="en-US" sz="6600" dirty="0" smtClean="0"/>
              <a:t> </a:t>
            </a:r>
            <a:r>
              <a:rPr lang="en-US" sz="6600" dirty="0" err="1" smtClean="0"/>
              <a:t>vāṇaruḷum</a:t>
            </a:r>
            <a:endParaRPr lang="en-US" sz="66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000" smtClean="0">
                <a:solidFill>
                  <a:srgbClr val="FFFF00"/>
                </a:solidFill>
              </a:rPr>
              <a:t>(Malayalam)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pazhani</a:t>
            </a:r>
            <a:r>
              <a:rPr lang="en-US" sz="6000" dirty="0" smtClean="0"/>
              <a:t> </a:t>
            </a:r>
            <a:r>
              <a:rPr lang="en-US" sz="6000" dirty="0" err="1" smtClean="0"/>
              <a:t>malayil</a:t>
            </a:r>
            <a:r>
              <a:rPr lang="en-US" sz="6000" dirty="0" smtClean="0"/>
              <a:t> </a:t>
            </a:r>
            <a:r>
              <a:rPr lang="en-US" sz="6000" dirty="0" err="1" smtClean="0"/>
              <a:t>vāṇaruḷum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daṇḍāyudha</a:t>
            </a:r>
            <a:r>
              <a:rPr lang="en-US" sz="6000" dirty="0" smtClean="0"/>
              <a:t> </a:t>
            </a:r>
            <a:r>
              <a:rPr lang="en-US" sz="6000" dirty="0" err="1" smtClean="0"/>
              <a:t>pāṇiye</a:t>
            </a:r>
            <a:r>
              <a:rPr lang="en-US" sz="6000" dirty="0" smtClean="0"/>
              <a:t> </a:t>
            </a:r>
            <a:r>
              <a:rPr lang="en-US" sz="6000" dirty="0" err="1" smtClean="0"/>
              <a:t>ni</a:t>
            </a:r>
            <a:r>
              <a:rPr lang="en-US" sz="6000" dirty="0" smtClean="0"/>
              <a:t> </a:t>
            </a:r>
            <a:r>
              <a:rPr lang="en-US" sz="6000" dirty="0" err="1" smtClean="0"/>
              <a:t>vā</a:t>
            </a:r>
            <a:r>
              <a:rPr lang="en-US" sz="6000" dirty="0" smtClean="0"/>
              <a:t> </a:t>
            </a:r>
            <a:r>
              <a:rPr lang="en-US" sz="6000" dirty="0" err="1" smtClean="0"/>
              <a:t>vā</a:t>
            </a:r>
            <a:r>
              <a:rPr lang="en-US" sz="6000" dirty="0" smtClean="0"/>
              <a:t>/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Come, O </a:t>
            </a:r>
            <a:r>
              <a:rPr lang="en-US" sz="5400" dirty="0" err="1" smtClean="0">
                <a:solidFill>
                  <a:srgbClr val="FFFF00"/>
                </a:solidFill>
              </a:rPr>
              <a:t>Muruga</a:t>
            </a:r>
            <a:r>
              <a:rPr lang="en-US" sz="5400" dirty="0" smtClean="0">
                <a:solidFill>
                  <a:srgbClr val="FFFF00"/>
                </a:solidFill>
              </a:rPr>
              <a:t>, bearer of the spear, you who dwell in grace on the hill of </a:t>
            </a:r>
            <a:r>
              <a:rPr lang="en-US" sz="5400" dirty="0" err="1" smtClean="0">
                <a:solidFill>
                  <a:srgbClr val="FFFF00"/>
                </a:solidFill>
              </a:rPr>
              <a:t>Pazhani</a:t>
            </a:r>
            <a:r>
              <a:rPr lang="en-US" sz="5400" dirty="0" smtClean="0">
                <a:solidFill>
                  <a:srgbClr val="FFFF00"/>
                </a:solidFill>
              </a:rPr>
              <a:t>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ēzhakaḷe</a:t>
            </a:r>
            <a:r>
              <a:rPr lang="en-US" sz="6600" dirty="0" smtClean="0"/>
              <a:t> </a:t>
            </a:r>
            <a:r>
              <a:rPr lang="en-US" sz="6600" dirty="0" err="1" smtClean="0"/>
              <a:t>kāttiḍuvān</a:t>
            </a:r>
            <a:r>
              <a:rPr lang="en-US" sz="6600" dirty="0" smtClean="0"/>
              <a:t> </a:t>
            </a:r>
            <a:r>
              <a:rPr lang="en-US" sz="6600" dirty="0" err="1" smtClean="0"/>
              <a:t>vēlavane</a:t>
            </a:r>
            <a:r>
              <a:rPr lang="en-US" sz="6600" dirty="0" smtClean="0"/>
              <a:t> </a:t>
            </a:r>
            <a:r>
              <a:rPr lang="en-US" sz="6600" dirty="0" err="1" smtClean="0"/>
              <a:t>vā</a:t>
            </a:r>
            <a:r>
              <a:rPr lang="en-US" sz="6600" dirty="0" smtClean="0"/>
              <a:t> </a:t>
            </a:r>
            <a:r>
              <a:rPr lang="en-US" sz="6600" dirty="0" err="1" smtClean="0"/>
              <a:t>vā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vaḍi</a:t>
            </a:r>
            <a:r>
              <a:rPr lang="en-US" sz="6600" dirty="0" smtClean="0"/>
              <a:t> </a:t>
            </a:r>
            <a:r>
              <a:rPr lang="en-US" sz="6600" dirty="0" err="1" smtClean="0"/>
              <a:t>vēlavane</a:t>
            </a:r>
            <a:r>
              <a:rPr lang="en-US" sz="6600" dirty="0" smtClean="0"/>
              <a:t> </a:t>
            </a:r>
            <a:r>
              <a:rPr lang="en-US" sz="6600" dirty="0" err="1" smtClean="0"/>
              <a:t>vā</a:t>
            </a:r>
            <a:r>
              <a:rPr lang="en-US" sz="6600" dirty="0" smtClean="0"/>
              <a:t> </a:t>
            </a:r>
            <a:r>
              <a:rPr lang="en-US" sz="6600" dirty="0" err="1" smtClean="0"/>
              <a:t>vā</a:t>
            </a:r>
            <a:endParaRPr lang="en-US" sz="66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Come</a:t>
            </a:r>
            <a:r>
              <a:rPr lang="en-US" sz="6600" dirty="0" smtClean="0">
                <a:solidFill>
                  <a:srgbClr val="FFFF00"/>
                </a:solidFill>
              </a:rPr>
              <a:t>, Lord </a:t>
            </a:r>
            <a:r>
              <a:rPr lang="en-US" sz="6600" dirty="0" err="1" smtClean="0">
                <a:solidFill>
                  <a:srgbClr val="FFFF00"/>
                </a:solidFill>
              </a:rPr>
              <a:t>Velavan</a:t>
            </a:r>
            <a:r>
              <a:rPr lang="en-US" sz="6600" dirty="0" smtClean="0">
                <a:solidFill>
                  <a:srgbClr val="FFFF00"/>
                </a:solidFill>
              </a:rPr>
              <a:t>, come to protect the downtrodden!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villin</a:t>
            </a:r>
            <a:r>
              <a:rPr lang="en-US" sz="5400" dirty="0" smtClean="0"/>
              <a:t> </a:t>
            </a:r>
            <a:r>
              <a:rPr lang="en-US" sz="5400" dirty="0" err="1" smtClean="0"/>
              <a:t>ñāṇolikaḷ</a:t>
            </a:r>
            <a:r>
              <a:rPr lang="en-US" sz="5400" dirty="0" smtClean="0"/>
              <a:t> </a:t>
            </a:r>
            <a:r>
              <a:rPr lang="en-US" sz="5400" dirty="0" err="1" smtClean="0"/>
              <a:t>ulakam</a:t>
            </a:r>
            <a:r>
              <a:rPr lang="en-US" sz="5400" dirty="0" smtClean="0"/>
              <a:t> </a:t>
            </a:r>
            <a:r>
              <a:rPr lang="en-US" sz="5400" dirty="0" err="1" smtClean="0"/>
              <a:t>āke</a:t>
            </a:r>
            <a:r>
              <a:rPr lang="en-US" sz="5400" dirty="0" smtClean="0"/>
              <a:t> </a:t>
            </a:r>
            <a:r>
              <a:rPr lang="en-US" sz="5400" dirty="0" err="1" smtClean="0"/>
              <a:t>muzhaṅgunnu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ghōra</a:t>
            </a:r>
            <a:r>
              <a:rPr lang="en-US" sz="5400" dirty="0" smtClean="0"/>
              <a:t> </a:t>
            </a:r>
            <a:r>
              <a:rPr lang="en-US" sz="5400" dirty="0" err="1" smtClean="0"/>
              <a:t>sarppaṅgaḷ</a:t>
            </a:r>
            <a:r>
              <a:rPr lang="en-US" sz="5400" dirty="0" smtClean="0"/>
              <a:t> </a:t>
            </a:r>
            <a:r>
              <a:rPr lang="en-US" sz="5400" dirty="0" err="1" smtClean="0"/>
              <a:t>phaṇam</a:t>
            </a:r>
            <a:r>
              <a:rPr lang="en-US" sz="5400" dirty="0" smtClean="0"/>
              <a:t> </a:t>
            </a:r>
            <a:r>
              <a:rPr lang="en-US" sz="5400" dirty="0" err="1" smtClean="0"/>
              <a:t>uyartti</a:t>
            </a:r>
            <a:r>
              <a:rPr lang="en-US" sz="5400" dirty="0" smtClean="0"/>
              <a:t> </a:t>
            </a:r>
            <a:r>
              <a:rPr lang="en-US" sz="5400" dirty="0" err="1" smtClean="0"/>
              <a:t>nilkkunnu</a:t>
            </a:r>
            <a:endParaRPr lang="en-US" sz="54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The fearsome twang of the bow resounds throughout the world, fierce serpents raise their hoods and stand in awe.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vēṅkamaramāyavane</a:t>
            </a:r>
            <a:r>
              <a:rPr lang="en-US" sz="6000" dirty="0" smtClean="0"/>
              <a:t> </a:t>
            </a:r>
            <a:r>
              <a:rPr lang="en-US" sz="6000" dirty="0" err="1" smtClean="0"/>
              <a:t>vā</a:t>
            </a:r>
            <a:r>
              <a:rPr lang="en-US" sz="6000" dirty="0" smtClean="0"/>
              <a:t> </a:t>
            </a:r>
            <a:r>
              <a:rPr lang="en-US" sz="6000" dirty="0" err="1" smtClean="0"/>
              <a:t>vā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ēzhakaḷe</a:t>
            </a:r>
            <a:r>
              <a:rPr lang="en-US" sz="6000" dirty="0" smtClean="0"/>
              <a:t> </a:t>
            </a:r>
            <a:r>
              <a:rPr lang="en-US" sz="6000" dirty="0" err="1" smtClean="0"/>
              <a:t>kāttiḍuvān</a:t>
            </a:r>
            <a:r>
              <a:rPr lang="en-US" sz="6000" dirty="0" smtClean="0"/>
              <a:t> </a:t>
            </a:r>
            <a:r>
              <a:rPr lang="en-US" sz="6000" dirty="0" err="1" smtClean="0"/>
              <a:t>vēleḍuttu</a:t>
            </a:r>
            <a:r>
              <a:rPr lang="en-US" sz="6000" dirty="0" smtClean="0"/>
              <a:t> </a:t>
            </a:r>
            <a:r>
              <a:rPr lang="en-US" sz="6000" dirty="0" err="1" smtClean="0"/>
              <a:t>vā</a:t>
            </a:r>
            <a:r>
              <a:rPr lang="en-US" sz="6000" dirty="0" smtClean="0"/>
              <a:t> </a:t>
            </a:r>
            <a:r>
              <a:rPr lang="en-US" sz="6000" dirty="0" err="1" smtClean="0"/>
              <a:t>vā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vaḍi</a:t>
            </a:r>
            <a:r>
              <a:rPr lang="en-US" sz="6000" dirty="0" smtClean="0"/>
              <a:t> </a:t>
            </a:r>
            <a:r>
              <a:rPr lang="en-US" sz="6000" dirty="0" err="1" smtClean="0"/>
              <a:t>vēlavane</a:t>
            </a:r>
            <a:r>
              <a:rPr lang="en-US" sz="6000" dirty="0" smtClean="0"/>
              <a:t> </a:t>
            </a:r>
            <a:r>
              <a:rPr lang="en-US" sz="6000" dirty="0" err="1" smtClean="0"/>
              <a:t>vā</a:t>
            </a:r>
            <a:r>
              <a:rPr lang="en-US" sz="6000" dirty="0" smtClean="0"/>
              <a:t> </a:t>
            </a:r>
            <a:r>
              <a:rPr lang="en-US" sz="6000" dirty="0" err="1" smtClean="0"/>
              <a:t>vā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Come</a:t>
            </a:r>
            <a:r>
              <a:rPr lang="en-US" sz="5400" dirty="0" smtClean="0">
                <a:solidFill>
                  <a:srgbClr val="FFFF00"/>
                </a:solidFill>
              </a:rPr>
              <a:t>, O Lord of the sacred </a:t>
            </a:r>
            <a:r>
              <a:rPr lang="en-US" sz="5400" dirty="0" err="1" smtClean="0">
                <a:solidFill>
                  <a:srgbClr val="FFFF00"/>
                </a:solidFill>
              </a:rPr>
              <a:t>Vijaysara</a:t>
            </a:r>
            <a:r>
              <a:rPr lang="en-US" sz="5400" dirty="0" smtClean="0">
                <a:solidFill>
                  <a:srgbClr val="FFFF00"/>
                </a:solidFill>
              </a:rPr>
              <a:t> tree, come wielding the spear, come to protect the downtrodden!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pālkkāvaḍikaḷ</a:t>
            </a:r>
            <a:r>
              <a:rPr lang="en-US" sz="6000" dirty="0" smtClean="0"/>
              <a:t> </a:t>
            </a:r>
            <a:r>
              <a:rPr lang="en-US" sz="6000" dirty="0" err="1" smtClean="0"/>
              <a:t>pūṅkāvaḍikaḷ</a:t>
            </a:r>
            <a:r>
              <a:rPr lang="en-US" sz="6000" dirty="0" smtClean="0"/>
              <a:t> </a:t>
            </a:r>
            <a:r>
              <a:rPr lang="en-US" sz="6000" dirty="0" err="1" smtClean="0"/>
              <a:t>āḍunnu</a:t>
            </a:r>
            <a:r>
              <a:rPr lang="en-US" sz="6000" dirty="0" smtClean="0"/>
              <a:t> - </a:t>
            </a:r>
            <a:r>
              <a:rPr lang="en-US" sz="6000" dirty="0" err="1" smtClean="0"/>
              <a:t>hara</a:t>
            </a:r>
            <a:r>
              <a:rPr lang="en-US" sz="6000" dirty="0" smtClean="0"/>
              <a:t> </a:t>
            </a:r>
            <a:r>
              <a:rPr lang="en-US" sz="6000" dirty="0" err="1" smtClean="0"/>
              <a:t>hara</a:t>
            </a:r>
            <a:r>
              <a:rPr lang="en-US" sz="6000" dirty="0" smtClean="0"/>
              <a:t> </a:t>
            </a:r>
            <a:r>
              <a:rPr lang="en-US" sz="6000" dirty="0" err="1" smtClean="0"/>
              <a:t>putranu</a:t>
            </a:r>
            <a:r>
              <a:rPr lang="en-US" sz="6000" dirty="0" smtClean="0"/>
              <a:t> </a:t>
            </a:r>
            <a:r>
              <a:rPr lang="en-US" sz="6000" dirty="0" err="1" smtClean="0"/>
              <a:t>hara</a:t>
            </a:r>
            <a:r>
              <a:rPr lang="en-US" sz="6000" dirty="0" smtClean="0"/>
              <a:t> </a:t>
            </a:r>
            <a:r>
              <a:rPr lang="en-US" sz="6000" dirty="0" err="1" smtClean="0"/>
              <a:t>harō</a:t>
            </a:r>
            <a:r>
              <a:rPr lang="en-US" sz="6000" dirty="0" smtClean="0"/>
              <a:t> </a:t>
            </a:r>
            <a:r>
              <a:rPr lang="en-US" sz="6000" dirty="0" err="1" smtClean="0"/>
              <a:t>hara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The festive </a:t>
            </a:r>
            <a:r>
              <a:rPr lang="en-US" sz="4800" dirty="0" err="1" smtClean="0">
                <a:solidFill>
                  <a:srgbClr val="FFFF00"/>
                </a:solidFill>
              </a:rPr>
              <a:t>Kavadis</a:t>
            </a:r>
            <a:r>
              <a:rPr lang="en-US" sz="4800" dirty="0" smtClean="0">
                <a:solidFill>
                  <a:srgbClr val="FFFF00"/>
                </a:solidFill>
              </a:rPr>
              <a:t> of milk and flowers are dancing on our shoulders. Victory to the son of Shiva, </a:t>
            </a:r>
            <a:r>
              <a:rPr lang="en-US" sz="4800" dirty="0" err="1" smtClean="0">
                <a:solidFill>
                  <a:srgbClr val="FFFF00"/>
                </a:solidFill>
              </a:rPr>
              <a:t>Haro</a:t>
            </a:r>
            <a:r>
              <a:rPr lang="en-US" sz="4800" dirty="0" smtClean="0">
                <a:solidFill>
                  <a:srgbClr val="FFFF00"/>
                </a:solidFill>
              </a:rPr>
              <a:t> Hara! 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vēṅkamaramāyavane</a:t>
            </a:r>
            <a:r>
              <a:rPr lang="en-US" sz="5400" dirty="0" smtClean="0"/>
              <a:t> </a:t>
            </a:r>
            <a:r>
              <a:rPr lang="en-US" sz="5400" dirty="0" err="1" smtClean="0"/>
              <a:t>vā</a:t>
            </a:r>
            <a:r>
              <a:rPr lang="en-US" sz="5400" dirty="0" smtClean="0"/>
              <a:t> </a:t>
            </a:r>
            <a:r>
              <a:rPr lang="en-US" sz="5400" dirty="0" err="1" smtClean="0"/>
              <a:t>vā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ēzhakaḷe</a:t>
            </a:r>
            <a:r>
              <a:rPr lang="en-US" sz="5400" dirty="0" smtClean="0"/>
              <a:t> </a:t>
            </a:r>
            <a:r>
              <a:rPr lang="en-US" sz="5400" dirty="0" err="1" smtClean="0"/>
              <a:t>kāttiḍuvān</a:t>
            </a:r>
            <a:r>
              <a:rPr lang="en-US" sz="5400" dirty="0" smtClean="0"/>
              <a:t> </a:t>
            </a:r>
            <a:r>
              <a:rPr lang="en-US" sz="5400" dirty="0" err="1" smtClean="0"/>
              <a:t>vēleḍuttu</a:t>
            </a:r>
            <a:r>
              <a:rPr lang="en-US" sz="5400" dirty="0" smtClean="0"/>
              <a:t> </a:t>
            </a:r>
            <a:r>
              <a:rPr lang="en-US" sz="5400" dirty="0" err="1" smtClean="0"/>
              <a:t>vā</a:t>
            </a:r>
            <a:r>
              <a:rPr lang="en-US" sz="5400" dirty="0" smtClean="0"/>
              <a:t> </a:t>
            </a:r>
            <a:r>
              <a:rPr lang="en-US" sz="5400" dirty="0" err="1" smtClean="0"/>
              <a:t>vā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vaḍi</a:t>
            </a:r>
            <a:r>
              <a:rPr lang="en-US" sz="5400" dirty="0" smtClean="0"/>
              <a:t> </a:t>
            </a:r>
            <a:r>
              <a:rPr lang="en-US" sz="5400" dirty="0" err="1" smtClean="0"/>
              <a:t>vēlavane</a:t>
            </a:r>
            <a:r>
              <a:rPr lang="en-US" sz="5400" dirty="0" smtClean="0"/>
              <a:t> </a:t>
            </a:r>
            <a:r>
              <a:rPr lang="en-US" sz="5400" dirty="0" err="1" smtClean="0"/>
              <a:t>vā</a:t>
            </a:r>
            <a:r>
              <a:rPr lang="en-US" sz="5400" dirty="0" smtClean="0"/>
              <a:t> </a:t>
            </a:r>
            <a:r>
              <a:rPr lang="en-US" sz="5400" dirty="0" err="1" smtClean="0"/>
              <a:t>vā</a:t>
            </a:r>
            <a:endParaRPr lang="en-US" sz="54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Come</a:t>
            </a:r>
            <a:r>
              <a:rPr lang="en-US" sz="4800" dirty="0" smtClean="0">
                <a:solidFill>
                  <a:srgbClr val="FFFF00"/>
                </a:solidFill>
              </a:rPr>
              <a:t>, O Lord of the sacred </a:t>
            </a:r>
            <a:r>
              <a:rPr lang="en-US" sz="4800" dirty="0" err="1" smtClean="0">
                <a:solidFill>
                  <a:srgbClr val="FFFF00"/>
                </a:solidFill>
              </a:rPr>
              <a:t>Vijaysara</a:t>
            </a:r>
            <a:r>
              <a:rPr lang="en-US" sz="4800" dirty="0" smtClean="0">
                <a:solidFill>
                  <a:srgbClr val="FFFF00"/>
                </a:solidFill>
              </a:rPr>
              <a:t> tree, come wielding the spear, come to protect the downtrodden!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</TotalTime>
  <Words>159</Words>
  <Application>Microsoft Office PowerPoint</Application>
  <PresentationFormat>On-screen Show (4:3)</PresentationFormat>
  <Paragraphs>22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pazhani malayil vāṇaruḷum</vt:lpstr>
      <vt:lpstr>pazhani malayil vāṇaruḷum daṇḍāyudha pāṇiye ni vā vā/</vt:lpstr>
      <vt:lpstr>ēzhakaḷe kāttiḍuvān vēlavane vā vā vaḍi vēlavane vā vā</vt:lpstr>
      <vt:lpstr>villin ñāṇolikaḷ ulakam āke muzhaṅgunnu ghōra sarppaṅgaḷ phaṇam uyartti nilkkunnu</vt:lpstr>
      <vt:lpstr>vēṅkamaramāyavane vā vā ēzhakaḷe kāttiḍuvān vēleḍuttu vā vā vaḍi vēlavane vā vā</vt:lpstr>
      <vt:lpstr>pālkkāvaḍikaḷ pūṅkāvaḍikaḷ āḍunnu - hara hara putranu hara harō hara</vt:lpstr>
      <vt:lpstr>vēṅkamaramāyavane vā vā ēzhakaḷe kāttiḍuvān vēleḍuttu vā vā vaḍi vēlavane vā vā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328</cp:revision>
  <dcterms:created xsi:type="dcterms:W3CDTF">2006-08-16T00:00:00Z</dcterms:created>
  <dcterms:modified xsi:type="dcterms:W3CDTF">2025-05-25T09:05:01Z</dcterms:modified>
</cp:coreProperties>
</file>