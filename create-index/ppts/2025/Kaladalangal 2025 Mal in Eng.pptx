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40F67-107E-4802-ADC8-CDCF78C80BF8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396C0-FF88-417E-9833-10BB411A3A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kāladaḷaṅgaḷ kozhiññu tīrnnu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kāladaḷaṅgaḷ kozhiññu tīrnnu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varṣavum vasantavum pōy maṙaññu 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days, like petals of time, have fallen one by one. Many springs and summers have slipped away,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manatāril nin divya-citraṅgaḷ cāliccu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padayātra ceyyunna śaraṇārtthan ñān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yet still I paint your divine form in my heart with the colours of longing and love. I continue my journey on foot, a refugee seeking shelter in you.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svārttha-mōhaṅgaḷ tyajicc-ende cittil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prēma-simhāsanam ñān orukkām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shall renounce all selfish desires and prepare a throne of love for you within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citaṙiya svapna-kaṇaṅgaḷ koruttoru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māla ninakkāy karuti vaykkām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From the shreds of my scattered dreams, I shall weave a garland for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ī janma-sandhyayil iruḷunna vīthiyil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iniyum taḷarnnu ñān mizhi-kūmbaṇō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The evening of my life has come, and the path ahead grows dim. Must I close my eyes in weariness and wait through yet another day?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vaṫṫiyōren mizhi-cālil orittiri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ānanda-bāṣpam niṙacciḍumō?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channels of my eyes have run dry — all my tears have long been wept. Won’t you fill them now with tears of bliss?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 ennil uṇarāte vēṇḍini pularikaḷ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pūkkaḷum puzhakaḷum pūntennalum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I no longer long for another dawn; what meaning have flowers, rivers, or the fragrant breeze, if you do not awaken within me?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varum nāḷināy kāttirippū 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kāḷikē dēvī kṛpā-varṣiṇī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I wait for the day you will come. O Kalika, most compassionate Devi, shower your grace upon me!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kāladaḷaṅgaḷ kozhiññu tīrnnu</vt:lpstr>
      <vt:lpstr>kāladaḷaṅgaḷ kozhiññu tīrnnu varṣavum vasantavum pōy maṙaññu </vt:lpstr>
      <vt:lpstr>manatāril nin divya-citraṅgaḷ cāliccu padayātra ceyyunna śaraṇārtthan ñān</vt:lpstr>
      <vt:lpstr>svārttha-mōhaṅgaḷ tyajicc-ende cittil prēma-simhāsanam ñān orukkām</vt:lpstr>
      <vt:lpstr>citaṙiya svapna-kaṇaṅgaḷ koruttoru māla ninakkāy karuti vaykkām</vt:lpstr>
      <vt:lpstr>ī janma-sandhyayil iruḷunna vīthiyil iniyum taḷarnnu ñān mizhi-kūmbaṇō</vt:lpstr>
      <vt:lpstr>vaṫṫiyōren mizhi-cālil orittiri ānanda-bāṣpam niṙacciḍumō? </vt:lpstr>
      <vt:lpstr>nī ennil uṇarāte vēṇḍini pularikaḷ pūkkaḷum puzhakaḷum pūntennalum</vt:lpstr>
      <vt:lpstr>nī varum nāḷināy kāttirippū ammē kāḷikē dēvī kṛpā-varṣiṇī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kāladaḷaṅgaḷ kozhiññu tīrnnu</dc:title>
  <dc:creator>Amrita</dc:creator>
  <cp:lastModifiedBy>Amrita</cp:lastModifiedBy>
  <cp:revision>1</cp:revision>
  <dcterms:created xsi:type="dcterms:W3CDTF">2025-06-24T06:23:59Z</dcterms:created>
  <dcterms:modified xsi:type="dcterms:W3CDTF">2025-06-24T06:25:29Z</dcterms:modified>
</cp:coreProperties>
</file>