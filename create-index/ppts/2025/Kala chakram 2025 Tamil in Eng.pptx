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91" r:id="rId2"/>
    <p:sldId id="295" r:id="rId3"/>
    <p:sldId id="296" r:id="rId4"/>
    <p:sldId id="292" r:id="rId5"/>
    <p:sldId id="297" r:id="rId6"/>
    <p:sldId id="300" r:id="rId7"/>
    <p:sldId id="301" r:id="rId8"/>
    <p:sldId id="293" r:id="rId9"/>
    <p:sldId id="298" r:id="rId10"/>
    <p:sldId id="302" r:id="rId11"/>
    <p:sldId id="303" r:id="rId12"/>
    <p:sldId id="294" r:id="rId13"/>
    <p:sldId id="299" r:id="rId14"/>
    <p:sldId id="304" r:id="rId15"/>
    <p:sldId id="305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441" autoAdjust="0"/>
  </p:normalViewPr>
  <p:slideViewPr>
    <p:cSldViewPr>
      <p:cViewPr varScale="1">
        <p:scale>
          <a:sx n="85" d="100"/>
          <a:sy n="85" d="100"/>
        </p:scale>
        <p:origin x="-1234" y="-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19-Jul-2025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kālacakram</a:t>
            </a:r>
            <a:r>
              <a:rPr lang="en-US" sz="6600" dirty="0" smtClean="0"/>
              <a:t> </a:t>
            </a:r>
            <a:r>
              <a:rPr lang="en-US" sz="6600" dirty="0" err="1" smtClean="0"/>
              <a:t>suzhalgiṙatu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6600" dirty="0" smtClean="0">
                <a:solidFill>
                  <a:srgbClr val="FFFF00"/>
                </a:solidFill>
              </a:rPr>
              <a:t>(Tamil)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kālacakram</a:t>
            </a:r>
            <a:r>
              <a:rPr lang="en-US" sz="6600" dirty="0" smtClean="0"/>
              <a:t> </a:t>
            </a:r>
            <a:r>
              <a:rPr lang="en-US" sz="6600" dirty="0" err="1" smtClean="0"/>
              <a:t>suzhalgiṙatu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kālan</a:t>
            </a:r>
            <a:r>
              <a:rPr lang="en-US" sz="6600" dirty="0" smtClean="0"/>
              <a:t> </a:t>
            </a:r>
            <a:r>
              <a:rPr lang="en-US" sz="6600" dirty="0" err="1" smtClean="0"/>
              <a:t>kālaḍi</a:t>
            </a:r>
            <a:r>
              <a:rPr lang="en-US" sz="6600" dirty="0" smtClean="0"/>
              <a:t> </a:t>
            </a:r>
            <a:r>
              <a:rPr lang="en-US" sz="6600" dirty="0" err="1" smtClean="0"/>
              <a:t>kēṭkiṙatu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The wheel of time keeps turning, and the footsteps of the Lord of Death draw near.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unatu</a:t>
            </a:r>
            <a:r>
              <a:rPr lang="en-US" sz="6000" dirty="0" smtClean="0"/>
              <a:t> </a:t>
            </a:r>
            <a:r>
              <a:rPr lang="en-US" sz="6000" dirty="0" err="1" smtClean="0"/>
              <a:t>vāzhkkai</a:t>
            </a:r>
            <a:r>
              <a:rPr lang="en-US" sz="6000" dirty="0" smtClean="0"/>
              <a:t> </a:t>
            </a:r>
            <a:r>
              <a:rPr lang="en-US" sz="6000" dirty="0" err="1" smtClean="0"/>
              <a:t>muḍiyum</a:t>
            </a:r>
            <a:r>
              <a:rPr lang="en-US" sz="6000" dirty="0" smtClean="0"/>
              <a:t> </a:t>
            </a:r>
            <a:r>
              <a:rPr lang="en-US" sz="6000" dirty="0" err="1" smtClean="0"/>
              <a:t>munnē</a:t>
            </a:r>
            <a:r>
              <a:rPr lang="en-US" sz="6000" dirty="0" smtClean="0"/>
              <a:t> - </a:t>
            </a:r>
            <a:r>
              <a:rPr lang="en-US" sz="6000" dirty="0" err="1" smtClean="0"/>
              <a:t>uṇmayai</a:t>
            </a:r>
            <a:r>
              <a:rPr lang="en-US" sz="6000" dirty="0" smtClean="0"/>
              <a:t> </a:t>
            </a:r>
            <a:r>
              <a:rPr lang="en-US" sz="6000" dirty="0" err="1" smtClean="0"/>
              <a:t>uṇarntiḍu</a:t>
            </a:r>
            <a:r>
              <a:rPr lang="en-US" sz="6000" dirty="0" smtClean="0"/>
              <a:t> </a:t>
            </a:r>
            <a:r>
              <a:rPr lang="en-US" sz="6000" dirty="0" err="1" smtClean="0"/>
              <a:t>māniḍanē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Before your life comes to an end, O Man, awaken to the Truth.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nēṫru</a:t>
            </a:r>
            <a:r>
              <a:rPr lang="en-US" sz="6600" dirty="0" smtClean="0"/>
              <a:t> </a:t>
            </a:r>
            <a:r>
              <a:rPr lang="en-US" sz="6600" dirty="0" err="1" smtClean="0"/>
              <a:t>iruntavar</a:t>
            </a:r>
            <a:r>
              <a:rPr lang="en-US" sz="6600" dirty="0" smtClean="0"/>
              <a:t> </a:t>
            </a:r>
            <a:r>
              <a:rPr lang="en-US" sz="6600" dirty="0" err="1" smtClean="0"/>
              <a:t>iṇḍru</a:t>
            </a:r>
            <a:r>
              <a:rPr lang="en-US" sz="6600" dirty="0" smtClean="0"/>
              <a:t> </a:t>
            </a:r>
            <a:r>
              <a:rPr lang="en-US" sz="6600" dirty="0" err="1" smtClean="0"/>
              <a:t>illai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eṇḍrumiruppavar</a:t>
            </a:r>
            <a:r>
              <a:rPr lang="en-US" sz="6600" dirty="0" smtClean="0"/>
              <a:t> </a:t>
            </a:r>
            <a:r>
              <a:rPr lang="en-US" sz="6600" dirty="0" err="1" smtClean="0"/>
              <a:t>yārumillai</a:t>
            </a:r>
            <a:endParaRPr lang="en-US" sz="66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Those who were here yesterday are no longer with us; no one lives forever.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guruvin</a:t>
            </a:r>
            <a:r>
              <a:rPr lang="en-US" sz="6600" dirty="0" smtClean="0"/>
              <a:t> </a:t>
            </a:r>
            <a:r>
              <a:rPr lang="en-US" sz="6600" dirty="0" err="1" smtClean="0"/>
              <a:t>vākkai</a:t>
            </a:r>
            <a:r>
              <a:rPr lang="en-US" sz="6600" dirty="0" smtClean="0"/>
              <a:t> 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ēṫṫru</a:t>
            </a:r>
            <a:r>
              <a:rPr lang="en-US" sz="6600" dirty="0" smtClean="0"/>
              <a:t> </a:t>
            </a:r>
            <a:r>
              <a:rPr lang="en-US" sz="6600" dirty="0" err="1" smtClean="0"/>
              <a:t>teḷintu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jñānum</a:t>
            </a:r>
            <a:r>
              <a:rPr lang="en-US" sz="6600" dirty="0" smtClean="0"/>
              <a:t> </a:t>
            </a:r>
            <a:r>
              <a:rPr lang="en-US" sz="6600" dirty="0" err="1" smtClean="0"/>
              <a:t>peṙuvīr</a:t>
            </a:r>
            <a:r>
              <a:rPr lang="en-US" sz="6600" dirty="0" smtClean="0"/>
              <a:t> </a:t>
            </a:r>
            <a:r>
              <a:rPr lang="en-US" sz="6600" dirty="0" err="1" smtClean="0"/>
              <a:t>māniḍarē</a:t>
            </a:r>
            <a:endParaRPr lang="en-US" sz="66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O Man, realize the supreme truth by listening to, reflecting on, and internalizing the Guru’s words.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kālacakram</a:t>
            </a:r>
            <a:r>
              <a:rPr lang="en-US" sz="6600" dirty="0" smtClean="0"/>
              <a:t> </a:t>
            </a:r>
            <a:r>
              <a:rPr lang="en-US" sz="6600" dirty="0" err="1" smtClean="0"/>
              <a:t>suzhalgiṙatu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kālan</a:t>
            </a:r>
            <a:r>
              <a:rPr lang="en-US" sz="6600" dirty="0" smtClean="0"/>
              <a:t> </a:t>
            </a:r>
            <a:r>
              <a:rPr lang="en-US" sz="6600" dirty="0" err="1" smtClean="0"/>
              <a:t>kālaḍi</a:t>
            </a:r>
            <a:r>
              <a:rPr lang="en-US" sz="6600" dirty="0" smtClean="0"/>
              <a:t> </a:t>
            </a:r>
            <a:r>
              <a:rPr lang="en-US" sz="6600" dirty="0" err="1" smtClean="0"/>
              <a:t>kēṭkiṙatu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The wheel of time keeps turning, and the footsteps of the Lord of Death draw near.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unatu</a:t>
            </a:r>
            <a:r>
              <a:rPr lang="en-US" sz="6000" dirty="0" smtClean="0"/>
              <a:t> </a:t>
            </a:r>
            <a:r>
              <a:rPr lang="en-US" sz="6000" dirty="0" err="1" smtClean="0"/>
              <a:t>vāzhkkai</a:t>
            </a:r>
            <a:r>
              <a:rPr lang="en-US" sz="6000" dirty="0" smtClean="0"/>
              <a:t> </a:t>
            </a:r>
            <a:r>
              <a:rPr lang="en-US" sz="6000" dirty="0" err="1" smtClean="0"/>
              <a:t>muḍiyum</a:t>
            </a:r>
            <a:r>
              <a:rPr lang="en-US" sz="6000" dirty="0" smtClean="0"/>
              <a:t> </a:t>
            </a:r>
            <a:r>
              <a:rPr lang="en-US" sz="6000" dirty="0" err="1" smtClean="0"/>
              <a:t>munnē</a:t>
            </a:r>
            <a:r>
              <a:rPr lang="en-US" sz="6000" dirty="0" smtClean="0"/>
              <a:t> - </a:t>
            </a:r>
            <a:r>
              <a:rPr lang="en-US" sz="6000" dirty="0" err="1" smtClean="0"/>
              <a:t>uṇmayai</a:t>
            </a:r>
            <a:r>
              <a:rPr lang="en-US" sz="6000" dirty="0" smtClean="0"/>
              <a:t> </a:t>
            </a:r>
            <a:r>
              <a:rPr lang="en-US" sz="6000" dirty="0" err="1" smtClean="0"/>
              <a:t>uṇarntiḍu</a:t>
            </a:r>
            <a:r>
              <a:rPr lang="en-US" sz="6000" dirty="0" smtClean="0"/>
              <a:t> </a:t>
            </a:r>
            <a:r>
              <a:rPr lang="en-US" sz="6000" dirty="0" err="1" smtClean="0"/>
              <a:t>māniḍanē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Before your life comes to an end, O Man, awaken to the Truth.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vāzhkaiyenbatu</a:t>
            </a:r>
            <a:r>
              <a:rPr lang="en-US" sz="6600" dirty="0" smtClean="0"/>
              <a:t> </a:t>
            </a:r>
            <a:r>
              <a:rPr lang="en-US" sz="6600" dirty="0" err="1" smtClean="0"/>
              <a:t>iṙaivan</a:t>
            </a:r>
            <a:r>
              <a:rPr lang="en-US" sz="6600" dirty="0" smtClean="0"/>
              <a:t> </a:t>
            </a:r>
            <a:r>
              <a:rPr lang="en-US" sz="6600" dirty="0" err="1" smtClean="0"/>
              <a:t>varam</a:t>
            </a:r>
            <a:r>
              <a:rPr lang="en-US" sz="6600" dirty="0" smtClean="0"/>
              <a:t> - </a:t>
            </a:r>
            <a:r>
              <a:rPr lang="en-US" sz="6600" dirty="0" err="1" smtClean="0"/>
              <a:t>vāzhti</a:t>
            </a:r>
            <a:r>
              <a:rPr lang="en-US" sz="6600" dirty="0" smtClean="0"/>
              <a:t> </a:t>
            </a:r>
            <a:r>
              <a:rPr lang="en-US" sz="6600" dirty="0" err="1" smtClean="0"/>
              <a:t>paṇintiḍa</a:t>
            </a:r>
            <a:r>
              <a:rPr lang="en-US" sz="6600" dirty="0" smtClean="0"/>
              <a:t> </a:t>
            </a:r>
            <a:r>
              <a:rPr lang="en-US" sz="6600" dirty="0" err="1" smtClean="0"/>
              <a:t>aṙiya</a:t>
            </a:r>
            <a:r>
              <a:rPr lang="en-US" sz="6600" dirty="0" smtClean="0"/>
              <a:t> </a:t>
            </a:r>
            <a:r>
              <a:rPr lang="en-US" sz="6600" dirty="0" err="1" smtClean="0"/>
              <a:t>taruṇam</a:t>
            </a:r>
            <a:endParaRPr lang="en-US" sz="66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Human life is a divine gift—a rare opportunity to pray and surrender to God.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maṙayum</a:t>
            </a:r>
            <a:r>
              <a:rPr lang="en-US" sz="6000" dirty="0" smtClean="0"/>
              <a:t> </a:t>
            </a:r>
            <a:r>
              <a:rPr lang="en-US" sz="6000" dirty="0" err="1" smtClean="0"/>
              <a:t>mumbē</a:t>
            </a:r>
            <a:r>
              <a:rPr lang="en-US" sz="6000" dirty="0" smtClean="0"/>
              <a:t> </a:t>
            </a:r>
            <a:r>
              <a:rPr lang="en-US" sz="6000" dirty="0" err="1" smtClean="0"/>
              <a:t>maṙaiporuḷ</a:t>
            </a:r>
            <a:r>
              <a:rPr lang="en-US" sz="6000" dirty="0" smtClean="0"/>
              <a:t> </a:t>
            </a:r>
            <a:r>
              <a:rPr lang="en-US" sz="6000" dirty="0" err="1" smtClean="0"/>
              <a:t>uṇarntiḍu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nīṙākum</a:t>
            </a:r>
            <a:r>
              <a:rPr lang="en-US" sz="6000" dirty="0" smtClean="0"/>
              <a:t> </a:t>
            </a:r>
            <a:r>
              <a:rPr lang="en-US" sz="6000" dirty="0" err="1" smtClean="0"/>
              <a:t>munnē</a:t>
            </a:r>
            <a:r>
              <a:rPr lang="en-US" sz="6000" dirty="0" smtClean="0"/>
              <a:t> 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uṇmayai</a:t>
            </a:r>
            <a:r>
              <a:rPr lang="en-US" sz="6000" dirty="0" smtClean="0"/>
              <a:t> </a:t>
            </a:r>
            <a:r>
              <a:rPr lang="en-US" sz="6000" dirty="0" err="1" smtClean="0"/>
              <a:t>aṙintiḍu</a:t>
            </a:r>
            <a:endParaRPr lang="en-US" sz="60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O Man, before you depart from this world, grasp the essence of the Vedas. Before you turn to ashes, seek to understand the Truth.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kālacakram</a:t>
            </a:r>
            <a:r>
              <a:rPr lang="en-US" sz="6600" dirty="0" smtClean="0"/>
              <a:t> </a:t>
            </a:r>
            <a:r>
              <a:rPr lang="en-US" sz="6600" dirty="0" err="1" smtClean="0"/>
              <a:t>suzhalgiṙatu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kālan</a:t>
            </a:r>
            <a:r>
              <a:rPr lang="en-US" sz="6600" dirty="0" smtClean="0"/>
              <a:t> </a:t>
            </a:r>
            <a:r>
              <a:rPr lang="en-US" sz="6600" dirty="0" err="1" smtClean="0"/>
              <a:t>kālaḍi</a:t>
            </a:r>
            <a:r>
              <a:rPr lang="en-US" sz="6600" dirty="0" smtClean="0"/>
              <a:t> </a:t>
            </a:r>
            <a:r>
              <a:rPr lang="en-US" sz="6600" dirty="0" err="1" smtClean="0"/>
              <a:t>kēṭkiṙatu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The wheel of time keeps turning, and the footsteps of the Lord of Death draw near.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unatu</a:t>
            </a:r>
            <a:r>
              <a:rPr lang="en-US" sz="6000" dirty="0" smtClean="0"/>
              <a:t> </a:t>
            </a:r>
            <a:r>
              <a:rPr lang="en-US" sz="6000" dirty="0" err="1" smtClean="0"/>
              <a:t>vāzhkkai</a:t>
            </a:r>
            <a:r>
              <a:rPr lang="en-US" sz="6000" dirty="0" smtClean="0"/>
              <a:t> </a:t>
            </a:r>
            <a:r>
              <a:rPr lang="en-US" sz="6000" dirty="0" err="1" smtClean="0"/>
              <a:t>muḍiyum</a:t>
            </a:r>
            <a:r>
              <a:rPr lang="en-US" sz="6000" dirty="0" smtClean="0"/>
              <a:t> </a:t>
            </a:r>
            <a:r>
              <a:rPr lang="en-US" sz="6000" dirty="0" err="1" smtClean="0"/>
              <a:t>munnē</a:t>
            </a:r>
            <a:r>
              <a:rPr lang="en-US" sz="6000" dirty="0" smtClean="0"/>
              <a:t> - </a:t>
            </a:r>
            <a:r>
              <a:rPr lang="en-US" sz="6000" dirty="0" err="1" smtClean="0"/>
              <a:t>uṇmayai</a:t>
            </a:r>
            <a:r>
              <a:rPr lang="en-US" sz="6000" dirty="0" smtClean="0"/>
              <a:t> </a:t>
            </a:r>
            <a:r>
              <a:rPr lang="en-US" sz="6000" dirty="0" err="1" smtClean="0"/>
              <a:t>uṇarntiḍu</a:t>
            </a:r>
            <a:r>
              <a:rPr lang="en-US" sz="6000" dirty="0" smtClean="0"/>
              <a:t> </a:t>
            </a:r>
            <a:r>
              <a:rPr lang="en-US" sz="6000" dirty="0" err="1" smtClean="0"/>
              <a:t>māniḍanē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Before your life comes to an end, O Man, awaken to the Truth.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nāḷaiyenpatō</a:t>
            </a:r>
            <a:r>
              <a:rPr lang="en-US" sz="6000" dirty="0" smtClean="0"/>
              <a:t> </a:t>
            </a:r>
            <a:r>
              <a:rPr lang="en-US" sz="6000" dirty="0" err="1" smtClean="0"/>
              <a:t>nammiḍamillai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inḍru</a:t>
            </a:r>
            <a:r>
              <a:rPr lang="en-US" sz="6000" dirty="0" smtClean="0"/>
              <a:t> </a:t>
            </a:r>
            <a:r>
              <a:rPr lang="en-US" sz="6000" dirty="0" err="1" smtClean="0"/>
              <a:t>maṭṭumē</a:t>
            </a:r>
            <a:r>
              <a:rPr lang="en-US" sz="6000" dirty="0" smtClean="0"/>
              <a:t> </a:t>
            </a:r>
            <a:r>
              <a:rPr lang="en-US" sz="6000" dirty="0" err="1" smtClean="0"/>
              <a:t>niccayamānatu</a:t>
            </a:r>
            <a:endParaRPr lang="en-US" sz="60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Tomorrow is not in our hands; all we truly have is today. 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ēn</a:t>
            </a:r>
            <a:r>
              <a:rPr lang="en-US" sz="6000" dirty="0" smtClean="0"/>
              <a:t> </a:t>
            </a:r>
            <a:r>
              <a:rPr lang="en-US" sz="6000" dirty="0" err="1" smtClean="0"/>
              <a:t>piṙantōm</a:t>
            </a:r>
            <a:r>
              <a:rPr lang="en-US" sz="6000" dirty="0" smtClean="0"/>
              <a:t> 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enpataiyaṙintāl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piṙavippayanai</a:t>
            </a:r>
            <a:r>
              <a:rPr lang="en-US" sz="6000" smtClean="0"/>
              <a:t> </a:t>
            </a:r>
            <a:r>
              <a:rPr lang="en-US" sz="6000" smtClean="0"/>
              <a:t/>
            </a:r>
            <a:br>
              <a:rPr lang="en-US" sz="6000" smtClean="0"/>
            </a:br>
            <a:r>
              <a:rPr lang="en-US" sz="6000" smtClean="0"/>
              <a:t>peṙuvāy</a:t>
            </a:r>
            <a:r>
              <a:rPr lang="en-US" sz="6000" dirty="0" smtClean="0"/>
              <a:t> </a:t>
            </a:r>
            <a:r>
              <a:rPr lang="en-US" sz="6000" dirty="0" err="1" smtClean="0"/>
              <a:t>manitā</a:t>
            </a:r>
            <a:endParaRPr lang="en-US" sz="60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O Man, if you come to understand the reason for your birth, you will fulfill the true purpose of this life.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kālacakram</a:t>
            </a:r>
            <a:r>
              <a:rPr lang="en-US" sz="6600" dirty="0" smtClean="0"/>
              <a:t> </a:t>
            </a:r>
            <a:r>
              <a:rPr lang="en-US" sz="6600" dirty="0" err="1" smtClean="0"/>
              <a:t>suzhalgiṙatu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kālan</a:t>
            </a:r>
            <a:r>
              <a:rPr lang="en-US" sz="6600" dirty="0" smtClean="0"/>
              <a:t> </a:t>
            </a:r>
            <a:r>
              <a:rPr lang="en-US" sz="6600" dirty="0" err="1" smtClean="0"/>
              <a:t>kālaḍi</a:t>
            </a:r>
            <a:r>
              <a:rPr lang="en-US" sz="6600" dirty="0" smtClean="0"/>
              <a:t> </a:t>
            </a:r>
            <a:r>
              <a:rPr lang="en-US" sz="6600" dirty="0" err="1" smtClean="0"/>
              <a:t>kēṭkiṙatu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The wheel of time keeps turning, and the footsteps of the Lord of Death draw near.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unatu</a:t>
            </a:r>
            <a:r>
              <a:rPr lang="en-US" sz="6000" dirty="0" smtClean="0"/>
              <a:t> </a:t>
            </a:r>
            <a:r>
              <a:rPr lang="en-US" sz="6000" dirty="0" err="1" smtClean="0"/>
              <a:t>vāzhkkai</a:t>
            </a:r>
            <a:r>
              <a:rPr lang="en-US" sz="6000" dirty="0" smtClean="0"/>
              <a:t> </a:t>
            </a:r>
            <a:r>
              <a:rPr lang="en-US" sz="6000" dirty="0" err="1" smtClean="0"/>
              <a:t>muḍiyum</a:t>
            </a:r>
            <a:r>
              <a:rPr lang="en-US" sz="6000" dirty="0" smtClean="0"/>
              <a:t> </a:t>
            </a:r>
            <a:r>
              <a:rPr lang="en-US" sz="6000" dirty="0" err="1" smtClean="0"/>
              <a:t>munnē</a:t>
            </a:r>
            <a:r>
              <a:rPr lang="en-US" sz="6000" dirty="0" smtClean="0"/>
              <a:t> - </a:t>
            </a:r>
            <a:r>
              <a:rPr lang="en-US" sz="6000" dirty="0" err="1" smtClean="0"/>
              <a:t>uṇmayai</a:t>
            </a:r>
            <a:r>
              <a:rPr lang="en-US" sz="6000" dirty="0" smtClean="0"/>
              <a:t> </a:t>
            </a:r>
            <a:r>
              <a:rPr lang="en-US" sz="6000" dirty="0" err="1" smtClean="0"/>
              <a:t>uṇarntiḍu</a:t>
            </a:r>
            <a:r>
              <a:rPr lang="en-US" sz="6000" dirty="0" smtClean="0"/>
              <a:t> </a:t>
            </a:r>
            <a:r>
              <a:rPr lang="en-US" sz="6000" dirty="0" err="1" smtClean="0"/>
              <a:t>māniḍanē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Before your life comes to an end, O Man, awaken to the Truth.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2879</TotalTime>
  <Words>333</Words>
  <Application>Microsoft Office PowerPoint</Application>
  <PresentationFormat>On-screen Show (4:3)</PresentationFormat>
  <Paragraphs>46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kālacakram suzhalgiṙatu</vt:lpstr>
      <vt:lpstr>kālacakram suzhalgiṙatu kālan kālaḍi kēṭkiṙatu</vt:lpstr>
      <vt:lpstr>unatu vāzhkkai muḍiyum munnē - uṇmayai uṇarntiḍu māniḍanē</vt:lpstr>
      <vt:lpstr>nēṫru iruntavar iṇḍru illai eṇḍrumiruppavar yārumillai</vt:lpstr>
      <vt:lpstr>guruvin vākkai  ēṫṫru teḷintu jñānum peṙuvīr māniḍarē</vt:lpstr>
      <vt:lpstr>kālacakram suzhalgiṙatu kālan kālaḍi kēṭkiṙatu</vt:lpstr>
      <vt:lpstr>unatu vāzhkkai muḍiyum munnē - uṇmayai uṇarntiḍu māniḍanē</vt:lpstr>
      <vt:lpstr>vāzhkaiyenbatu iṙaivan varam - vāzhti paṇintiḍa aṙiya taruṇam</vt:lpstr>
      <vt:lpstr>maṙayum mumbē maṙaiporuḷ uṇarntiḍu nīṙākum munnē  uṇmayai aṙintiḍu</vt:lpstr>
      <vt:lpstr>kālacakram suzhalgiṙatu kālan kālaḍi kēṭkiṙatu</vt:lpstr>
      <vt:lpstr>unatu vāzhkkai muḍiyum munnē - uṇmayai uṇarntiḍu māniḍanē</vt:lpstr>
      <vt:lpstr>nāḷaiyenpatō nammiḍamillai inḍru maṭṭumē niccayamānatu</vt:lpstr>
      <vt:lpstr>ēn piṙantōm  enpataiyaṙintāl piṙavippayanai  peṙuvāy manitā</vt:lpstr>
      <vt:lpstr>kālacakram suzhalgiṙatu kālan kālaḍi kēṭkiṙatu</vt:lpstr>
      <vt:lpstr>unatu vāzhkkai muḍiyum munnē - uṇmayai uṇarntiḍu māniḍanē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AMMA</cp:lastModifiedBy>
  <cp:revision>328</cp:revision>
  <dcterms:created xsi:type="dcterms:W3CDTF">2006-08-16T00:00:00Z</dcterms:created>
  <dcterms:modified xsi:type="dcterms:W3CDTF">2025-07-19T14:24:12Z</dcterms:modified>
</cp:coreProperties>
</file>