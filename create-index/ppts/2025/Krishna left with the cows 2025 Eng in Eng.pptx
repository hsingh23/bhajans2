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2" r:id="rId2"/>
    <p:sldId id="307" r:id="rId3"/>
    <p:sldId id="293" r:id="rId4"/>
    <p:sldId id="300" r:id="rId5"/>
    <p:sldId id="294" r:id="rId6"/>
    <p:sldId id="301" r:id="rId7"/>
    <p:sldId id="295" r:id="rId8"/>
    <p:sldId id="302" r:id="rId9"/>
    <p:sldId id="296" r:id="rId10"/>
    <p:sldId id="303" r:id="rId11"/>
    <p:sldId id="297" r:id="rId12"/>
    <p:sldId id="304" r:id="rId13"/>
    <p:sldId id="298" r:id="rId14"/>
    <p:sldId id="305" r:id="rId15"/>
    <p:sldId id="299" r:id="rId16"/>
    <p:sldId id="306" r:id="rId17"/>
    <p:sldId id="308" r:id="rId18"/>
    <p:sldId id="30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Krishna left with the cows, </a:t>
            </a:r>
            <a:r>
              <a:rPr lang="en-US" sz="7200" dirty="0" err="1" smtClean="0">
                <a:cs typeface="Rachana" pitchFamily="2" charset="0"/>
              </a:rPr>
              <a:t>Radha's</a:t>
            </a:r>
            <a:r>
              <a:rPr lang="en-US" sz="7200" dirty="0" smtClean="0">
                <a:cs typeface="Rachana" pitchFamily="2" charset="0"/>
              </a:rPr>
              <a:t> heart is </a:t>
            </a:r>
            <a:r>
              <a:rPr lang="en-US" sz="7200" dirty="0" smtClean="0">
                <a:cs typeface="Rachana" pitchFamily="2" charset="0"/>
              </a:rPr>
              <a:t>aching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in the woods wandering, in despair she's pleading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“O flowers, O trees, have you seen Ghana </a:t>
            </a:r>
            <a:r>
              <a:rPr lang="en-US" sz="7200" dirty="0" err="1" smtClean="0">
                <a:cs typeface="Rachana" pitchFamily="2" charset="0"/>
              </a:rPr>
              <a:t>Shyam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my soul is yearning for my beloved one”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Krishna, </a:t>
            </a:r>
            <a:r>
              <a:rPr lang="en-US" sz="7200" dirty="0" err="1" smtClean="0">
                <a:cs typeface="Rachana" pitchFamily="2" charset="0"/>
              </a:rPr>
              <a:t>Radha</a:t>
            </a:r>
            <a:r>
              <a:rPr lang="en-US" sz="7200" dirty="0" smtClean="0">
                <a:cs typeface="Rachana" pitchFamily="2" charset="0"/>
              </a:rPr>
              <a:t> is longing for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Krishna, Krishna may I merge in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her eyes is flowing the river Yamuna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in her pain is revealed, Krishna's divine </a:t>
            </a:r>
            <a:r>
              <a:rPr lang="en-US" sz="7200" dirty="0" err="1" smtClean="0">
                <a:cs typeface="Rachana" pitchFamily="2" charset="0"/>
              </a:rPr>
              <a:t>leela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“may your will be done, we surrender indeed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we will chant your name serving those in need”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Krishna, </a:t>
            </a:r>
            <a:r>
              <a:rPr lang="en-US" sz="7200" dirty="0" err="1" smtClean="0">
                <a:cs typeface="Rachana" pitchFamily="2" charset="0"/>
              </a:rPr>
              <a:t>Radha</a:t>
            </a:r>
            <a:r>
              <a:rPr lang="en-US" sz="7200" dirty="0" smtClean="0">
                <a:cs typeface="Rachana" pitchFamily="2" charset="0"/>
              </a:rPr>
              <a:t> is longing for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Krishna, Krishna may I merge in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with the peacock feather, comes her </a:t>
            </a:r>
            <a:r>
              <a:rPr lang="en-US" sz="7200" dirty="0" err="1" smtClean="0">
                <a:cs typeface="Rachana" pitchFamily="2" charset="0"/>
              </a:rPr>
              <a:t>Giridhari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in a surge of sharing, she calls all the </a:t>
            </a:r>
            <a:r>
              <a:rPr lang="en-US" sz="7200" dirty="0" err="1" smtClean="0">
                <a:cs typeface="Rachana" pitchFamily="2" charset="0"/>
              </a:rPr>
              <a:t>gopis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and losing themselves in the Rasa </a:t>
            </a:r>
            <a:r>
              <a:rPr lang="en-US" sz="7200" dirty="0" err="1" smtClean="0">
                <a:cs typeface="Rachana" pitchFamily="2" charset="0"/>
              </a:rPr>
              <a:t>Leela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to the sound of his flute, they all dance with Krishna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Krishna, </a:t>
            </a:r>
            <a:r>
              <a:rPr lang="en-US" sz="7200" dirty="0" err="1" smtClean="0">
                <a:cs typeface="Rachana" pitchFamily="2" charset="0"/>
              </a:rPr>
              <a:t>Radha</a:t>
            </a:r>
            <a:r>
              <a:rPr lang="en-US" sz="7200" dirty="0" smtClean="0">
                <a:cs typeface="Rachana" pitchFamily="2" charset="0"/>
              </a:rPr>
              <a:t> is longing for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Krishna, Krishna may I merge in you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158</Words>
  <Application>Microsoft Office PowerPoint</Application>
  <PresentationFormat>On-screen Show (4:3)</PresentationFormat>
  <Paragraphs>18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Krishna left with the cows, Radha's heart is aching</vt:lpstr>
      <vt:lpstr>in the woods wandering, in despair she's pleading</vt:lpstr>
      <vt:lpstr>“O flowers, O trees, have you seen Ghana Shyam</vt:lpstr>
      <vt:lpstr>my soul is yearning for my beloved one”</vt:lpstr>
      <vt:lpstr>Krishna, Radha is longing for you</vt:lpstr>
      <vt:lpstr>Krishna, Krishna may I merge in you</vt:lpstr>
      <vt:lpstr>in her eyes is flowing the river Yamuna</vt:lpstr>
      <vt:lpstr>in her pain is revealed, Krishna's divine leela</vt:lpstr>
      <vt:lpstr>“may your will be done, we surrender indeed</vt:lpstr>
      <vt:lpstr>we will chant your name serving those in need”</vt:lpstr>
      <vt:lpstr>Krishna, Radha is longing for you</vt:lpstr>
      <vt:lpstr>Krishna, Krishna may I merge in you</vt:lpstr>
      <vt:lpstr>with the peacock feather, comes her Giridhari</vt:lpstr>
      <vt:lpstr>in a surge of sharing, she calls all the gopis</vt:lpstr>
      <vt:lpstr>and losing themselves in the Rasa Leela</vt:lpstr>
      <vt:lpstr>to the sound of his flute, they all dance with Krishna</vt:lpstr>
      <vt:lpstr>Krishna, Radha is longing for you</vt:lpstr>
      <vt:lpstr>Krishna, Krishna may I merge in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2025-07-15T14:58:10Z</dcterms:modified>
</cp:coreProperties>
</file>