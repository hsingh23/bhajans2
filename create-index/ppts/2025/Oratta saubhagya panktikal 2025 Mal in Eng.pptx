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1" r:id="rId2"/>
    <p:sldId id="302" r:id="rId3"/>
    <p:sldId id="301" r:id="rId4"/>
    <p:sldId id="294" r:id="rId5"/>
    <p:sldId id="295" r:id="rId6"/>
    <p:sldId id="296" r:id="rId7"/>
    <p:sldId id="297" r:id="rId8"/>
    <p:sldId id="293" r:id="rId9"/>
    <p:sldId id="298" r:id="rId10"/>
    <p:sldId id="299" r:id="rId11"/>
    <p:sldId id="30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ōrātta</a:t>
            </a:r>
            <a:r>
              <a:rPr lang="en-US" sz="6600" dirty="0" smtClean="0"/>
              <a:t> </a:t>
            </a:r>
            <a:r>
              <a:rPr lang="en-US" sz="6600" dirty="0" err="1" smtClean="0"/>
              <a:t>saubhāgya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000" smtClean="0">
                <a:solidFill>
                  <a:srgbClr val="FFFF00"/>
                </a:solidFill>
              </a:rPr>
              <a:t>(Malayalam)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ōrātta</a:t>
            </a:r>
            <a:r>
              <a:rPr lang="en-US" sz="6600" dirty="0" smtClean="0"/>
              <a:t> </a:t>
            </a:r>
            <a:r>
              <a:rPr lang="en-US" sz="6600" dirty="0" err="1" smtClean="0"/>
              <a:t>saubhāgya-panktikaḷ</a:t>
            </a:r>
            <a:r>
              <a:rPr lang="en-US" sz="6600" dirty="0" smtClean="0"/>
              <a:t> </a:t>
            </a:r>
            <a:r>
              <a:rPr lang="en-US" sz="6600" dirty="0" err="1" smtClean="0"/>
              <a:t>ēki</a:t>
            </a:r>
            <a:r>
              <a:rPr lang="en-US" sz="6600" dirty="0" smtClean="0"/>
              <a:t> </a:t>
            </a:r>
            <a:r>
              <a:rPr lang="en-US" sz="6600" dirty="0" err="1" smtClean="0"/>
              <a:t>nī</a:t>
            </a:r>
            <a:r>
              <a:rPr lang="en-US" sz="6600" dirty="0" smtClean="0"/>
              <a:t> - </a:t>
            </a:r>
            <a:r>
              <a:rPr lang="en-US" sz="6600" dirty="0" err="1" smtClean="0"/>
              <a:t>ōmalāy</a:t>
            </a:r>
            <a:r>
              <a:rPr lang="en-US" sz="6600" dirty="0" smtClean="0"/>
              <a:t> </a:t>
            </a:r>
            <a:r>
              <a:rPr lang="en-US" sz="6600" dirty="0" err="1" smtClean="0"/>
              <a:t>enne</a:t>
            </a:r>
            <a:r>
              <a:rPr lang="en-US" sz="6600" dirty="0" smtClean="0"/>
              <a:t> </a:t>
            </a:r>
            <a:r>
              <a:rPr lang="en-US" sz="6600" dirty="0" err="1" smtClean="0"/>
              <a:t>vaḷartti</a:t>
            </a:r>
            <a:r>
              <a:rPr lang="en-US" sz="6600" dirty="0" smtClean="0"/>
              <a:t> </a:t>
            </a:r>
            <a:r>
              <a:rPr lang="en-US" sz="6600" dirty="0" err="1" smtClean="0"/>
              <a:t>ennum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You raised me as your cherished one, always blessing me with your </a:t>
            </a:r>
            <a:r>
              <a:rPr lang="en-US" sz="6000" dirty="0" smtClean="0">
                <a:solidFill>
                  <a:srgbClr val="FFFF00"/>
                </a:solidFill>
              </a:rPr>
              <a:t>grace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amṛta-kaṇaṅgaḷ</a:t>
            </a:r>
            <a:r>
              <a:rPr lang="en-US" sz="6000" dirty="0" smtClean="0"/>
              <a:t> </a:t>
            </a:r>
            <a:r>
              <a:rPr lang="en-US" sz="6000" dirty="0" smtClean="0"/>
              <a:t>ī </a:t>
            </a:r>
            <a:r>
              <a:rPr lang="en-US" sz="6000" dirty="0" err="1" smtClean="0"/>
              <a:t>vanalataykk-ēki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ārāma-sīmayil</a:t>
            </a:r>
            <a:r>
              <a:rPr lang="en-US" sz="6000" dirty="0" smtClean="0"/>
              <a:t> </a:t>
            </a:r>
            <a:r>
              <a:rPr lang="en-US" sz="6000" dirty="0" err="1" smtClean="0"/>
              <a:t>iḍam</a:t>
            </a:r>
            <a:r>
              <a:rPr lang="en-US" sz="6000" dirty="0" smtClean="0"/>
              <a:t> </a:t>
            </a:r>
            <a:r>
              <a:rPr lang="en-US" sz="6000" dirty="0" err="1" smtClean="0"/>
              <a:t>tarumō</a:t>
            </a:r>
            <a:r>
              <a:rPr lang="en-US" sz="6000" dirty="0" smtClean="0"/>
              <a:t>?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—</a:t>
            </a:r>
            <a:r>
              <a:rPr lang="en-US" sz="5400" dirty="0" smtClean="0">
                <a:solidFill>
                  <a:srgbClr val="FFFF00"/>
                </a:solidFill>
              </a:rPr>
              <a:t>will you not spare a drop of nectar for this wildflower, and a place at the edge of your garden?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ōrma</a:t>
            </a:r>
            <a:r>
              <a:rPr lang="en-US" sz="6000" dirty="0" smtClean="0"/>
              <a:t> tan </a:t>
            </a:r>
            <a:r>
              <a:rPr lang="en-US" sz="6000" dirty="0" err="1" smtClean="0"/>
              <a:t>kuvalaya-mukuḷam</a:t>
            </a:r>
            <a:r>
              <a:rPr lang="en-US" sz="6000" dirty="0" smtClean="0"/>
              <a:t> </a:t>
            </a:r>
            <a:r>
              <a:rPr lang="en-US" sz="6000" dirty="0" err="1" smtClean="0"/>
              <a:t>viḍarnnatu</a:t>
            </a:r>
            <a:r>
              <a:rPr lang="en-US" sz="6000" dirty="0" smtClean="0"/>
              <a:t> - </a:t>
            </a:r>
            <a:r>
              <a:rPr lang="en-US" sz="6000" dirty="0" err="1" smtClean="0"/>
              <a:t>oḷi</a:t>
            </a:r>
            <a:r>
              <a:rPr lang="en-US" sz="6000" dirty="0" smtClean="0"/>
              <a:t> </a:t>
            </a:r>
            <a:r>
              <a:rPr lang="en-US" sz="6000" dirty="0" err="1" smtClean="0"/>
              <a:t>tūkum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> </a:t>
            </a:r>
            <a:r>
              <a:rPr lang="en-US" sz="6000" dirty="0" err="1" smtClean="0"/>
              <a:t>smēra-prabhayil</a:t>
            </a:r>
            <a:r>
              <a:rPr lang="en-US" sz="6000" dirty="0" smtClean="0"/>
              <a:t> </a:t>
            </a:r>
            <a:r>
              <a:rPr lang="en-US" sz="6000" dirty="0" err="1" smtClean="0"/>
              <a:t>allō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The tender lotus bud of memory blossoms in the radiant light of your remembrance.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ōḷaṅgaḷāl</a:t>
            </a:r>
            <a:r>
              <a:rPr lang="en-US" sz="6000" dirty="0" smtClean="0"/>
              <a:t> </a:t>
            </a:r>
            <a:r>
              <a:rPr lang="en-US" sz="6000" dirty="0" err="1" smtClean="0"/>
              <a:t>ēṙe</a:t>
            </a:r>
            <a:r>
              <a:rPr lang="en-US" sz="6000" dirty="0" smtClean="0"/>
              <a:t> </a:t>
            </a:r>
            <a:r>
              <a:rPr lang="en-US" sz="6000" dirty="0" err="1" smtClean="0"/>
              <a:t>ulayunnu</a:t>
            </a:r>
            <a:r>
              <a:rPr lang="en-US" sz="6000" dirty="0" smtClean="0"/>
              <a:t> </a:t>
            </a:r>
            <a:r>
              <a:rPr lang="en-US" sz="6000" dirty="0" err="1" smtClean="0"/>
              <a:t>eṅkilum</a:t>
            </a:r>
            <a:r>
              <a:rPr lang="en-US" sz="6000" dirty="0" smtClean="0"/>
              <a:t> - </a:t>
            </a:r>
            <a:r>
              <a:rPr lang="en-US" sz="6000" dirty="0" err="1" smtClean="0"/>
              <a:t>ōrkkunnu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> </a:t>
            </a:r>
            <a:r>
              <a:rPr lang="en-US" sz="6000" dirty="0" err="1" smtClean="0"/>
              <a:t>mahāvaibhavaṅgaḷ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Though </a:t>
            </a:r>
            <a:r>
              <a:rPr lang="en-US" sz="6000" dirty="0" smtClean="0">
                <a:solidFill>
                  <a:srgbClr val="FFFF00"/>
                </a:solidFill>
              </a:rPr>
              <a:t>tossed by restless waves, I recall your boundless </a:t>
            </a:r>
            <a:r>
              <a:rPr lang="en-US" sz="6000" dirty="0" smtClean="0">
                <a:solidFill>
                  <a:srgbClr val="FFFF00"/>
                </a:solidFill>
              </a:rPr>
              <a:t>glory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oru</a:t>
            </a:r>
            <a:r>
              <a:rPr lang="en-US" sz="5400" dirty="0" smtClean="0"/>
              <a:t> </a:t>
            </a:r>
            <a:r>
              <a:rPr lang="en-US" sz="5400" dirty="0" err="1" smtClean="0"/>
              <a:t>mātra</a:t>
            </a:r>
            <a:r>
              <a:rPr lang="en-US" sz="5400" dirty="0" smtClean="0"/>
              <a:t> </a:t>
            </a:r>
            <a:r>
              <a:rPr lang="en-US" sz="5400" dirty="0" err="1" smtClean="0"/>
              <a:t>eṅkilum</a:t>
            </a:r>
            <a:r>
              <a:rPr lang="en-US" sz="5400" dirty="0" smtClean="0"/>
              <a:t> </a:t>
            </a:r>
            <a:r>
              <a:rPr lang="en-US" sz="5400" dirty="0" err="1" smtClean="0"/>
              <a:t>centāraḍikaḷil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onn-amarnnīḍuvān</a:t>
            </a:r>
            <a:r>
              <a:rPr lang="en-US" sz="5400" dirty="0" smtClean="0"/>
              <a:t> </a:t>
            </a:r>
            <a:r>
              <a:rPr lang="en-US" sz="5400" dirty="0" err="1" smtClean="0"/>
              <a:t>uṇḍu</a:t>
            </a:r>
            <a:r>
              <a:rPr lang="en-US" sz="5400" dirty="0" smtClean="0"/>
              <a:t> </a:t>
            </a:r>
            <a:r>
              <a:rPr lang="en-US" sz="5400" dirty="0" err="1" smtClean="0"/>
              <a:t>mōham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and </a:t>
            </a:r>
            <a:r>
              <a:rPr lang="en-US" sz="6000" dirty="0" smtClean="0">
                <a:solidFill>
                  <a:srgbClr val="FFFF00"/>
                </a:solidFill>
              </a:rPr>
              <a:t>long to rest, if only for a moment, at your lotus feet.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auddhatyam</a:t>
            </a:r>
            <a:r>
              <a:rPr lang="en-US" sz="6000" dirty="0" smtClean="0"/>
              <a:t> </a:t>
            </a:r>
            <a:r>
              <a:rPr lang="en-US" sz="6000" dirty="0" err="1" smtClean="0"/>
              <a:t>ennu</a:t>
            </a:r>
            <a:r>
              <a:rPr lang="en-US" sz="6000" dirty="0" smtClean="0"/>
              <a:t> </a:t>
            </a:r>
            <a:r>
              <a:rPr lang="en-US" sz="6000" dirty="0" err="1" smtClean="0"/>
              <a:t>ninaccīḍollē</a:t>
            </a:r>
            <a:r>
              <a:rPr lang="en-US" sz="6000" dirty="0" smtClean="0"/>
              <a:t> </a:t>
            </a:r>
            <a:r>
              <a:rPr lang="en-US" sz="6000" dirty="0" err="1" smtClean="0"/>
              <a:t>kaḍa</a:t>
            </a:r>
            <a:r>
              <a:rPr lang="en-US" sz="6000" dirty="0" smtClean="0"/>
              <a:t>-</a:t>
            </a:r>
            <a:br>
              <a:rPr lang="en-US" sz="6000" dirty="0" smtClean="0"/>
            </a:br>
            <a:r>
              <a:rPr lang="en-US" sz="6000" dirty="0" err="1" smtClean="0"/>
              <a:t>kaṇṇināl</a:t>
            </a:r>
            <a:r>
              <a:rPr lang="en-US" sz="6000" dirty="0" smtClean="0"/>
              <a:t> </a:t>
            </a:r>
            <a:r>
              <a:rPr lang="en-US" sz="6000" dirty="0" err="1" smtClean="0"/>
              <a:t>onnu</a:t>
            </a:r>
            <a:r>
              <a:rPr lang="en-US" sz="6000" dirty="0" smtClean="0"/>
              <a:t> </a:t>
            </a:r>
            <a:r>
              <a:rPr lang="en-US" sz="6000" dirty="0" err="1" smtClean="0"/>
              <a:t>viḷiccīḍumō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Do </a:t>
            </a:r>
            <a:r>
              <a:rPr lang="en-US" sz="5400" dirty="0" smtClean="0">
                <a:solidFill>
                  <a:srgbClr val="FFFF00"/>
                </a:solidFill>
              </a:rPr>
              <a:t>not mistake this yearning for pride; will you beckon me with a glance from the corner of your eye?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onnum</a:t>
            </a:r>
            <a:r>
              <a:rPr lang="en-US" sz="6000" dirty="0" smtClean="0"/>
              <a:t> </a:t>
            </a:r>
            <a:r>
              <a:rPr lang="en-US" sz="6000" dirty="0" err="1" smtClean="0"/>
              <a:t>uriyāḍān</a:t>
            </a:r>
            <a:r>
              <a:rPr lang="en-US" sz="6000" dirty="0" smtClean="0"/>
              <a:t> </a:t>
            </a:r>
            <a:r>
              <a:rPr lang="en-US" sz="6000" dirty="0" err="1" smtClean="0"/>
              <a:t>kazhiyāte</a:t>
            </a:r>
            <a:r>
              <a:rPr lang="en-US" sz="6000" dirty="0" smtClean="0"/>
              <a:t> </a:t>
            </a:r>
            <a:r>
              <a:rPr lang="en-US" sz="6000" dirty="0" err="1" smtClean="0"/>
              <a:t>citaṙunnu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orāyiram</a:t>
            </a:r>
            <a:r>
              <a:rPr lang="en-US" sz="6000" dirty="0" smtClean="0"/>
              <a:t> </a:t>
            </a:r>
            <a:r>
              <a:rPr lang="en-US" sz="6000" dirty="0" err="1" smtClean="0"/>
              <a:t>cuḍu-nisvanaṅgaḷ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I’ve shed a thousand sighs of longing, yet not a single word could I speak.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oru</a:t>
            </a:r>
            <a:r>
              <a:rPr lang="en-US" sz="6000" dirty="0" smtClean="0"/>
              <a:t> </a:t>
            </a:r>
            <a:r>
              <a:rPr lang="en-US" sz="6000" dirty="0" err="1" smtClean="0"/>
              <a:t>dalamarmmaram</a:t>
            </a:r>
            <a:r>
              <a:rPr lang="en-US" sz="6000" dirty="0" smtClean="0"/>
              <a:t> </a:t>
            </a:r>
            <a:r>
              <a:rPr lang="en-US" sz="6000" dirty="0" err="1" smtClean="0"/>
              <a:t>pōlum</a:t>
            </a:r>
            <a:r>
              <a:rPr lang="en-US" sz="6000" dirty="0" smtClean="0"/>
              <a:t> </a:t>
            </a:r>
            <a:r>
              <a:rPr lang="en-US" sz="6000" dirty="0" err="1" smtClean="0"/>
              <a:t>aṙiyum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onnum</a:t>
            </a:r>
            <a:r>
              <a:rPr lang="en-US" sz="6000" dirty="0" smtClean="0"/>
              <a:t> </a:t>
            </a:r>
            <a:r>
              <a:rPr lang="en-US" sz="6000" dirty="0" err="1" smtClean="0"/>
              <a:t>aṙiyāttapōl</a:t>
            </a:r>
            <a:r>
              <a:rPr lang="en-US" sz="6000" dirty="0" smtClean="0"/>
              <a:t> </a:t>
            </a:r>
            <a:r>
              <a:rPr lang="en-US" sz="6000" dirty="0" err="1" smtClean="0"/>
              <a:t>naḍippū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You </a:t>
            </a:r>
            <a:r>
              <a:rPr lang="en-US" sz="5400" dirty="0" smtClean="0">
                <a:solidFill>
                  <a:srgbClr val="FFFF00"/>
                </a:solidFill>
              </a:rPr>
              <a:t>— who understand even the murmur of a leaf — why do you pretend not to know?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ōḍi</a:t>
            </a:r>
            <a:r>
              <a:rPr lang="en-US" sz="5400" dirty="0" smtClean="0"/>
              <a:t> </a:t>
            </a:r>
            <a:r>
              <a:rPr lang="en-US" sz="5400" dirty="0" err="1" smtClean="0"/>
              <a:t>taḷarnn-ende</a:t>
            </a:r>
            <a:r>
              <a:rPr lang="en-US" sz="5400" dirty="0" smtClean="0"/>
              <a:t> </a:t>
            </a:r>
            <a:r>
              <a:rPr lang="en-US" sz="5400" dirty="0" err="1" smtClean="0"/>
              <a:t>vāḍum</a:t>
            </a:r>
            <a:r>
              <a:rPr lang="en-US" sz="5400" dirty="0" smtClean="0"/>
              <a:t> </a:t>
            </a:r>
            <a:r>
              <a:rPr lang="en-US" sz="5400" dirty="0" err="1" smtClean="0"/>
              <a:t>akakkāmbu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pāḍē</a:t>
            </a:r>
            <a:r>
              <a:rPr lang="en-US" sz="5400" dirty="0" smtClean="0"/>
              <a:t> </a:t>
            </a:r>
            <a:r>
              <a:rPr lang="en-US" sz="5400" dirty="0" err="1" smtClean="0"/>
              <a:t>eriññaḍ-aṅgīḍum</a:t>
            </a:r>
            <a:r>
              <a:rPr lang="en-US" sz="5400" dirty="0" smtClean="0"/>
              <a:t> </a:t>
            </a:r>
            <a:r>
              <a:rPr lang="en-US" sz="5400" dirty="0" err="1" smtClean="0"/>
              <a:t>munnē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Before </a:t>
            </a:r>
            <a:r>
              <a:rPr lang="en-US" sz="6000" dirty="0" smtClean="0">
                <a:solidFill>
                  <a:srgbClr val="FFFF00"/>
                </a:solidFill>
              </a:rPr>
              <a:t>my innermost being withers, weary from seeking you,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ōmkāra-poruḷē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> </a:t>
            </a:r>
            <a:r>
              <a:rPr lang="en-US" sz="6000" dirty="0" err="1" smtClean="0"/>
              <a:t>pāda-padmattiṅkal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nirlīnam</a:t>
            </a:r>
            <a:r>
              <a:rPr lang="en-US" sz="6000" dirty="0" smtClean="0"/>
              <a:t> </a:t>
            </a:r>
            <a:r>
              <a:rPr lang="en-US" sz="6000" dirty="0" err="1" smtClean="0"/>
              <a:t>ākaṇē</a:t>
            </a:r>
            <a:r>
              <a:rPr lang="en-US" sz="6000" dirty="0" smtClean="0"/>
              <a:t> </a:t>
            </a:r>
            <a:r>
              <a:rPr lang="en-US" sz="6000" dirty="0" err="1" smtClean="0"/>
              <a:t>ende</a:t>
            </a:r>
            <a:r>
              <a:rPr lang="en-US" sz="6000" dirty="0" smtClean="0"/>
              <a:t> </a:t>
            </a:r>
            <a:r>
              <a:rPr lang="en-US" sz="6000" dirty="0" err="1" smtClean="0"/>
              <a:t>cittam</a:t>
            </a:r>
            <a:r>
              <a:rPr lang="en-US" sz="6000" dirty="0" smtClean="0"/>
              <a:t> 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dissolve </a:t>
            </a:r>
            <a:r>
              <a:rPr lang="en-US" sz="6600" dirty="0" smtClean="0">
                <a:solidFill>
                  <a:srgbClr val="FFFF00"/>
                </a:solidFill>
              </a:rPr>
              <a:t>my mind at your lotus feet, </a:t>
            </a:r>
            <a:r>
              <a:rPr lang="en-US" sz="6600" dirty="0" smtClean="0">
                <a:solidFill>
                  <a:srgbClr val="FFFF00"/>
                </a:solidFill>
              </a:rPr>
              <a:t/>
            </a:r>
            <a:br>
              <a:rPr lang="en-US" sz="6600" dirty="0" smtClean="0">
                <a:solidFill>
                  <a:srgbClr val="FFFF00"/>
                </a:solidFill>
              </a:rPr>
            </a:br>
            <a:r>
              <a:rPr lang="en-US" sz="6600" dirty="0" smtClean="0">
                <a:solidFill>
                  <a:srgbClr val="FFFF00"/>
                </a:solidFill>
              </a:rPr>
              <a:t>O </a:t>
            </a:r>
            <a:r>
              <a:rPr lang="en-US" sz="6600" dirty="0" smtClean="0">
                <a:solidFill>
                  <a:srgbClr val="FFFF00"/>
                </a:solidFill>
              </a:rPr>
              <a:t>divine essence of Om.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228</Words>
  <Application>Microsoft Office PowerPoint</Application>
  <PresentationFormat>On-screen Show (4:3)</PresentationFormat>
  <Paragraphs>34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ōrātta saubhāgya</vt:lpstr>
      <vt:lpstr>ōrātta saubhāgya-panktikaḷ ēki nī - ōmalāy enne vaḷartti ennum</vt:lpstr>
      <vt:lpstr>amṛta-kaṇaṅgaḷ ī vanalataykk-ēki nin ārāma-sīmayil iḍam tarumō?</vt:lpstr>
      <vt:lpstr>ōrma tan kuvalaya-mukuḷam viḍarnnatu - oḷi tūkum nin smēra-prabhayil allō</vt:lpstr>
      <vt:lpstr>ōḷaṅgaḷāl ēṙe ulayunnu eṅkilum - ōrkkunnu nin mahāvaibhavaṅgaḷ</vt:lpstr>
      <vt:lpstr>oru mātra eṅkilum centāraḍikaḷil onn-amarnnīḍuvān uṇḍu mōham</vt:lpstr>
      <vt:lpstr>auddhatyam ennu ninaccīḍollē kaḍa- kaṇṇināl onnu viḷiccīḍumō</vt:lpstr>
      <vt:lpstr>onnum uriyāḍān kazhiyāte citaṙunnu orāyiram cuḍu-nisvanaṅgaḷ</vt:lpstr>
      <vt:lpstr>oru dalamarmmaram pōlum aṙiyum nī onnum aṙiyāttapōl naḍippū</vt:lpstr>
      <vt:lpstr>ōḍi taḷarnn-ende vāḍum akakkāmbu pāḍē eriññaḍ-aṅgīḍum munnē</vt:lpstr>
      <vt:lpstr>ōmkāra-poruḷē nin pāda-padmattiṅkal  nirlīnam ākaṇē ende cittam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327</cp:revision>
  <dcterms:created xsi:type="dcterms:W3CDTF">2006-08-16T00:00:00Z</dcterms:created>
  <dcterms:modified xsi:type="dcterms:W3CDTF">2025-05-25T17:24:00Z</dcterms:modified>
</cp:coreProperties>
</file>