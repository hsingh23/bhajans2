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E871-35AB-4A52-B72A-9B57D41542FE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44374-D70C-43E7-85C8-64DE3B51C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ālakālam ēṫṫru kātta nīlakaṇṭhanē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2025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ālakālam ēṫṫru kātta nīlakaṇṭhanē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ādiśakti pāti nirkkum ammaiyappanē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O Blue-Throated One, who held the deadly poison in your throat! O Father who stands united with the Primordial Shakti!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ālamaram kīzhamarnta jñānadēśikā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āgamaṅkaḷ vāzhttukinḍra tāyumānavā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O Guru of wisdom, who sat beneath the banyan tree! O One whom the scriptures praise as both Mother and Father!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uḷḷamatu nilayillāmal ōḍi alayumē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uḷḷa śakti payanillāmal virayamākumē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mind, without steadiness, runs and wanders aimlessly; its inner power, without purpose, is wasted away.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untanatu nāmarūpam dhyānam seyyavē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uḷḷamatu amaitiyāki āṫṫral ōṁkumē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But by meditating on your name and form, the mind becomes peaceful and its strength grows.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uḷḷakkuḷḷē unnaikkāṇum bhakti perukavē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ulakeṅkum unnaikāṇum pēṙu vāykkumē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devotion grows to see you within the heart, the good fortune to see you everywhere in the world arises.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uḷḷatellām nīyenḍruṇarum jñānam tōṇḍrumē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ulakattin sēvai untan sēvayākumē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Knowledge dawns, realizing that all that exists is only you, and serving the world becomes service to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īśā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paramēśā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girivāsā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azhakēśā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nēśā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aruṇēśā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jagadīśā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amṛtēśā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dirty="0" smtClean="0">
                <a:solidFill>
                  <a:srgbClr val="FFFF00"/>
                </a:solidFill>
                <a:latin typeface="Calibri"/>
              </a:rPr>
              <a:t>Lord, supreme lord, dweller of the mountain, lord of beauty, beloved lord, lord </a:t>
            </a:r>
            <a:r>
              <a:rPr lang="en-US" sz="4800" smtClean="0">
                <a:solidFill>
                  <a:srgbClr val="FFFF00"/>
                </a:solidFill>
                <a:latin typeface="Calibri"/>
              </a:rPr>
              <a:t>of </a:t>
            </a:r>
            <a:r>
              <a:rPr lang="en-US" sz="4800" smtClean="0">
                <a:solidFill>
                  <a:srgbClr val="FFFF00"/>
                </a:solidFill>
                <a:latin typeface="Calibri"/>
              </a:rPr>
              <a:t>arunachala</a:t>
            </a:r>
            <a:r>
              <a:rPr lang="en-US" sz="4800" dirty="0" smtClean="0">
                <a:solidFill>
                  <a:srgbClr val="FFFF00"/>
                </a:solidFill>
                <a:latin typeface="Calibri"/>
              </a:rPr>
              <a:t>, lord of the universe, lord of immortality…</a:t>
            </a:r>
            <a:endParaRPr lang="en-US" sz="48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191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ālakālam ēṫṫru kātta nīlakaṇṭhanē 2025</vt:lpstr>
      <vt:lpstr>ālakālam ēṫṫru kātta nīlakaṇṭhanē ādiśakti pāti nirkkum ammaiyappanē</vt:lpstr>
      <vt:lpstr>ālamaram kīzhamarnta jñānadēśikā āgamaṅkaḷ vāzhttukinḍra tāyumānavā</vt:lpstr>
      <vt:lpstr>uḷḷamatu nilayillāmal ōḍi alayumē uḷḷa śakti payanillāmal virayamākumē</vt:lpstr>
      <vt:lpstr>untanatu nāmarūpam dhyānam seyyavē uḷḷamatu amaitiyāki āṫṫral ōṁkumē</vt:lpstr>
      <vt:lpstr>uḷḷakkuḷḷē unnaikkāṇum bhakti perukavē ulakeṅkum unnaikāṇum pēṙu vāykkumē</vt:lpstr>
      <vt:lpstr>uḷḷatellām nīyenḍruṇarum jñānam tōṇḍrumē ulakattin sēvai untan sēvayākumē </vt:lpstr>
      <vt:lpstr>īśā paramēśā girivāsā azhakēśā nēśā aruṇēśā jagadīśā amṛtēśā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ālakālam ēṫṫru kātta nīlakaṇṭhanē 2025</dc:title>
  <dc:creator>Amrita</dc:creator>
  <cp:lastModifiedBy>Amrita</cp:lastModifiedBy>
  <cp:revision>4</cp:revision>
  <dcterms:created xsi:type="dcterms:W3CDTF">2025-06-14T10:24:48Z</dcterms:created>
  <dcterms:modified xsi:type="dcterms:W3CDTF">2025-06-27T14:50:31Z</dcterms:modified>
</cp:coreProperties>
</file>