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0E0E9B4-539A-40CF-81FC-5C7CB23385D0}"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E0E9B4-539A-40CF-81FC-5C7CB23385D0}"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0E9B4-539A-40CF-81FC-5C7CB23385D0}"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E0E9B4-539A-40CF-81FC-5C7CB23385D0}"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E0E9B4-539A-40CF-81FC-5C7CB23385D0}" type="datetimeFigureOut">
              <a:rPr lang="en-US" smtClean="0"/>
              <a:t>6/7/2025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E0E9B4-539A-40CF-81FC-5C7CB23385D0}" type="datetimeFigureOut">
              <a:rPr lang="en-US" smtClean="0"/>
              <a:t>6/7/2025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E0E9B4-539A-40CF-81FC-5C7CB23385D0}" type="datetimeFigureOut">
              <a:rPr lang="en-US" smtClean="0"/>
              <a:t>6/7/2025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E0E9B4-539A-40CF-81FC-5C7CB23385D0}"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E0E9B4-539A-40CF-81FC-5C7CB23385D0}" type="datetimeFigureOut">
              <a:rPr lang="en-US" smtClean="0"/>
              <a:t>6/7/2025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E0E9B4-539A-40CF-81FC-5C7CB23385D0}"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E0E9B4-539A-40CF-81FC-5C7CB23385D0}" type="datetimeFigureOut">
              <a:rPr lang="en-US" smtClean="0"/>
              <a:t>6/7/2025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7C60F-B05E-4E9B-8CA6-C3086C93E97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E0E9B4-539A-40CF-81FC-5C7CB23385D0}" type="datetimeFigureOut">
              <a:rPr lang="en-US" smtClean="0"/>
              <a:t>6/7/2025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7C60F-B05E-4E9B-8CA6-C3086C93E97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bhuvanaika-sundarā </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bhuvanaika-sundarā aṇayuvān vaikunnō</a:t>
            </a:r>
            <a:br>
              <a:rPr lang="en-US" sz="5600" smtClean="0">
                <a:solidFill>
                  <a:srgbClr val="FFFFFF"/>
                </a:solidFill>
                <a:latin typeface="Calibri"/>
              </a:rPr>
            </a:br>
            <a:r>
              <a:rPr lang="en-US" sz="5600" smtClean="0">
                <a:solidFill>
                  <a:srgbClr val="FFFFFF"/>
                </a:solidFill>
                <a:latin typeface="Calibri"/>
              </a:rPr>
              <a:t>mama pāṇipādaṅgaḷ taḷarnnīḍunnu</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O Lord, the only beauty in the universe, why do you delay in coming to me? My hands and feet grow weary,</a:t>
            </a:r>
            <a:endParaRPr lang="en-US" sz="56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700" smtClean="0">
                <a:solidFill>
                  <a:srgbClr val="FFFFFF"/>
                </a:solidFill>
                <a:latin typeface="Calibri"/>
              </a:rPr>
              <a:t>śravaṇa-nayanaṅgaḷil kūriruḷ cūzhunnu</a:t>
            </a:r>
            <a:br>
              <a:rPr lang="en-US" sz="5700" smtClean="0">
                <a:solidFill>
                  <a:srgbClr val="FFFFFF"/>
                </a:solidFill>
                <a:latin typeface="Calibri"/>
              </a:rPr>
            </a:br>
            <a:r>
              <a:rPr lang="en-US" sz="5700" smtClean="0">
                <a:solidFill>
                  <a:srgbClr val="FFFFFF"/>
                </a:solidFill>
                <a:latin typeface="Calibri"/>
              </a:rPr>
              <a:t>virahānalakkanal uḷḷil eriyunnu</a:t>
            </a:r>
            <a:endParaRPr lang="en-US" sz="57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darkness engulfs my eyes and ears, and my heart smoulders in the unbearable pain of separation from you.</a:t>
            </a:r>
            <a:endParaRPr lang="en-US" sz="56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śōkārdra-rāgam orāyiram varumō nī</a:t>
            </a:r>
            <a:br>
              <a:rPr lang="en-US" sz="5600" smtClean="0">
                <a:solidFill>
                  <a:srgbClr val="FFFFFF"/>
                </a:solidFill>
                <a:latin typeface="Calibri"/>
              </a:rPr>
            </a:br>
            <a:r>
              <a:rPr lang="en-US" sz="5600" smtClean="0">
                <a:solidFill>
                  <a:srgbClr val="FFFFFF"/>
                </a:solidFill>
                <a:latin typeface="Calibri"/>
              </a:rPr>
              <a:t>hṛdaya-vēṇuvitil śruti mīṭṭiḍām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Will a thousand melodies of sorrow come to me? I shall play them upon the veena of my heart.</a:t>
            </a:r>
            <a:endParaRPr lang="en-US" sz="5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panthāvenyē śatam cintāgōvṛndam </a:t>
            </a:r>
            <a:br>
              <a:rPr lang="en-US" sz="5600" smtClean="0">
                <a:solidFill>
                  <a:srgbClr val="FFFFFF"/>
                </a:solidFill>
                <a:latin typeface="Calibri"/>
              </a:rPr>
            </a:br>
            <a:r>
              <a:rPr lang="en-US" sz="5600" smtClean="0">
                <a:solidFill>
                  <a:srgbClr val="FFFFFF"/>
                </a:solidFill>
                <a:latin typeface="Calibri"/>
              </a:rPr>
              <a:t>vṛndāraṇyam enn-akamitil mēyciḍām</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My thoughts, like a hundred herds of cows, will wander through my heart—now the forest of Vrindavan.</a:t>
            </a:r>
            <a:endParaRPr lang="en-US" sz="56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800" smtClean="0">
                <a:solidFill>
                  <a:srgbClr val="FFFFFF"/>
                </a:solidFill>
                <a:latin typeface="Calibri"/>
              </a:rPr>
              <a:t>satvaram en manōratham itil aṇayū nī</a:t>
            </a:r>
            <a:br>
              <a:rPr lang="en-US" sz="5800" smtClean="0">
                <a:solidFill>
                  <a:srgbClr val="FFFFFF"/>
                </a:solidFill>
                <a:latin typeface="Calibri"/>
              </a:rPr>
            </a:br>
            <a:r>
              <a:rPr lang="en-US" sz="5800" smtClean="0">
                <a:solidFill>
                  <a:srgbClr val="FFFFFF"/>
                </a:solidFill>
                <a:latin typeface="Calibri"/>
              </a:rPr>
              <a:t>hastam itu nīṭṭi nilkkunnu ñān</a:t>
            </a:r>
            <a:endParaRPr lang="en-US" sz="58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Come swiftly in the chariot of my heart. Like Rukmini, I stand with outstretched hand, waiting for you to lift me up.</a:t>
            </a:r>
            <a:endParaRPr lang="en-US" sz="56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700" smtClean="0">
                <a:solidFill>
                  <a:srgbClr val="FFFFFF"/>
                </a:solidFill>
                <a:latin typeface="Calibri"/>
              </a:rPr>
              <a:t>hṛttitin sandēśam ettiyillē enne</a:t>
            </a:r>
            <a:br>
              <a:rPr lang="en-US" sz="5700" smtClean="0">
                <a:solidFill>
                  <a:srgbClr val="FFFFFF"/>
                </a:solidFill>
                <a:latin typeface="Calibri"/>
              </a:rPr>
            </a:br>
            <a:r>
              <a:rPr lang="en-US" sz="5700" smtClean="0">
                <a:solidFill>
                  <a:srgbClr val="FFFFFF"/>
                </a:solidFill>
                <a:latin typeface="Calibri"/>
              </a:rPr>
              <a:t>mukti tan dhāmam aṇaccīḍillē</a:t>
            </a:r>
            <a:endParaRPr lang="en-US" sz="57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Has the message of my yearning heart not yet reached you? You who dwell in every heart, you who are ever tender toward your devotees—will you not carry me to your abode of liberation?</a:t>
            </a:r>
            <a:endParaRPr lang="en-US" sz="45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175</Words>
  <Application>Microsoft Office PowerPoint</Application>
  <PresentationFormat>On-screen Show (4:3)</PresentationFormat>
  <Paragraphs>15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bhuvanaika-sundarā </vt:lpstr>
      <vt:lpstr>bhuvanaika-sundarā aṇayuvān vaikunnō mama pāṇipādaṅgaḷ taḷarnnīḍunnu</vt:lpstr>
      <vt:lpstr>śravaṇa-nayanaṅgaḷil kūriruḷ cūzhunnu virahānalakkanal uḷḷil eriyunnu</vt:lpstr>
      <vt:lpstr>śōkārdra-rāgam orāyiram varumō nī hṛdaya-vēṇuvitil śruti mīṭṭiḍām</vt:lpstr>
      <vt:lpstr>panthāvenyē śatam cintāgōvṛndam  vṛndāraṇyam enn-akamitil mēyciḍām</vt:lpstr>
      <vt:lpstr>satvaram en manōratham itil aṇayū nī hastam itu nīṭṭi nilkkunnu ñān</vt:lpstr>
      <vt:lpstr>hṛttitin sandēśam ettiyillē enne mukti tan dhāmam aṇaccīḍillē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bhuvanaika-sundarā</dc:title>
  <dc:creator>Amrita</dc:creator>
  <cp:lastModifiedBy>Amrita</cp:lastModifiedBy>
  <cp:revision>1</cp:revision>
  <dcterms:created xsi:type="dcterms:W3CDTF">2025-06-07T11:53:19Z</dcterms:created>
  <dcterms:modified xsi:type="dcterms:W3CDTF">2025-06-07T11:54:53Z</dcterms:modified>
</cp:coreProperties>
</file>