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B1869-1EB9-4F49-B284-BCECE7AF1C4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70F76-1285-4777-AE85-09F3AEA68B7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kunnu kadanattin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oru kunnu kadanattin bhāraṅgaḷ ēnti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ammē nin tirumunnil vannu ninnu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I came into your divine presence carrying heavy bundles of sorrow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tozhutu nilkkumbōḷ nī tirumizhiyāl enne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tazhuki talōḍi atende puṇyam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. As I stood with palms folded in prayer before you, you caressed me with your gaze.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patirillā prēmattin pāl kumbham nīṭṭi nī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atirillā kāruṇyam tūkiḍumbōḷ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you extend to me the milk pot of pure love and shower boundless compassion,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utirumī mizhinīr malarukaḷ allāte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illammē tṛpāda-pūjaykk-ēkān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have nothing to offer at your divine feet but the tears that flow from my eyes like flowers of adoration.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collāte collunna mizhikaḷālē ende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nombaraṅgaḷ munnil kāzhca vaccu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Through my eyes that spoke, I surrendered all my sorrows to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vākkukaḷāl oṭṭum varṇṇikkān ākātta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snēhavāypil ñān tariccu ninnu…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In the flow of your love that transcends words, I forgot myself and stood in a blissful trance, unable to look away from you.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/ammē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enne maṙannu ñān nōkki ninnu…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forgot myself and stood in a blissful trance, unable to look away from 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158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oru kunnu kadanattin</vt:lpstr>
      <vt:lpstr>oru kunnu kadanattin bhāraṅgaḷ ēnti ñān ammē nin tirumunnil vannu ninnu</vt:lpstr>
      <vt:lpstr>tozhutu nilkkumbōḷ nī tirumizhiyāl enne tazhuki talōḍi atende puṇyam</vt:lpstr>
      <vt:lpstr>patirillā prēmattin pāl kumbham nīṭṭi nī atirillā kāruṇyam tūkiḍumbōḷ</vt:lpstr>
      <vt:lpstr>utirumī mizhinīr malarukaḷ allāte illammē tṛpāda-pūjaykk-ēkān</vt:lpstr>
      <vt:lpstr>collāte collunna mizhikaḷālē ende nombaraṅgaḷ munnil kāzhca vaccu</vt:lpstr>
      <vt:lpstr>vākkukaḷāl oṭṭum varṇṇikkān ākātta snēhavāypil ñān tariccu ninnu… </vt:lpstr>
      <vt:lpstr>/ammē enne maṙannu ñān nōkki ninnu…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oru kunnu kadanattin</dc:title>
  <dc:creator>Amrita</dc:creator>
  <cp:lastModifiedBy>Amrita</cp:lastModifiedBy>
  <cp:revision>1</cp:revision>
  <dcterms:created xsi:type="dcterms:W3CDTF">2025-06-11T10:24:27Z</dcterms:created>
  <dcterms:modified xsi:type="dcterms:W3CDTF">2025-06-11T10:29:47Z</dcterms:modified>
</cp:coreProperties>
</file>