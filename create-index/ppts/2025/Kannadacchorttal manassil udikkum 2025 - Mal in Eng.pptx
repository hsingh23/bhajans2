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6" r:id="rId2"/>
    <p:sldId id="293" r:id="rId3"/>
    <p:sldId id="287" r:id="rId4"/>
    <p:sldId id="295" r:id="rId5"/>
    <p:sldId id="288" r:id="rId6"/>
    <p:sldId id="289" r:id="rId7"/>
    <p:sldId id="299" r:id="rId8"/>
    <p:sldId id="291" r:id="rId9"/>
    <p:sldId id="292" r:id="rId10"/>
    <p:sldId id="30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kaṇṇaḍaccōrttāl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manassil</a:t>
            </a:r>
            <a:r>
              <a:rPr lang="en-US" sz="6600" dirty="0" smtClean="0"/>
              <a:t> </a:t>
            </a:r>
            <a:r>
              <a:rPr lang="en-US" sz="6600" dirty="0" err="1" smtClean="0"/>
              <a:t>udikkum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2025 (Malayalam)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kaṇṇaḍaccōrttāl</a:t>
            </a:r>
            <a:r>
              <a:rPr lang="en-US" sz="6600" dirty="0" smtClean="0"/>
              <a:t> </a:t>
            </a:r>
            <a:r>
              <a:rPr lang="en-US" sz="6600" dirty="0" err="1" smtClean="0"/>
              <a:t>manassil</a:t>
            </a:r>
            <a:r>
              <a:rPr lang="en-US" sz="6600" dirty="0" smtClean="0"/>
              <a:t> </a:t>
            </a:r>
            <a:r>
              <a:rPr lang="en-US" sz="6600" dirty="0" err="1" smtClean="0"/>
              <a:t>udikkum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ātma-prakāśam</a:t>
            </a:r>
            <a:r>
              <a:rPr lang="en-US" sz="6600" dirty="0" smtClean="0"/>
              <a:t> </a:t>
            </a:r>
            <a:r>
              <a:rPr lang="en-US" sz="6600" dirty="0" err="1" smtClean="0"/>
              <a:t>āṇamma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 is the light of the Self that dawns in the mind when we close our eyes and remember her.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eviḍeyāṇeṅkilum</a:t>
            </a:r>
            <a:r>
              <a:rPr lang="en-US" sz="6000" dirty="0" smtClean="0"/>
              <a:t> </a:t>
            </a:r>
            <a:r>
              <a:rPr lang="en-US" sz="6000" dirty="0" err="1" smtClean="0"/>
              <a:t>dūrattil</a:t>
            </a:r>
            <a:r>
              <a:rPr lang="en-US" sz="6000" dirty="0" smtClean="0"/>
              <a:t> </a:t>
            </a:r>
            <a:r>
              <a:rPr lang="en-US" sz="6000" dirty="0" err="1" smtClean="0"/>
              <a:t>allātta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uḷḷil</a:t>
            </a:r>
            <a:r>
              <a:rPr lang="en-US" sz="6000" dirty="0" smtClean="0"/>
              <a:t> </a:t>
            </a:r>
            <a:r>
              <a:rPr lang="en-US" sz="6000" dirty="0" err="1" smtClean="0"/>
              <a:t>niṙaññuḷḷa</a:t>
            </a:r>
            <a:r>
              <a:rPr lang="en-US" sz="6000" dirty="0" smtClean="0"/>
              <a:t> </a:t>
            </a:r>
            <a:r>
              <a:rPr lang="en-US" sz="6000" dirty="0" err="1" smtClean="0"/>
              <a:t>satta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ā </a:t>
            </a:r>
            <a:r>
              <a:rPr lang="en-US" sz="6000" dirty="0" err="1" smtClean="0"/>
              <a:t>ātmānubhūtiyāṇamma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She is the essence that fills our heart, closer than the closest, wherever we are she is never distant. Mother is the blissful experience of the Self.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800" dirty="0" err="1" smtClean="0"/>
              <a:t>ammē</a:t>
            </a:r>
            <a:r>
              <a:rPr lang="en-US" sz="8800" dirty="0" smtClean="0"/>
              <a:t> </a:t>
            </a:r>
            <a:r>
              <a:rPr lang="en-US" sz="8800" dirty="0" err="1" smtClean="0"/>
              <a:t>mahākāḷī</a:t>
            </a:r>
            <a:r>
              <a:rPr lang="en-US" sz="8800" dirty="0" smtClean="0"/>
              <a:t>… </a:t>
            </a:r>
            <a:r>
              <a:rPr lang="en-US" sz="8800" dirty="0" err="1" smtClean="0"/>
              <a:t>ammē</a:t>
            </a:r>
            <a:r>
              <a:rPr lang="en-US" sz="8800" dirty="0" smtClean="0"/>
              <a:t> </a:t>
            </a:r>
            <a:r>
              <a:rPr lang="en-US" sz="8800" dirty="0" err="1" smtClean="0"/>
              <a:t>parāśaktī</a:t>
            </a:r>
            <a:r>
              <a:rPr lang="en-US" sz="8800" dirty="0" smtClean="0"/>
              <a:t>…</a:t>
            </a:r>
            <a:endParaRPr lang="en-US" sz="8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 Mother, great goddess Kali! </a:t>
            </a:r>
            <a:endParaRPr lang="en-US" sz="7200" dirty="0" smtClean="0">
              <a:solidFill>
                <a:srgbClr val="FFFF00"/>
              </a:solidFill>
            </a:endParaRPr>
          </a:p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Mother </a:t>
            </a:r>
            <a:r>
              <a:rPr lang="en-US" sz="7200" dirty="0" err="1" smtClean="0">
                <a:solidFill>
                  <a:srgbClr val="FFFF00"/>
                </a:solidFill>
              </a:rPr>
              <a:t>Parashakti</a:t>
            </a:r>
            <a:r>
              <a:rPr lang="en-US" sz="7200" dirty="0" smtClean="0">
                <a:solidFill>
                  <a:srgbClr val="FFFF00"/>
                </a:solidFill>
              </a:rPr>
              <a:t>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naśvaram</a:t>
            </a:r>
            <a:r>
              <a:rPr lang="en-US" sz="6600" dirty="0" smtClean="0"/>
              <a:t> </a:t>
            </a:r>
            <a:r>
              <a:rPr lang="en-US" sz="6600" dirty="0" err="1" smtClean="0"/>
              <a:t>ākumī</a:t>
            </a:r>
            <a:r>
              <a:rPr lang="en-US" sz="6600" dirty="0" smtClean="0"/>
              <a:t> </a:t>
            </a:r>
            <a:r>
              <a:rPr lang="en-US" sz="6600" dirty="0" err="1" smtClean="0"/>
              <a:t>māyāprapañcattil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veṙum</a:t>
            </a:r>
            <a:r>
              <a:rPr lang="en-US" sz="6600" dirty="0" smtClean="0"/>
              <a:t> </a:t>
            </a:r>
            <a:r>
              <a:rPr lang="en-US" sz="6600" dirty="0" err="1" smtClean="0"/>
              <a:t>oru</a:t>
            </a:r>
            <a:r>
              <a:rPr lang="en-US" sz="6600" dirty="0" smtClean="0"/>
              <a:t> </a:t>
            </a:r>
            <a:r>
              <a:rPr lang="en-US" sz="6600" dirty="0" err="1" smtClean="0"/>
              <a:t>sākṣiyāṇamma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great goddess Kali! Mother </a:t>
            </a:r>
            <a:r>
              <a:rPr lang="en-US" sz="5400" dirty="0" err="1" smtClean="0">
                <a:solidFill>
                  <a:srgbClr val="FFFF00"/>
                </a:solidFill>
              </a:rPr>
              <a:t>Parashakti</a:t>
            </a:r>
            <a:r>
              <a:rPr lang="en-US" sz="5400" dirty="0" smtClean="0">
                <a:solidFill>
                  <a:srgbClr val="FFFF00"/>
                </a:solidFill>
              </a:rPr>
              <a:t>! You are only a witness to this </a:t>
            </a:r>
            <a:r>
              <a:rPr lang="en-US" sz="5400" dirty="0" err="1" smtClean="0">
                <a:solidFill>
                  <a:srgbClr val="FFFF00"/>
                </a:solidFill>
              </a:rPr>
              <a:t>epheremal</a:t>
            </a:r>
            <a:r>
              <a:rPr lang="en-US" sz="5400" dirty="0" smtClean="0">
                <a:solidFill>
                  <a:srgbClr val="FFFF00"/>
                </a:solidFill>
              </a:rPr>
              <a:t> world of </a:t>
            </a:r>
            <a:r>
              <a:rPr lang="en-US" sz="5400" dirty="0" err="1" smtClean="0">
                <a:solidFill>
                  <a:srgbClr val="FFFF00"/>
                </a:solidFill>
              </a:rPr>
              <a:t>maya</a:t>
            </a:r>
            <a:r>
              <a:rPr lang="en-US" sz="5400" dirty="0" smtClean="0">
                <a:solidFill>
                  <a:srgbClr val="FFFF00"/>
                </a:solidFill>
              </a:rPr>
              <a:t>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māyājālaṅgaḷ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sṛṣṭīccum</a:t>
            </a:r>
            <a:r>
              <a:rPr lang="en-US" sz="6000" dirty="0" smtClean="0"/>
              <a:t> </a:t>
            </a:r>
            <a:r>
              <a:rPr lang="en-US" sz="6000" dirty="0" err="1" smtClean="0"/>
              <a:t>poṭṭiccum</a:t>
            </a:r>
            <a:r>
              <a:rPr lang="en-US" sz="6000" dirty="0" smtClean="0"/>
              <a:t> - </a:t>
            </a:r>
            <a:r>
              <a:rPr lang="en-US" sz="6000" dirty="0" err="1" smtClean="0"/>
              <a:t>hṛdayāntarāḷattil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vasippū</a:t>
            </a:r>
            <a:r>
              <a:rPr lang="en-US" sz="6000" dirty="0" smtClean="0"/>
              <a:t> - </a:t>
            </a:r>
            <a:r>
              <a:rPr lang="en-US" sz="6000" dirty="0" err="1" smtClean="0"/>
              <a:t>ennum</a:t>
            </a:r>
            <a:r>
              <a:rPr lang="en-US" sz="6000" dirty="0" smtClean="0"/>
              <a:t> </a:t>
            </a:r>
            <a:r>
              <a:rPr lang="en-US" sz="6000" dirty="0" err="1" smtClean="0"/>
              <a:t>uḷḷil</a:t>
            </a:r>
            <a:r>
              <a:rPr lang="en-US" sz="6000" dirty="0" smtClean="0"/>
              <a:t> </a:t>
            </a:r>
            <a:r>
              <a:rPr lang="en-US" sz="6000" dirty="0" err="1" smtClean="0"/>
              <a:t>niṙaññuḷḷa</a:t>
            </a:r>
            <a:r>
              <a:rPr lang="en-US" sz="6000" dirty="0" smtClean="0"/>
              <a:t> </a:t>
            </a:r>
            <a:r>
              <a:rPr lang="en-US" sz="6000" dirty="0" err="1" smtClean="0"/>
              <a:t>satta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Creating and destroying illusions, you reside in the depths of the heart as the supreme unchanging essence.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800" dirty="0" err="1" smtClean="0"/>
              <a:t>ammē</a:t>
            </a:r>
            <a:r>
              <a:rPr lang="en-US" sz="8800" dirty="0" smtClean="0"/>
              <a:t> </a:t>
            </a:r>
            <a:r>
              <a:rPr lang="en-US" sz="8800" dirty="0" err="1" smtClean="0"/>
              <a:t>mahākāḷī</a:t>
            </a:r>
            <a:r>
              <a:rPr lang="en-US" sz="8800" dirty="0" smtClean="0"/>
              <a:t>… </a:t>
            </a:r>
            <a:r>
              <a:rPr lang="en-US" sz="8800" dirty="0" err="1" smtClean="0"/>
              <a:t>ammē</a:t>
            </a:r>
            <a:r>
              <a:rPr lang="en-US" sz="8800" dirty="0" smtClean="0"/>
              <a:t> </a:t>
            </a:r>
            <a:r>
              <a:rPr lang="en-US" sz="8800" dirty="0" err="1" smtClean="0"/>
              <a:t>parāśaktī</a:t>
            </a:r>
            <a:r>
              <a:rPr lang="en-US" sz="8800" dirty="0" smtClean="0"/>
              <a:t>…</a:t>
            </a:r>
            <a:endParaRPr lang="en-US" sz="8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 Mother, great goddess Kali! </a:t>
            </a:r>
            <a:endParaRPr lang="en-US" sz="7200" dirty="0" smtClean="0">
              <a:solidFill>
                <a:srgbClr val="FFFF00"/>
              </a:solidFill>
            </a:endParaRPr>
          </a:p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Mother </a:t>
            </a:r>
            <a:r>
              <a:rPr lang="en-US" sz="7200" dirty="0" err="1" smtClean="0">
                <a:solidFill>
                  <a:srgbClr val="FFFF00"/>
                </a:solidFill>
              </a:rPr>
              <a:t>Parashakti</a:t>
            </a:r>
            <a:r>
              <a:rPr lang="en-US" sz="7200" dirty="0" smtClean="0">
                <a:solidFill>
                  <a:srgbClr val="FFFF00"/>
                </a:solidFill>
              </a:rPr>
              <a:t>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sṛṣṭijālaṅgaḷil</a:t>
            </a:r>
            <a:r>
              <a:rPr lang="en-US" sz="6600" dirty="0" smtClean="0"/>
              <a:t> </a:t>
            </a:r>
            <a:r>
              <a:rPr lang="en-US" sz="6600" dirty="0" err="1" smtClean="0"/>
              <a:t>kṛpa</a:t>
            </a:r>
            <a:r>
              <a:rPr lang="en-US" sz="6600" dirty="0" smtClean="0"/>
              <a:t> </a:t>
            </a:r>
            <a:r>
              <a:rPr lang="en-US" sz="6600" dirty="0" err="1" smtClean="0"/>
              <a:t>coriññeppōzhum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āśīrvadikkunnu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Mother ever showers her grace and blesses all the beings in creation.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uṇmayāy</a:t>
            </a:r>
            <a:r>
              <a:rPr lang="en-US" sz="5400" dirty="0" smtClean="0"/>
              <a:t> </a:t>
            </a:r>
            <a:r>
              <a:rPr lang="en-US" sz="5400" dirty="0" err="1" smtClean="0"/>
              <a:t>mauna</a:t>
            </a:r>
            <a:r>
              <a:rPr lang="en-US" sz="5400" dirty="0" smtClean="0"/>
              <a:t> </a:t>
            </a:r>
            <a:r>
              <a:rPr lang="en-US" sz="5400" dirty="0" err="1" smtClean="0"/>
              <a:t>sākṣiyāy</a:t>
            </a:r>
            <a:r>
              <a:rPr lang="en-US" sz="5400" dirty="0" smtClean="0"/>
              <a:t> </a:t>
            </a:r>
            <a:r>
              <a:rPr lang="en-US" sz="5400" dirty="0" err="1" smtClean="0"/>
              <a:t>varttikkum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ātmānubhūtiyāṇamma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ennum</a:t>
            </a:r>
            <a:r>
              <a:rPr lang="en-US" sz="5400" dirty="0" smtClean="0"/>
              <a:t> </a:t>
            </a:r>
            <a:r>
              <a:rPr lang="en-US" sz="5400" dirty="0" err="1" smtClean="0"/>
              <a:t>uḷḷil</a:t>
            </a:r>
            <a:r>
              <a:rPr lang="en-US" sz="5400" dirty="0" smtClean="0"/>
              <a:t> </a:t>
            </a:r>
            <a:r>
              <a:rPr lang="en-US" sz="5400" dirty="0" err="1" smtClean="0"/>
              <a:t>niṙaññuḷḷa</a:t>
            </a:r>
            <a:r>
              <a:rPr lang="en-US" sz="5400" dirty="0" smtClean="0"/>
              <a:t> </a:t>
            </a:r>
            <a:r>
              <a:rPr lang="en-US" sz="5400" dirty="0" err="1" smtClean="0"/>
              <a:t>satta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She dwells as the essence of existence, as the silent witness, as the experience of the blissful Self that shines within the heart.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800" dirty="0" err="1" smtClean="0"/>
              <a:t>ammē</a:t>
            </a:r>
            <a:r>
              <a:rPr lang="en-US" sz="8800" dirty="0" smtClean="0"/>
              <a:t> </a:t>
            </a:r>
            <a:r>
              <a:rPr lang="en-US" sz="8800" dirty="0" err="1" smtClean="0"/>
              <a:t>mahākāḷī</a:t>
            </a:r>
            <a:r>
              <a:rPr lang="en-US" sz="8800" dirty="0" smtClean="0"/>
              <a:t>… </a:t>
            </a:r>
            <a:r>
              <a:rPr lang="en-US" sz="8800" dirty="0" err="1" smtClean="0"/>
              <a:t>ammē</a:t>
            </a:r>
            <a:r>
              <a:rPr lang="en-US" sz="8800" dirty="0" smtClean="0"/>
              <a:t> </a:t>
            </a:r>
            <a:r>
              <a:rPr lang="en-US" sz="8800" dirty="0" err="1" smtClean="0"/>
              <a:t>parāśaktī</a:t>
            </a:r>
            <a:r>
              <a:rPr lang="en-US" sz="8800" dirty="0" smtClean="0"/>
              <a:t>…</a:t>
            </a:r>
            <a:endParaRPr lang="en-US" sz="8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 Mother, great goddess Kali! </a:t>
            </a:r>
            <a:endParaRPr lang="en-US" sz="7200" dirty="0" smtClean="0">
              <a:solidFill>
                <a:srgbClr val="FFFF00"/>
              </a:solidFill>
            </a:endParaRPr>
          </a:p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Mother </a:t>
            </a:r>
            <a:r>
              <a:rPr lang="en-US" sz="7200" dirty="0" err="1" smtClean="0">
                <a:solidFill>
                  <a:srgbClr val="FFFF00"/>
                </a:solidFill>
              </a:rPr>
              <a:t>Parashakti</a:t>
            </a:r>
            <a:r>
              <a:rPr lang="en-US" sz="7200" dirty="0" smtClean="0">
                <a:solidFill>
                  <a:srgbClr val="FFFF00"/>
                </a:solidFill>
              </a:rPr>
              <a:t>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223</Words>
  <Application>Microsoft Office PowerPoint</Application>
  <PresentationFormat>On-screen Show (4:3)</PresentationFormat>
  <Paragraphs>33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kaṇṇaḍaccōrttāl  manassil udikkum</vt:lpstr>
      <vt:lpstr>kaṇṇaḍaccōrttāl manassil udikkum ātma-prakāśam āṇamma</vt:lpstr>
      <vt:lpstr>eviḍeyāṇeṅkilum dūrattil allātta uḷḷil niṙaññuḷḷa satta ā ātmānubhūtiyāṇamma</vt:lpstr>
      <vt:lpstr>ammē mahākāḷī… ammē parāśaktī…</vt:lpstr>
      <vt:lpstr>naśvaram ākumī māyāprapañcattil veṙum oru sākṣiyāṇamma</vt:lpstr>
      <vt:lpstr>māyājālaṅgaḷ sṛṣṭīccum poṭṭiccum - hṛdayāntarāḷattil nī vasippū - ennum uḷḷil niṙaññuḷḷa satta</vt:lpstr>
      <vt:lpstr>ammē mahākāḷī… ammē parāśaktī…</vt:lpstr>
      <vt:lpstr>sṛṣṭijālaṅgaḷil kṛpa coriññeppōzhum āśīrvadikkunnu amma</vt:lpstr>
      <vt:lpstr>uṇmayāy mauna sākṣiyāy varttikkum ātmānubhūtiyāṇamma ennum uḷḷil niṙaññuḷḷa satta</vt:lpstr>
      <vt:lpstr>ammē mahākāḷī… ammē parāśaktī…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307</cp:revision>
  <dcterms:created xsi:type="dcterms:W3CDTF">2006-08-16T00:00:00Z</dcterms:created>
  <dcterms:modified xsi:type="dcterms:W3CDTF">2025-03-22T13:58:35Z</dcterms:modified>
</cp:coreProperties>
</file>