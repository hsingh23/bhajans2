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  <p:sldId id="266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1t6IRWRwP2/cLM0uSvABljNEA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dvāpara-yugattinde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dvāpara-yugattinde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ātmāvil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ninnoru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6000" dirty="0" err="1">
                <a:solidFill>
                  <a:srgbClr val="FFFFFF"/>
                </a:solidFill>
              </a:rPr>
              <a:t>ū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pura-nādam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uṇarnnuvallō</a:t>
            </a:r>
            <a:endParaRPr sz="6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soul of the Dwapara Yuga arose the rhythmic tinkling of anklets,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karṇa-pīyūṣamām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nāda-lahariyō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rādha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tan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kālcilamboli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āyirunnu</a:t>
            </a:r>
            <a:endParaRPr sz="5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enchanting sound, sweet as nectar to the ears, came from the anklets adorning Radha’s feet.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rādha tan kālcilamboli āyirunnu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enchanting sound, sweet as nectar to the ears, came from the anklets adorning Radha’s feet.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dvāpara-yugattinde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ātmāvil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ninnoru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6000" dirty="0" err="1">
                <a:solidFill>
                  <a:srgbClr val="FFFFFF"/>
                </a:solidFill>
              </a:rPr>
              <a:t>ū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pura-nādam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uṇarnnuvallō</a:t>
            </a:r>
            <a:endParaRPr sz="6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soul of the Dwapara Yuga arose the rhythmic tinkling of anklets,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viraha-tāpattil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urukum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mānasa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tantriyil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utirunnu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kṛṣṇa-nāmam</a:t>
            </a:r>
            <a:endParaRPr sz="5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Krishna, your name rises from the strings of my mind, burning in the anguish of separation.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madhuram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alleṅkilum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aviḍunnen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gītatte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azhalin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naivēdyamāy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kai-koḷḷumō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sz="5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400"/>
              <a:buNone/>
            </a:pPr>
            <a:r>
              <a:rPr lang="en-US" sz="6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Though my song lacks sweetness, will you accept it as an offering of sorrow?</a:t>
            </a:r>
            <a:endParaRPr sz="6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dvāpara-yugattinde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ātmāvil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ninnoru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6000" dirty="0" err="1">
                <a:solidFill>
                  <a:srgbClr val="FFFFFF"/>
                </a:solidFill>
              </a:rPr>
              <a:t>ū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pura-nādam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uṇarnnuvallō</a:t>
            </a:r>
            <a:endParaRPr sz="6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soul of the Dwapara Yuga arose the rhythmic tinkling of anklets,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manatāril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oru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ceṙu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maṇi-dīpam</a:t>
            </a:r>
            <a:r>
              <a:rPr lang="en-US" sz="56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ēnti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marataka-śyāma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ñān</a:t>
            </a:r>
            <a:r>
              <a:rPr lang="en-US" sz="5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6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kāttirippū</a:t>
            </a:r>
            <a:endParaRPr sz="5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one with the dark radiance of an emerald, I wait for you, with a small lamp glowing in my heart.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oru nōkku kāṇuvān mizhikaḷkku munnil nī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oru divya-kāntiyāy varumō kṛṣṇā? 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700"/>
              <a:buNone/>
            </a:pPr>
            <a:r>
              <a:rPr lang="en-US" sz="5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I behold you, Krishna, will you appear before my eyes in your resplendent divinity?</a:t>
            </a:r>
            <a:endParaRPr sz="57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dvāpara-yugattinde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ātmāvil</a:t>
            </a:r>
            <a:r>
              <a:rPr lang="en-US" sz="6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ninnoru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6000" dirty="0" err="1">
                <a:solidFill>
                  <a:srgbClr val="FFFFFF"/>
                </a:solidFill>
              </a:rPr>
              <a:t>ū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pura-nādam</a:t>
            </a:r>
            <a:r>
              <a:rPr lang="en-US" sz="6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6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uṇarnnuvallō</a:t>
            </a:r>
            <a:endParaRPr sz="6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200"/>
              <a:buNone/>
            </a:pPr>
            <a:r>
              <a:rPr lang="en-US" sz="6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From the soul of the Dwapara Yuga arose the rhythmic tinkling of anklets,</a:t>
            </a:r>
            <a:endParaRPr sz="6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On-screen Show (4:3)</PresentationFormat>
  <Paragraphs>23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dvāpara-yugattinde</vt:lpstr>
      <vt:lpstr>dvāpara-yugattinde  ātmāvil ninnoru nūpura-nādam uṇarnnuvallō</vt:lpstr>
      <vt:lpstr>karṇa-pīyūṣamām  ā nāda-lahariyō rādha tan kālcilamboli āyirunnu</vt:lpstr>
      <vt:lpstr>rādha tan kālcilamboli āyirunnu</vt:lpstr>
      <vt:lpstr>dvāpara-yugattinde  ātmāvil ninnoru nūpura-nādam uṇarnnuvallō</vt:lpstr>
      <vt:lpstr>viraha-tāpattil urukum  en mānasa tantriyil utirunnu  kṛṣṇa-nāmam</vt:lpstr>
      <vt:lpstr>madhuram alleṅkilum aviḍunnen gītatte azhalin naivēdyamāy  kai-koḷḷumō? </vt:lpstr>
      <vt:lpstr>dvāpara-yugattinde  ātmāvil ninnoru nūpura-nādam uṇarnnuvallō</vt:lpstr>
      <vt:lpstr>manatāril oru ceṙu  maṇi-dīpam ēnti marataka-śyāma ñān kāttirippū</vt:lpstr>
      <vt:lpstr>oru nōkku kāṇuvān mizhikaḷkku munnil nī oru divya-kāntiyāy varumō kṛṣṇā? </vt:lpstr>
      <vt:lpstr>dvāpara-yugattinde  ātmāvil ninnoru nūpura-nādam uṇarnnuvallō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dvāpara-yugattinde</dc:title>
  <dc:creator>Amrita</dc:creator>
  <cp:lastModifiedBy>AMMA</cp:lastModifiedBy>
  <cp:revision>1</cp:revision>
  <dcterms:created xsi:type="dcterms:W3CDTF">2025-09-06T10:05:18Z</dcterms:created>
  <dcterms:modified xsi:type="dcterms:W3CDTF">2025-09-16T15:26:25Z</dcterms:modified>
</cp:coreProperties>
</file>