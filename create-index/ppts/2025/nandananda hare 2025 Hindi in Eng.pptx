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6" r:id="rId2"/>
    <p:sldId id="291" r:id="rId3"/>
    <p:sldId id="292" r:id="rId4"/>
    <p:sldId id="287" r:id="rId5"/>
    <p:sldId id="294" r:id="rId6"/>
    <p:sldId id="293" r:id="rId7"/>
    <p:sldId id="288" r:id="rId8"/>
    <p:sldId id="295" r:id="rId9"/>
    <p:sldId id="298" r:id="rId10"/>
    <p:sldId id="299" r:id="rId11"/>
    <p:sldId id="300" r:id="rId12"/>
    <p:sldId id="289" r:id="rId13"/>
    <p:sldId id="296" r:id="rId14"/>
    <p:sldId id="301" r:id="rId15"/>
    <p:sldId id="302" r:id="rId16"/>
    <p:sldId id="303" r:id="rId17"/>
    <p:sldId id="290" r:id="rId18"/>
    <p:sldId id="297" r:id="rId19"/>
    <p:sldId id="304" r:id="rId20"/>
    <p:sldId id="305" r:id="rId21"/>
    <p:sldId id="30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nandānandā</a:t>
            </a:r>
            <a:r>
              <a:rPr lang="en-US" sz="7200" dirty="0" smtClean="0"/>
              <a:t> </a:t>
            </a:r>
            <a:r>
              <a:rPr lang="en-US" sz="7200" dirty="0" err="1" smtClean="0"/>
              <a:t>harē</a:t>
            </a:r>
            <a:r>
              <a:rPr lang="en-US" sz="7200" dirty="0" smtClean="0"/>
              <a:t>… </a:t>
            </a:r>
            <a:r>
              <a:rPr lang="en-US" sz="7200" dirty="0" err="1" smtClean="0"/>
              <a:t>sundarāṅgā</a:t>
            </a:r>
            <a:r>
              <a:rPr lang="en-US" sz="7200" dirty="0" smtClean="0"/>
              <a:t> </a:t>
            </a:r>
            <a:r>
              <a:rPr lang="en-US" sz="7200" dirty="0" err="1" smtClean="0"/>
              <a:t>harē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(Hindi)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nandānandā</a:t>
            </a:r>
            <a:r>
              <a:rPr lang="en-US" sz="5400" dirty="0" smtClean="0"/>
              <a:t> </a:t>
            </a:r>
            <a:r>
              <a:rPr lang="en-US" sz="5400" dirty="0" err="1" smtClean="0"/>
              <a:t>harē</a:t>
            </a:r>
            <a:r>
              <a:rPr lang="en-US" sz="5400" dirty="0" smtClean="0"/>
              <a:t>…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sundarāṅgā</a:t>
            </a:r>
            <a:r>
              <a:rPr lang="en-US" sz="5400" dirty="0" smtClean="0"/>
              <a:t> </a:t>
            </a:r>
            <a:r>
              <a:rPr lang="en-US" sz="5400" dirty="0" err="1" smtClean="0"/>
              <a:t>harē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vandyarūpā</a:t>
            </a:r>
            <a:r>
              <a:rPr lang="en-US" sz="5400" dirty="0" smtClean="0"/>
              <a:t> </a:t>
            </a:r>
            <a:r>
              <a:rPr lang="en-US" sz="5400" dirty="0" err="1" smtClean="0"/>
              <a:t>harē</a:t>
            </a:r>
            <a:r>
              <a:rPr lang="en-US" sz="5400" dirty="0" smtClean="0"/>
              <a:t>…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mukundā</a:t>
            </a:r>
            <a:r>
              <a:rPr lang="en-US" sz="5400" dirty="0" smtClean="0"/>
              <a:t> </a:t>
            </a:r>
            <a:r>
              <a:rPr lang="en-US" sz="5400" dirty="0" err="1" smtClean="0"/>
              <a:t>harē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Victory to you, delight of Nanda, the beautiful one, of worshipful form—victory to </a:t>
            </a:r>
            <a:r>
              <a:rPr lang="en-US" sz="5400" dirty="0" err="1" smtClean="0">
                <a:solidFill>
                  <a:srgbClr val="FFFF00"/>
                </a:solidFill>
              </a:rPr>
              <a:t>Mukunda</a:t>
            </a:r>
            <a:r>
              <a:rPr lang="en-US" sz="5400" dirty="0" smtClean="0">
                <a:solidFill>
                  <a:srgbClr val="FFFF00"/>
                </a:solidFill>
              </a:rPr>
              <a:t>!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vrajavāsi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r>
              <a:rPr lang="en-US" sz="6000" dirty="0" smtClean="0"/>
              <a:t>…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vanmāli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manhāri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r>
              <a:rPr lang="en-US" sz="6000" dirty="0" smtClean="0"/>
              <a:t> </a:t>
            </a:r>
            <a:r>
              <a:rPr lang="en-US" sz="6000" dirty="0" err="1" smtClean="0"/>
              <a:t>giridhāri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Victory </a:t>
            </a:r>
            <a:r>
              <a:rPr lang="en-US" sz="4400" dirty="0" smtClean="0">
                <a:solidFill>
                  <a:srgbClr val="FFFF00"/>
                </a:solidFill>
              </a:rPr>
              <a:t>to the dweller of </a:t>
            </a:r>
            <a:r>
              <a:rPr lang="en-US" sz="4400" dirty="0" err="1" smtClean="0">
                <a:solidFill>
                  <a:srgbClr val="FFFF00"/>
                </a:solidFill>
              </a:rPr>
              <a:t>Vraja</a:t>
            </a:r>
            <a:r>
              <a:rPr lang="en-US" sz="4400" dirty="0" smtClean="0">
                <a:solidFill>
                  <a:srgbClr val="FFFF00"/>
                </a:solidFill>
              </a:rPr>
              <a:t> who wears a garland of forest flowers. Victory to the enchanter of the mind, to the one who lifted the </a:t>
            </a:r>
            <a:r>
              <a:rPr lang="en-US" sz="4400" dirty="0" err="1" smtClean="0">
                <a:solidFill>
                  <a:srgbClr val="FFFF00"/>
                </a:solidFill>
              </a:rPr>
              <a:t>Govardhan</a:t>
            </a:r>
            <a:r>
              <a:rPr lang="en-US" sz="4400" dirty="0" smtClean="0">
                <a:solidFill>
                  <a:srgbClr val="FFFF00"/>
                </a:solidFill>
              </a:rPr>
              <a:t> Mountain!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nandanandana-ānanda-sāgarā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Ocean of bliss, son of Nanda—dance, dance! 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sundarānanā</a:t>
            </a:r>
            <a:r>
              <a:rPr lang="en-US" sz="6000" dirty="0" smtClean="0"/>
              <a:t> </a:t>
            </a:r>
            <a:r>
              <a:rPr lang="en-US" sz="6000" dirty="0" err="1" smtClean="0"/>
              <a:t>candanāṅgitā</a:t>
            </a:r>
            <a:r>
              <a:rPr lang="en-US" sz="6000" dirty="0" smtClean="0"/>
              <a:t>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Beautiful-faced </a:t>
            </a:r>
            <a:r>
              <a:rPr lang="en-US" sz="6000" dirty="0" smtClean="0">
                <a:solidFill>
                  <a:srgbClr val="FFFF00"/>
                </a:solidFill>
              </a:rPr>
              <a:t>one, adorned with sandal paste—dance, dance!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rādhikādhipā</a:t>
            </a:r>
            <a:r>
              <a:rPr lang="en-US" sz="6600" dirty="0" smtClean="0"/>
              <a:t> </a:t>
            </a:r>
            <a:r>
              <a:rPr lang="en-US" sz="6600" dirty="0" err="1" smtClean="0"/>
              <a:t>rāsa-nartakā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r>
              <a:rPr lang="en-US" sz="6600" dirty="0" smtClean="0"/>
              <a:t>… </a:t>
            </a:r>
            <a:r>
              <a:rPr lang="en-US" sz="6600" dirty="0" err="1" smtClean="0"/>
              <a:t>nācō</a:t>
            </a:r>
            <a:r>
              <a:rPr lang="en-US" sz="6600" dirty="0" smtClean="0"/>
              <a:t> </a:t>
            </a:r>
            <a:r>
              <a:rPr lang="en-US" sz="6600" dirty="0" err="1" smtClean="0"/>
              <a:t>kānhā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Lord </a:t>
            </a:r>
            <a:r>
              <a:rPr lang="en-US" sz="6000" dirty="0" smtClean="0">
                <a:solidFill>
                  <a:srgbClr val="FFFF00"/>
                </a:solidFill>
              </a:rPr>
              <a:t>of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, dancer of the Rasa—dance, O </a:t>
            </a:r>
            <a:r>
              <a:rPr lang="en-US" sz="6000" dirty="0" err="1" smtClean="0">
                <a:solidFill>
                  <a:srgbClr val="FFFF00"/>
                </a:solidFill>
              </a:rPr>
              <a:t>Kanha</a:t>
            </a:r>
            <a:r>
              <a:rPr lang="en-US" sz="6000" dirty="0" smtClean="0">
                <a:solidFill>
                  <a:srgbClr val="FFFF00"/>
                </a:solidFill>
              </a:rPr>
              <a:t>, dance!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nāthā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> </a:t>
            </a:r>
            <a:r>
              <a:rPr lang="en-US" sz="6600" dirty="0" err="1" smtClean="0"/>
              <a:t>vāsudēvā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pītavāsā</a:t>
            </a:r>
            <a:r>
              <a:rPr lang="en-US" sz="6600" dirty="0" smtClean="0"/>
              <a:t> </a:t>
            </a:r>
            <a:r>
              <a:rPr lang="en-US" sz="6600" dirty="0" err="1" smtClean="0"/>
              <a:t>parātparā</a:t>
            </a:r>
            <a:r>
              <a:rPr lang="en-US" sz="6600" dirty="0" smtClean="0"/>
              <a:t> </a:t>
            </a:r>
            <a:r>
              <a:rPr lang="en-US" sz="6600" dirty="0" err="1" smtClean="0"/>
              <a:t>śrīśā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Victory to you, O Lord, victory to you, O </a:t>
            </a:r>
            <a:r>
              <a:rPr lang="en-US" sz="4800" dirty="0" err="1" smtClean="0">
                <a:solidFill>
                  <a:srgbClr val="FFFF00"/>
                </a:solidFill>
              </a:rPr>
              <a:t>Vāsudeva</a:t>
            </a:r>
            <a:r>
              <a:rPr lang="en-US" sz="4800" dirty="0" smtClean="0">
                <a:solidFill>
                  <a:srgbClr val="FFFF00"/>
                </a:solidFill>
              </a:rPr>
              <a:t>! Clad in yellow robes, you are supreme among the supreme, Lord of </a:t>
            </a:r>
            <a:r>
              <a:rPr lang="en-US" sz="4800" dirty="0" err="1" smtClean="0">
                <a:solidFill>
                  <a:srgbClr val="FFFF00"/>
                </a:solidFill>
              </a:rPr>
              <a:t>Śrī</a:t>
            </a:r>
            <a:r>
              <a:rPr lang="en-US" sz="4800" dirty="0" smtClean="0">
                <a:solidFill>
                  <a:srgbClr val="FFFF00"/>
                </a:solidFill>
              </a:rPr>
              <a:t>, victory to you!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cakrahastā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> </a:t>
            </a:r>
            <a:r>
              <a:rPr lang="en-US" sz="6600" dirty="0" err="1" smtClean="0"/>
              <a:t>cārurūpā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> - </a:t>
            </a:r>
            <a:r>
              <a:rPr lang="en-US" sz="6600" dirty="0" err="1" smtClean="0"/>
              <a:t>nara-nārāyaṇā</a:t>
            </a:r>
            <a:r>
              <a:rPr lang="en-US" sz="6600" dirty="0" smtClean="0"/>
              <a:t> </a:t>
            </a:r>
            <a:r>
              <a:rPr lang="en-US" sz="6600" dirty="0" err="1" smtClean="0"/>
              <a:t>kṛṣṇa-varṇṇā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Victory </a:t>
            </a:r>
            <a:r>
              <a:rPr lang="en-US" sz="4800" dirty="0" smtClean="0">
                <a:solidFill>
                  <a:srgbClr val="FFFF00"/>
                </a:solidFill>
              </a:rPr>
              <a:t>to you! In your hand you hold the discus, and your form is beautiful. Nara-</a:t>
            </a:r>
            <a:r>
              <a:rPr lang="en-US" sz="4800" dirty="0" err="1" smtClean="0">
                <a:solidFill>
                  <a:srgbClr val="FFFF00"/>
                </a:solidFill>
              </a:rPr>
              <a:t>Nārāyaṇa</a:t>
            </a:r>
            <a:r>
              <a:rPr lang="en-US" sz="4800" dirty="0" smtClean="0">
                <a:solidFill>
                  <a:srgbClr val="FFFF00"/>
                </a:solidFill>
              </a:rPr>
              <a:t>, of dark </a:t>
            </a:r>
            <a:r>
              <a:rPr lang="en-US" sz="4800" dirty="0" err="1" smtClean="0">
                <a:solidFill>
                  <a:srgbClr val="FFFF00"/>
                </a:solidFill>
              </a:rPr>
              <a:t>complextion</a:t>
            </a:r>
            <a:r>
              <a:rPr lang="en-US" sz="4800" dirty="0" smtClean="0">
                <a:solidFill>
                  <a:srgbClr val="FFFF00"/>
                </a:solidFill>
              </a:rPr>
              <a:t>, victory to you!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nandanandana-ānanda-sāgarā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Ocean of bliss, son of Nanda—dance, dance! 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sundarānanā</a:t>
            </a:r>
            <a:r>
              <a:rPr lang="en-US" sz="6000" dirty="0" smtClean="0"/>
              <a:t> </a:t>
            </a:r>
            <a:r>
              <a:rPr lang="en-US" sz="6000" dirty="0" err="1" smtClean="0"/>
              <a:t>candanāṅgitā</a:t>
            </a:r>
            <a:r>
              <a:rPr lang="en-US" sz="6000" dirty="0" smtClean="0"/>
              <a:t>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Beautiful-faced </a:t>
            </a:r>
            <a:r>
              <a:rPr lang="en-US" sz="6000" dirty="0" smtClean="0">
                <a:solidFill>
                  <a:srgbClr val="FFFF00"/>
                </a:solidFill>
              </a:rPr>
              <a:t>one, adorned with sandal paste—dance, dance!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rādhikādhipā</a:t>
            </a:r>
            <a:r>
              <a:rPr lang="en-US" sz="6600" dirty="0" smtClean="0"/>
              <a:t> </a:t>
            </a:r>
            <a:r>
              <a:rPr lang="en-US" sz="6600" dirty="0" err="1" smtClean="0"/>
              <a:t>rāsa-nartakā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r>
              <a:rPr lang="en-US" sz="6600" dirty="0" smtClean="0"/>
              <a:t>… </a:t>
            </a:r>
            <a:r>
              <a:rPr lang="en-US" sz="6600" dirty="0" err="1" smtClean="0"/>
              <a:t>nācō</a:t>
            </a:r>
            <a:r>
              <a:rPr lang="en-US" sz="6600" dirty="0" smtClean="0"/>
              <a:t> </a:t>
            </a:r>
            <a:r>
              <a:rPr lang="en-US" sz="6600" dirty="0" err="1" smtClean="0"/>
              <a:t>kānhā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Lord </a:t>
            </a:r>
            <a:r>
              <a:rPr lang="en-US" sz="6000" dirty="0" smtClean="0">
                <a:solidFill>
                  <a:srgbClr val="FFFF00"/>
                </a:solidFill>
              </a:rPr>
              <a:t>of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, dancer of the Rasa—dance, O </a:t>
            </a:r>
            <a:r>
              <a:rPr lang="en-US" sz="6000" dirty="0" err="1" smtClean="0">
                <a:solidFill>
                  <a:srgbClr val="FFFF00"/>
                </a:solidFill>
              </a:rPr>
              <a:t>Kanha</a:t>
            </a:r>
            <a:r>
              <a:rPr lang="en-US" sz="6000" dirty="0" smtClean="0">
                <a:solidFill>
                  <a:srgbClr val="FFFF00"/>
                </a:solidFill>
              </a:rPr>
              <a:t>, dance!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yādavēndrā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r>
              <a:rPr lang="en-US" sz="6000" dirty="0" smtClean="0"/>
              <a:t> </a:t>
            </a:r>
            <a:r>
              <a:rPr lang="en-US" sz="6000" dirty="0" err="1" smtClean="0"/>
              <a:t>rādhikēśā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r>
              <a:rPr lang="en-US" sz="6000" dirty="0" smtClean="0"/>
              <a:t> - </a:t>
            </a:r>
            <a:r>
              <a:rPr lang="en-US" sz="6000" dirty="0" err="1" smtClean="0"/>
              <a:t>vēdavēdyā</a:t>
            </a:r>
            <a:r>
              <a:rPr lang="en-US" sz="6000" dirty="0" smtClean="0"/>
              <a:t> </a:t>
            </a:r>
            <a:r>
              <a:rPr lang="en-US" sz="6000" dirty="0" err="1" smtClean="0"/>
              <a:t>śubhāṅga</a:t>
            </a:r>
            <a:r>
              <a:rPr lang="en-US" sz="6000" dirty="0" smtClean="0"/>
              <a:t> </a:t>
            </a:r>
            <a:r>
              <a:rPr lang="en-US" sz="6000" dirty="0" err="1" smtClean="0"/>
              <a:t>kṣitīśā</a:t>
            </a:r>
            <a:r>
              <a:rPr lang="en-US" sz="6000" dirty="0" smtClean="0"/>
              <a:t> </a:t>
            </a:r>
            <a:r>
              <a:rPr lang="en-US" sz="6000" dirty="0" err="1" smtClean="0"/>
              <a:t>harē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Victory to you, Chief of the </a:t>
            </a:r>
            <a:r>
              <a:rPr lang="en-US" sz="4400" dirty="0" err="1" smtClean="0">
                <a:solidFill>
                  <a:srgbClr val="FFFF00"/>
                </a:solidFill>
              </a:rPr>
              <a:t>Yadavas</a:t>
            </a:r>
            <a:r>
              <a:rPr lang="en-US" sz="4400" dirty="0" smtClean="0">
                <a:solidFill>
                  <a:srgbClr val="FFFF00"/>
                </a:solidFill>
              </a:rPr>
              <a:t>, Lord of </a:t>
            </a:r>
            <a:r>
              <a:rPr lang="en-US" sz="4400" dirty="0" err="1" smtClean="0">
                <a:solidFill>
                  <a:srgbClr val="FFFF00"/>
                </a:solidFill>
              </a:rPr>
              <a:t>Radhika</a:t>
            </a:r>
            <a:r>
              <a:rPr lang="en-US" sz="4400" dirty="0" smtClean="0">
                <a:solidFill>
                  <a:srgbClr val="FFFF00"/>
                </a:solidFill>
              </a:rPr>
              <a:t>, victory to you! You know the Vedas, your form is most auspicious and you are the Lord of the Earth,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rāsa-rāsēśvarā</a:t>
            </a:r>
            <a:r>
              <a:rPr lang="en-US" sz="6600" dirty="0" smtClean="0"/>
              <a:t> </a:t>
            </a:r>
            <a:r>
              <a:rPr lang="en-US" sz="6600" dirty="0" err="1" smtClean="0"/>
              <a:t>gōpa-gōpīśvarā</a:t>
            </a:r>
            <a:r>
              <a:rPr lang="en-US" sz="6600" dirty="0" smtClean="0"/>
              <a:t> - </a:t>
            </a:r>
            <a:r>
              <a:rPr lang="en-US" sz="6600" dirty="0" err="1" smtClean="0"/>
              <a:t>sukēśā</a:t>
            </a:r>
            <a:r>
              <a:rPr lang="en-US" sz="6600" dirty="0" smtClean="0"/>
              <a:t> </a:t>
            </a:r>
            <a:r>
              <a:rPr lang="en-US" sz="6600" dirty="0" err="1" smtClean="0"/>
              <a:t>vrajēśā</a:t>
            </a:r>
            <a:r>
              <a:rPr lang="en-US" sz="6600" dirty="0" smtClean="0"/>
              <a:t> </a:t>
            </a:r>
            <a:r>
              <a:rPr lang="en-US" sz="6600" dirty="0" err="1" smtClean="0"/>
              <a:t>ramēśā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victory </a:t>
            </a:r>
            <a:r>
              <a:rPr lang="en-US" sz="4800" dirty="0" smtClean="0">
                <a:solidFill>
                  <a:srgbClr val="FFFF00"/>
                </a:solidFill>
              </a:rPr>
              <a:t>to you! Lord of the Rasa dance, Lord of the </a:t>
            </a:r>
            <a:r>
              <a:rPr lang="en-US" sz="4800" dirty="0" err="1" smtClean="0">
                <a:solidFill>
                  <a:srgbClr val="FFFF00"/>
                </a:solidFill>
              </a:rPr>
              <a:t>gopas</a:t>
            </a:r>
            <a:r>
              <a:rPr lang="en-US" sz="4800" dirty="0" smtClean="0">
                <a:solidFill>
                  <a:srgbClr val="FFFF00"/>
                </a:solidFill>
              </a:rPr>
              <a:t> and </a:t>
            </a:r>
            <a:r>
              <a:rPr lang="en-US" sz="4800" dirty="0" err="1" smtClean="0">
                <a:solidFill>
                  <a:srgbClr val="FFFF00"/>
                </a:solidFill>
              </a:rPr>
              <a:t>gopis</a:t>
            </a:r>
            <a:r>
              <a:rPr lang="en-US" sz="4800" dirty="0" smtClean="0">
                <a:solidFill>
                  <a:srgbClr val="FFFF00"/>
                </a:solidFill>
              </a:rPr>
              <a:t>, Lord of joy, Lord of </a:t>
            </a:r>
            <a:r>
              <a:rPr lang="en-US" sz="4800" dirty="0" err="1" smtClean="0">
                <a:solidFill>
                  <a:srgbClr val="FFFF00"/>
                </a:solidFill>
              </a:rPr>
              <a:t>Vraja</a:t>
            </a:r>
            <a:r>
              <a:rPr lang="en-US" sz="4800" dirty="0" smtClean="0">
                <a:solidFill>
                  <a:srgbClr val="FFFF00"/>
                </a:solidFill>
              </a:rPr>
              <a:t>, beloved of </a:t>
            </a:r>
            <a:r>
              <a:rPr lang="en-US" sz="4800" dirty="0" err="1" smtClean="0">
                <a:solidFill>
                  <a:srgbClr val="FFFF00"/>
                </a:solidFill>
              </a:rPr>
              <a:t>Lakshmi</a:t>
            </a:r>
            <a:r>
              <a:rPr lang="en-US" sz="4800" dirty="0" smtClean="0">
                <a:solidFill>
                  <a:srgbClr val="FFFF00"/>
                </a:solidFill>
              </a:rPr>
              <a:t>—victory to you!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nandanandana-ānanda-sāgarā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Ocean of bliss, son of Nanda—dance, dance! 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sundarānanā</a:t>
            </a:r>
            <a:r>
              <a:rPr lang="en-US" sz="6000" dirty="0" smtClean="0"/>
              <a:t> </a:t>
            </a:r>
            <a:r>
              <a:rPr lang="en-US" sz="6000" dirty="0" err="1" smtClean="0"/>
              <a:t>candanāṅgitā</a:t>
            </a:r>
            <a:r>
              <a:rPr lang="en-US" sz="6000" dirty="0" smtClean="0"/>
              <a:t>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Beautiful-faced </a:t>
            </a:r>
            <a:r>
              <a:rPr lang="en-US" sz="6000" dirty="0" smtClean="0">
                <a:solidFill>
                  <a:srgbClr val="FFFF00"/>
                </a:solidFill>
              </a:rPr>
              <a:t>one, adorned with sandal paste—dance, dance!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rādhikādhipā</a:t>
            </a:r>
            <a:r>
              <a:rPr lang="en-US" sz="6600" dirty="0" smtClean="0"/>
              <a:t> </a:t>
            </a:r>
            <a:r>
              <a:rPr lang="en-US" sz="6600" dirty="0" err="1" smtClean="0"/>
              <a:t>rāsa-nartakā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r>
              <a:rPr lang="en-US" sz="6600" dirty="0" smtClean="0"/>
              <a:t>… </a:t>
            </a:r>
            <a:r>
              <a:rPr lang="en-US" sz="6600" dirty="0" err="1" smtClean="0"/>
              <a:t>nācō</a:t>
            </a:r>
            <a:r>
              <a:rPr lang="en-US" sz="6600" dirty="0" smtClean="0"/>
              <a:t> </a:t>
            </a:r>
            <a:r>
              <a:rPr lang="en-US" sz="6600" dirty="0" err="1" smtClean="0"/>
              <a:t>kānhā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Lord </a:t>
            </a:r>
            <a:r>
              <a:rPr lang="en-US" sz="6000" dirty="0" smtClean="0">
                <a:solidFill>
                  <a:srgbClr val="FFFF00"/>
                </a:solidFill>
              </a:rPr>
              <a:t>of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, dancer of the Rasa—dance, O </a:t>
            </a:r>
            <a:r>
              <a:rPr lang="en-US" sz="6000" dirty="0" err="1" smtClean="0">
                <a:solidFill>
                  <a:srgbClr val="FFFF00"/>
                </a:solidFill>
              </a:rPr>
              <a:t>Kanha</a:t>
            </a:r>
            <a:r>
              <a:rPr lang="en-US" sz="6000" dirty="0" smtClean="0">
                <a:solidFill>
                  <a:srgbClr val="FFFF00"/>
                </a:solidFill>
              </a:rPr>
              <a:t>, dance!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vanasthā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> </a:t>
            </a:r>
            <a:r>
              <a:rPr lang="en-US" sz="6600" dirty="0" err="1" smtClean="0"/>
              <a:t>hṛdisthā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> - </a:t>
            </a:r>
            <a:r>
              <a:rPr lang="en-US" sz="6600" dirty="0" err="1" smtClean="0"/>
              <a:t>rathasthā</a:t>
            </a:r>
            <a:r>
              <a:rPr lang="en-US" sz="6600" dirty="0" smtClean="0"/>
              <a:t> </a:t>
            </a:r>
            <a:r>
              <a:rPr lang="en-US" sz="6600" dirty="0" err="1" smtClean="0"/>
              <a:t>jagadgurō</a:t>
            </a:r>
            <a:r>
              <a:rPr lang="en-US" sz="6600" dirty="0" smtClean="0"/>
              <a:t> </a:t>
            </a:r>
            <a:r>
              <a:rPr lang="en-US" sz="6600" dirty="0" err="1" smtClean="0"/>
              <a:t>śyāmā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Victory to you, O Lord who dwells in the forest, victory to you who dwells in the heart. Victory to you who rides the chariot, O dark-hued one, Guru of the world!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gōpīśā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> </a:t>
            </a:r>
            <a:r>
              <a:rPr lang="en-US" sz="6600" dirty="0" err="1" smtClean="0"/>
              <a:t>gōkulēśā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lōka-rakṣāparēśā</a:t>
            </a:r>
            <a:r>
              <a:rPr lang="en-US" sz="6600" dirty="0" smtClean="0"/>
              <a:t> </a:t>
            </a:r>
            <a:r>
              <a:rPr lang="en-US" sz="6600" dirty="0" err="1" smtClean="0"/>
              <a:t>kṛpālō</a:t>
            </a:r>
            <a:r>
              <a:rPr lang="en-US" sz="6600" dirty="0" smtClean="0"/>
              <a:t> </a:t>
            </a:r>
            <a:r>
              <a:rPr lang="en-US" sz="6600" dirty="0" err="1" smtClean="0"/>
              <a:t>harē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Victory </a:t>
            </a:r>
            <a:r>
              <a:rPr lang="en-US" sz="4800" dirty="0" smtClean="0">
                <a:solidFill>
                  <a:srgbClr val="FFFF00"/>
                </a:solidFill>
              </a:rPr>
              <a:t>to the Lord of the </a:t>
            </a:r>
            <a:r>
              <a:rPr lang="en-US" sz="4800" dirty="0" err="1" smtClean="0">
                <a:solidFill>
                  <a:srgbClr val="FFFF00"/>
                </a:solidFill>
              </a:rPr>
              <a:t>gopis</a:t>
            </a:r>
            <a:r>
              <a:rPr lang="en-US" sz="4800" dirty="0" smtClean="0">
                <a:solidFill>
                  <a:srgbClr val="FFFF00"/>
                </a:solidFill>
              </a:rPr>
              <a:t>, the Lord of </a:t>
            </a:r>
            <a:r>
              <a:rPr lang="en-US" sz="4800" dirty="0" err="1" smtClean="0">
                <a:solidFill>
                  <a:srgbClr val="FFFF00"/>
                </a:solidFill>
              </a:rPr>
              <a:t>Gokula</a:t>
            </a:r>
            <a:r>
              <a:rPr lang="en-US" sz="4800" dirty="0" smtClean="0">
                <a:solidFill>
                  <a:srgbClr val="FFFF00"/>
                </a:solidFill>
              </a:rPr>
              <a:t>. Supreme protector of the worlds, compassionate one—victory to you!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nandanandana-ānanda-sāgarā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Ocean of bliss, son of Nanda—dance, dance! 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sundarānanā</a:t>
            </a:r>
            <a:r>
              <a:rPr lang="en-US" sz="6000" dirty="0" smtClean="0"/>
              <a:t> </a:t>
            </a:r>
            <a:r>
              <a:rPr lang="en-US" sz="6000" dirty="0" err="1" smtClean="0"/>
              <a:t>candanāṅgitā</a:t>
            </a:r>
            <a:r>
              <a:rPr lang="en-US" sz="6000" dirty="0" smtClean="0"/>
              <a:t>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 </a:t>
            </a:r>
            <a:r>
              <a:rPr lang="en-US" sz="6000" dirty="0" err="1" smtClean="0"/>
              <a:t>nāc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Beautiful-faced </a:t>
            </a:r>
            <a:r>
              <a:rPr lang="en-US" sz="6000" dirty="0" smtClean="0">
                <a:solidFill>
                  <a:srgbClr val="FFFF00"/>
                </a:solidFill>
              </a:rPr>
              <a:t>one, adorned with sandal paste—dance, dance!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rādhikādhipā</a:t>
            </a:r>
            <a:r>
              <a:rPr lang="en-US" sz="6600" dirty="0" smtClean="0"/>
              <a:t> </a:t>
            </a:r>
            <a:r>
              <a:rPr lang="en-US" sz="6600" dirty="0" err="1" smtClean="0"/>
              <a:t>rāsa-nartakā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r>
              <a:rPr lang="en-US" sz="6600" dirty="0" smtClean="0"/>
              <a:t>… </a:t>
            </a:r>
            <a:r>
              <a:rPr lang="en-US" sz="6600" dirty="0" err="1" smtClean="0"/>
              <a:t>nācō</a:t>
            </a:r>
            <a:r>
              <a:rPr lang="en-US" sz="6600" dirty="0" smtClean="0"/>
              <a:t> </a:t>
            </a:r>
            <a:r>
              <a:rPr lang="en-US" sz="6600" dirty="0" err="1" smtClean="0"/>
              <a:t>kānhā</a:t>
            </a:r>
            <a:r>
              <a:rPr lang="en-US" sz="6600" dirty="0" smtClean="0"/>
              <a:t> </a:t>
            </a:r>
            <a:r>
              <a:rPr lang="en-US" sz="6600" dirty="0" err="1" smtClean="0"/>
              <a:t>nācō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Lord </a:t>
            </a:r>
            <a:r>
              <a:rPr lang="en-US" sz="6000" dirty="0" smtClean="0">
                <a:solidFill>
                  <a:srgbClr val="FFFF00"/>
                </a:solidFill>
              </a:rPr>
              <a:t>of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, dancer of the Rasa—dance, O </a:t>
            </a:r>
            <a:r>
              <a:rPr lang="en-US" sz="6000" dirty="0" err="1" smtClean="0">
                <a:solidFill>
                  <a:srgbClr val="FFFF00"/>
                </a:solidFill>
              </a:rPr>
              <a:t>Kanha</a:t>
            </a:r>
            <a:r>
              <a:rPr lang="en-US" sz="6000" dirty="0" smtClean="0">
                <a:solidFill>
                  <a:srgbClr val="FFFF00"/>
                </a:solidFill>
              </a:rPr>
              <a:t>, dance!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530</Words>
  <Application>Microsoft Office PowerPoint</Application>
  <PresentationFormat>On-screen Show (4:3)</PresentationFormat>
  <Paragraphs>64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nandānandā harē… sundarāṅgā harē</vt:lpstr>
      <vt:lpstr>nandānandā harē…  sundarāṅgā harē vandyarūpā harē…  mukundā harē</vt:lpstr>
      <vt:lpstr>vrajavāsi harē…  vanmāli harē manhāri harē giridhāri harē</vt:lpstr>
      <vt:lpstr>nandanandana-ānanda-sāgarā  nāc… nāc… nāc… nāc… nāc…</vt:lpstr>
      <vt:lpstr>sundarānanā candanāṅgitā nāc… nāc… nāc… nāc… nāc…</vt:lpstr>
      <vt:lpstr>rādhikādhipā rāsa-nartakā nācō… nācō kānhā nācō</vt:lpstr>
      <vt:lpstr>nāthā harē vāsudēvā harē pītavāsā parātparā śrīśā harē</vt:lpstr>
      <vt:lpstr>cakrahastā harē cārurūpā harē - nara-nārāyaṇā kṛṣṇa-varṇṇā harē</vt:lpstr>
      <vt:lpstr>nandanandana-ānanda-sāgarā  nāc… nāc… nāc… nāc… nāc…</vt:lpstr>
      <vt:lpstr>sundarānanā candanāṅgitā nāc… nāc… nāc… nāc… nāc…</vt:lpstr>
      <vt:lpstr>rādhikādhipā rāsa-nartakā nācō… nācō kānhā nācō</vt:lpstr>
      <vt:lpstr>yādavēndrā harē rādhikēśā harē - vēdavēdyā śubhāṅga kṣitīśā harē</vt:lpstr>
      <vt:lpstr>rāsa-rāsēśvarā gōpa-gōpīśvarā - sukēśā vrajēśā ramēśā harē</vt:lpstr>
      <vt:lpstr>nandanandana-ānanda-sāgarā  nāc… nāc… nāc… nāc… nāc…</vt:lpstr>
      <vt:lpstr>sundarānanā candanāṅgitā nāc… nāc… nāc… nāc… nāc…</vt:lpstr>
      <vt:lpstr>rādhikādhipā rāsa-nartakā nācō… nācō kānhā nācō</vt:lpstr>
      <vt:lpstr>vanasthā harē hṛdisthā harē - rathasthā jagadgurō śyāmā harē</vt:lpstr>
      <vt:lpstr>gōpīśā harē gōkulēśā harē lōka-rakṣāparēśā kṛpālō harē</vt:lpstr>
      <vt:lpstr>nandanandana-ānanda-sāgarā  nāc… nāc… nāc… nāc… nāc…</vt:lpstr>
      <vt:lpstr>sundarānanā candanāṅgitā nāc… nāc… nāc… nāc… nāc…</vt:lpstr>
      <vt:lpstr>rādhikādhipā rāsa-nartakā nācō… nācō kānhā nācō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319</cp:revision>
  <dcterms:created xsi:type="dcterms:W3CDTF">2006-08-16T00:00:00Z</dcterms:created>
  <dcterms:modified xsi:type="dcterms:W3CDTF">2025-05-02T15:09:02Z</dcterms:modified>
</cp:coreProperties>
</file>