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92" r:id="rId2"/>
    <p:sldId id="303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2" r:id="rId12"/>
    <p:sldId id="30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8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Divine </a:t>
            </a:r>
            <a:r>
              <a:rPr lang="en-US" sz="7200" dirty="0" smtClean="0">
                <a:cs typeface="Rachana" pitchFamily="2" charset="0"/>
              </a:rPr>
              <a:t>Painter</a:t>
            </a:r>
            <a:endParaRPr lang="en-US" sz="7200" dirty="0" smtClean="0">
              <a:cs typeface="Rachana" pitchFamily="2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Rachana" pitchFamily="2" charset="0"/>
              </a:rPr>
              <a:t>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2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(English)</a:t>
            </a:r>
            <a:endParaRPr kumimoji="0" lang="en-US" sz="7200" b="0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Rachana" pitchFamily="2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Divine Painter please paint within me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Lessons of wisdom, pearls of the </a:t>
            </a:r>
            <a:r>
              <a:rPr lang="en-US" sz="7200" dirty="0" smtClean="0">
                <a:cs typeface="Rachana" pitchFamily="2" charset="0"/>
              </a:rPr>
              <a:t>sea</a:t>
            </a:r>
            <a:endParaRPr lang="en-US" sz="7200" dirty="0" smtClean="0">
              <a:cs typeface="Rachana" pitchFamily="2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Oh Devi your beauty shines bright and strong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You show us through nature how to be One 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I feel in my soul soaring free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the bird that you painted within me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The bird glides beyond thoughts and clouds of the mind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Attachment and sorrow fall far behind 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A lake lies motionlessly,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a lake that you painted within me.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May I dissolve in this deep still lake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Reflecting the perfect beauty of your face.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Divine Painter please paint within me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Lessons of wisdom, pearls of the sea</a:t>
            </a:r>
            <a:endParaRPr 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Oh Devi your beauty shines bright and strong.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You show us through nature how to be One.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err="1" smtClean="0">
                <a:cs typeface="Rachana" pitchFamily="2" charset="0"/>
              </a:rPr>
              <a:t>Isha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vasya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idam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sarvam</a:t>
            </a:r>
            <a:r>
              <a:rPr lang="en-US" sz="7200" dirty="0" smtClean="0">
                <a:cs typeface="Rachana" pitchFamily="2" charset="0"/>
              </a:rPr>
              <a:t/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Painter brush and canvas are one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2763</TotalTime>
  <Words>83</Words>
  <Application>Microsoft Office PowerPoint</Application>
  <PresentationFormat>On-screen Show (4:3)</PresentationFormat>
  <Paragraphs>14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Divine Painter</vt:lpstr>
      <vt:lpstr>Divine Painter please paint within me  Lessons of wisdom, pearls of the sea</vt:lpstr>
      <vt:lpstr>Oh Devi your beauty shines bright and strong You show us through nature how to be One </vt:lpstr>
      <vt:lpstr>I feel in my soul soaring free the bird that you painted within me</vt:lpstr>
      <vt:lpstr>The bird glides beyond thoughts and clouds of the mind</vt:lpstr>
      <vt:lpstr>Attachment and sorrow fall far behind </vt:lpstr>
      <vt:lpstr>A lake lies motionlessly, a lake that you painted within me.</vt:lpstr>
      <vt:lpstr>May I dissolve in this deep still lake</vt:lpstr>
      <vt:lpstr>Reflecting the perfect beauty of your face. </vt:lpstr>
      <vt:lpstr>Divine Painter please paint within me  Lessons of wisdom, pearls of the sea</vt:lpstr>
      <vt:lpstr>Oh Devi your beauty shines bright and strong.  You show us through nature how to be One. </vt:lpstr>
      <vt:lpstr>Isha vasya idam sarvam Painter brush and canvas are one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327</cp:revision>
  <dcterms:created xsi:type="dcterms:W3CDTF">2006-08-16T00:00:00Z</dcterms:created>
  <dcterms:modified xsi:type="dcterms:W3CDTF">2025-07-21T11:02:26Z</dcterms:modified>
</cp:coreProperties>
</file>