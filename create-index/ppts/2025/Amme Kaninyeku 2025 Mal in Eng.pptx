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610C7A-2F8B-499E-96DA-4F5D1D41C2EB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74F0C4-13B2-4677-936F-56F136F31C3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ammē kaniññēkū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 kaniññēkū prēma-bhakti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prahḷādan tan niṣkaḷaṅka bhakti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Mother, with compassion, grant me loving devotion—the innocent love of Prahlada,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divyapāda-smaraṇāmṛtam nukarnn-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unmattayāyiḍum dhanya-bhakti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love that becomes ecstatic in the sweet nectar of remembrance of your divine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māntaḷir uṇḍu rasikkum kuyil eṅgān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tēḍumō pavizhappuṫṫētu nāḷum?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Does a koel, feasting on the nectar of tender mango shoots, go in search of coral reefs?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cāru-pādāmbuja-tēn bhujikkukil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manam tēḍumō lōka-bhōgam?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If I can drink the honey of your lovely lotus feet, why would my mind wander after worldly pleasures?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en manam tēḍumō lōka-bhōgam?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why would my mind wander after worldly pleasures?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 kaniññēkū prēma-bhakti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prahḷādan tan niṣkaḷaṅka bhakti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Mother, with compassion, grant me loving devotion—the innocent love of Prahlada,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sūrya-tējassināl nēṭṭam entandhanil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śaṅkhu-nādattāl badhiranilum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What use is the sun’s radiance to the blind, or the conch’s sound to the deaf?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sadgurō nin pāda-bhakti ezhāykil en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jīvitam ā vidham arttha-śūnyam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Satguru, if I do not attain love for your divine feet, my life will remain empty and without meaning.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jīvitam ā vidham arttha-śūnyam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my life will remain empty and without meaning.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ammē kaniññēkū prēma-bhakti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prahḷādan tan niṣkaḷaṅka bhakti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Mother, with compassion, grant me loving devotion—the innocent love of Prahlada,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nin divyapāda-smaraṇāmṛtam nukarnn-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unmattayāyiḍum dhanya-bhakti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love that becomes ecstatic in the sweet nectar of remembrance of your divine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</Words>
  <Application>Microsoft Office PowerPoint</Application>
  <PresentationFormat>On-screen Show (4:3)</PresentationFormat>
  <Paragraphs>25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ammē kaniññēkū</vt:lpstr>
      <vt:lpstr>ammē kaniññēkū prēma-bhakti prahḷādan tan niṣkaḷaṅka bhakti</vt:lpstr>
      <vt:lpstr>nin divyapāda-smaraṇāmṛtam nukarnn- unmattayāyiḍum dhanya-bhakti</vt:lpstr>
      <vt:lpstr>māntaḷir uṇḍu rasikkum kuyil eṅgān tēḍumō pavizhappuṫṫētu nāḷum? </vt:lpstr>
      <vt:lpstr>nin cāru-pādāmbuja-tēn bhujikkukil en manam tēḍumō lōka-bhōgam? </vt:lpstr>
      <vt:lpstr>en manam tēḍumō lōka-bhōgam? </vt:lpstr>
      <vt:lpstr>ammē kaniññēkū prēma-bhakti prahḷādan tan niṣkaḷaṅka bhakti</vt:lpstr>
      <vt:lpstr>sūrya-tējassināl nēṭṭam entandhanil śaṅkhu-nādattāl badhiranilum</vt:lpstr>
      <vt:lpstr>sadgurō nin pāda-bhakti ezhāykil en jīvitam ā vidham arttha-śūnyam</vt:lpstr>
      <vt:lpstr>jīvitam ā vidham arttha-śūnyam</vt:lpstr>
      <vt:lpstr>ammē kaniññēkū prēma-bhakti prahḷādan tan niṣkaḷaṅka bhakti</vt:lpstr>
      <vt:lpstr>nin divyapāda-smaraṇāmṛtam nukarnn- unmattayāyiḍum dhanya-bhakti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ammē kaniññēkū</dc:title>
  <dc:creator>Amrita</dc:creator>
  <cp:lastModifiedBy>Amrita</cp:lastModifiedBy>
  <cp:revision>1</cp:revision>
  <dcterms:created xsi:type="dcterms:W3CDTF">2025-07-18T11:02:02Z</dcterms:created>
  <dcterms:modified xsi:type="dcterms:W3CDTF">2025-07-18T11:02:23Z</dcterms:modified>
</cp:coreProperties>
</file>