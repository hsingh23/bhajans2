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15925-1C11-4900-BF63-79860A5AFACF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878A7-B9EF-44E7-B7DE-10E5AE47E71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vannaṅgoru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dinam</a:t>
            </a:r>
            <a:endParaRPr lang="en-US" sz="5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IN" sz="6000" dirty="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vannaṅgoru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dinam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kubēranō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000" dirty="0" smtClean="0">
                <a:solidFill>
                  <a:srgbClr val="FFFFFF"/>
                </a:solidFill>
                <a:latin typeface="Calibri"/>
              </a:rPr>
            </a:b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śrīśailattil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aṅgu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kṣaṇikkānāy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000" dirty="0" smtClean="0">
                <a:solidFill>
                  <a:srgbClr val="FFFFFF"/>
                </a:solidFill>
                <a:latin typeface="Calibri"/>
              </a:rPr>
            </a:b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uṇṇigaṇapati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vannen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manōratham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000" dirty="0" smtClean="0">
                <a:solidFill>
                  <a:srgbClr val="FFFFFF"/>
                </a:solidFill>
                <a:latin typeface="Calibri"/>
              </a:rPr>
            </a:b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sādhippicc-aṅgu</a:t>
            </a:r>
            <a:r>
              <a:rPr lang="en-US" sz="5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000" dirty="0" err="1" smtClean="0">
                <a:solidFill>
                  <a:srgbClr val="FFFFFF"/>
                </a:solidFill>
                <a:latin typeface="Calibri"/>
              </a:rPr>
              <a:t>tannīḍaṇē</a:t>
            </a:r>
            <a:endParaRPr lang="en-US" sz="5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One day, Kubera, the Lord of Wealth, arrived at Sri Saila, the abode of Siva and Parvati, to invite young Ganapati to his palace to fulfill a long-cherished dream.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śrī śivapārvatimārō atu kēṭṭu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telloru mandasmitattōḍe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uṇṇigaṇēśane cēṛttu piḍicciṭṭu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pōyi varika ponnuṇṇi 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Hearing his words, Siva and Parvati smiled slightly and embraced young Ganapathy. 'Go there and come back, dear son,' they said.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uṇṇi-gaṇēśanum cinticc-aṅguṙaccu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innivand-ahanta tīrkkaṇam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āśīrvādattināy acchanammamāre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cennu vaṇaṅgi vināyakan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Young Ganapati also decided to put an end to Kubera’s pride in his wealth. He went to his parents and bowed before them for their blessings.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800" smtClean="0">
                <a:solidFill>
                  <a:srgbClr val="FFFFFF"/>
                </a:solidFill>
                <a:latin typeface="Calibri"/>
              </a:rPr>
              <a:t>nūṙu-kaṇakkinu kaṙikaḷum cērttaṅgu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sadya viḷambī kubēranum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telloru ceṙu-pūppuñciriyōḍe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kumbha taḍavī gaṇēśanum</a:t>
            </a:r>
            <a:endParaRPr lang="en-US" sz="4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Kubera served a feast with hundreds of dishes. With a slight smile, Ganapati patted his paunch…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700" smtClean="0">
                <a:solidFill>
                  <a:srgbClr val="FFFFFF"/>
                </a:solidFill>
                <a:latin typeface="Calibri"/>
              </a:rPr>
              <a:t>vistariccaṅgu tuḍaṅgiyitā oru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mātrakoṇḍ-ellāmē tīrtteḍō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iniyum varaṭṭe viśappu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sahikkaṇill-ennaṅgu collī gaṇēśanum</a:t>
            </a:r>
            <a:endParaRPr lang="en-US" sz="4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….and finished all the dishes in a twinkling. 'Bring me more—I cannot bear my hunger,' said Ganapati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vīṇḍum viḷambīṭṭum vīṇḍum viḷambīṭṭum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viśappu tīrnnill-aṅguṇṇikku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koṇḍuvarika iniyum viśakkunnu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kōpattōḍaṅgu collīḍinēn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He was served more and more, but it did not appease young Ganapati’s hunger. Angrily, he said, ‘Bring me more food!’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100" smtClean="0">
                <a:solidFill>
                  <a:srgbClr val="FFFFFF"/>
                </a:solidFill>
                <a:latin typeface="Calibri"/>
              </a:rPr>
              <a:t>entu koḍukkaṇam ennaṅg-aṙiyāte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ninnu valaññu kubēranum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vērttolikkaṇu viṙaṅgalikkaṇu</a:t>
            </a:r>
            <a:br>
              <a:rPr lang="en-US" sz="5100" smtClean="0">
                <a:solidFill>
                  <a:srgbClr val="FFFFFF"/>
                </a:solidFill>
                <a:latin typeface="Calibri"/>
              </a:rPr>
            </a:br>
            <a:r>
              <a:rPr lang="en-US" sz="5100" smtClean="0">
                <a:solidFill>
                  <a:srgbClr val="FFFFFF"/>
                </a:solidFill>
                <a:latin typeface="Calibri"/>
              </a:rPr>
              <a:t>kāliḍaṙaṇ-endīśanē</a:t>
            </a:r>
            <a:endParaRPr lang="en-US" sz="5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Kubera was distraught, not knowing what more to give. He began sweating and shivering. O God! His legs started shaking.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viśappu tīrāte uṇṇi-gaṇapati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pātraṅgaḷ onnāy vizhuṅginēn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tān tan ahaṅkāram tiricc-aṙiññaṅgu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colli karaññu kubēranum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Meanwhile, young Ganapathy, his hunger unabated, began eating the pots themselves. Recognizing his own pride, Kubera started crying out: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800" smtClean="0">
                <a:solidFill>
                  <a:srgbClr val="FFFFFF"/>
                </a:solidFill>
                <a:latin typeface="Calibri"/>
              </a:rPr>
              <a:t>rakṣikka śrījagadīśā mahēśvarā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rakṣikka pārvatī vallabhā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cennaṅgu kēṇu vaṇaṅgī kubēranum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śrīparamēśvaran munpākē</a:t>
            </a:r>
            <a:endParaRPr lang="en-US" sz="4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Save me, Lord of this world, O Supreme God! Save me, O consort of Goddess Parvati!’ Kubera went to Sri Paramesa, bowed down, and pleaded with him.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uṇṇi-gaṇapati tannantikē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uḍan ettī śrīpārvatī vallabhan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uṇṇi gaṇēśanē vāri eḍuttu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maḍīl aṅgiruttī mahēśanum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At once, Sri Parvati’s consort reached young Ganapati’s side. Mahesha lifted the little one and placed him on his lap.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700" smtClean="0">
                <a:solidFill>
                  <a:srgbClr val="FFFFFF"/>
                </a:solidFill>
                <a:latin typeface="Calibri"/>
              </a:rPr>
              <a:t>oru nuḷḷu bhasmamā tiruvāyil iṭṭaṅgu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kumbha taḍavī mahēśanum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ēmbakkam viṭṭaṅgu tṛptiyōḍe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talayāṭṭi ciriccū gaṇēśanum</a:t>
            </a:r>
            <a:endParaRPr lang="en-US" sz="4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He took a pinch of sacred ash and fed it to Ganapati. Then he gently caressed the young paunch. Giving a satisfied burp, young Ganapati nodded and laughed.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gaṇapatayē gaṇapatayē śrīpārvatī nandananē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gaṇapatayē gaṇapatayē śrīparamēśvara-nandananē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Ganapati, son of Sri Parvathy! O Ganapati, son of Sri Parameswara!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354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vannaṅgoru dinam</vt:lpstr>
      <vt:lpstr>vannaṅgoru dinam kubēranō śrīśailattil aṅgu kṣaṇikkānāy uṇṇigaṇapati vannen manōratham sādhippicc-aṅgu tannīḍaṇē</vt:lpstr>
      <vt:lpstr>śrī śivapārvatimārō atu kēṭṭu telloru mandasmitattōḍe uṇṇigaṇēśane cēṛttu piḍicciṭṭu pōyi varika ponnuṇṇi nī</vt:lpstr>
      <vt:lpstr>uṇṇi-gaṇēśanum cinticc-aṅguṙaccu innivand-ahanta tīrkkaṇam āśīrvādattināy acchanammamāre cennu vaṇaṅgi vināyakan</vt:lpstr>
      <vt:lpstr>nūṙu-kaṇakkinu kaṙikaḷum cērttaṅgu sadya viḷambī kubēranum telloru ceṙu-pūppuñciriyōḍe kumbha taḍavī gaṇēśanum</vt:lpstr>
      <vt:lpstr>vistariccaṅgu tuḍaṅgiyitā oru mātrakoṇḍ-ellāmē tīrtteḍō iniyum varaṭṭe viśappu sahikkaṇill-ennaṅgu collī gaṇēśanum</vt:lpstr>
      <vt:lpstr>vīṇḍum viḷambīṭṭum vīṇḍum viḷambīṭṭum viśappu tīrnnill-aṅguṇṇikku koṇḍuvarika iniyum viśakkunnu kōpattōḍaṅgu collīḍinēn</vt:lpstr>
      <vt:lpstr>entu koḍukkaṇam ennaṅg-aṙiyāte ninnu valaññu kubēranum vērttolikkaṇu viṙaṅgalikkaṇu kāliḍaṙaṇ-endīśanē</vt:lpstr>
      <vt:lpstr>viśappu tīrāte uṇṇi-gaṇapati pātraṅgaḷ onnāy vizhuṅginēn tān tan ahaṅkāram tiricc-aṙiññaṅgu colli karaññu kubēranum</vt:lpstr>
      <vt:lpstr>rakṣikka śrījagadīśā mahēśvarā rakṣikka pārvatī vallabhā cennaṅgu kēṇu vaṇaṅgī kubēranum śrīparamēśvaran munpākē</vt:lpstr>
      <vt:lpstr>uṇṇi-gaṇapati tannantikē  uḍan ettī śrīpārvatī vallabhan uṇṇi gaṇēśanē vāri eḍuttu maḍīl aṅgiruttī mahēśanum</vt:lpstr>
      <vt:lpstr>oru nuḷḷu bhasmamā tiruvāyil iṭṭaṅgu kumbha taḍavī mahēśanum ēmbakkam viṭṭaṅgu tṛptiyōḍe talayāṭṭi ciriccū gaṇēśanum</vt:lpstr>
      <vt:lpstr>gaṇapatayē gaṇapatayē śrīpārvatī nandananē gaṇapatayē gaṇapatayē śrīparamēśvara-nandananē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vannaṅgoru dinam kubēranō śrīśailattil aṅgu kṣaṇikkānāy uṇṇigaṇapati vannen manōratham sādhippicc-aṅgu tannīḍaṇē</dc:title>
  <dc:creator>Amrita</dc:creator>
  <cp:lastModifiedBy>Amrita</cp:lastModifiedBy>
  <cp:revision>2</cp:revision>
  <dcterms:created xsi:type="dcterms:W3CDTF">2025-06-04T05:01:54Z</dcterms:created>
  <dcterms:modified xsi:type="dcterms:W3CDTF">2025-06-04T05:03:44Z</dcterms:modified>
</cp:coreProperties>
</file>