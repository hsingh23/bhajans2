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-1628" y="-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4D3B6-2E2E-4C6B-AFB0-9A0CE5752C39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6D1CC-2587-43AA-8FE4-D9FD17B516E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4D3B6-2E2E-4C6B-AFB0-9A0CE5752C39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6D1CC-2587-43AA-8FE4-D9FD17B516E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4D3B6-2E2E-4C6B-AFB0-9A0CE5752C39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6D1CC-2587-43AA-8FE4-D9FD17B516E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4D3B6-2E2E-4C6B-AFB0-9A0CE5752C39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6D1CC-2587-43AA-8FE4-D9FD17B516E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4D3B6-2E2E-4C6B-AFB0-9A0CE5752C39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6D1CC-2587-43AA-8FE4-D9FD17B516E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4D3B6-2E2E-4C6B-AFB0-9A0CE5752C39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6D1CC-2587-43AA-8FE4-D9FD17B516E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4D3B6-2E2E-4C6B-AFB0-9A0CE5752C39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6D1CC-2587-43AA-8FE4-D9FD17B516E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4D3B6-2E2E-4C6B-AFB0-9A0CE5752C39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6D1CC-2587-43AA-8FE4-D9FD17B516E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4D3B6-2E2E-4C6B-AFB0-9A0CE5752C39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6D1CC-2587-43AA-8FE4-D9FD17B516E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4D3B6-2E2E-4C6B-AFB0-9A0CE5752C39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6D1CC-2587-43AA-8FE4-D9FD17B516E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4D3B6-2E2E-4C6B-AFB0-9A0CE5752C39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6D1CC-2587-43AA-8FE4-D9FD17B516E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04D3B6-2E2E-4C6B-AFB0-9A0CE5752C39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E6D1CC-2587-43AA-8FE4-D9FD17B516E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etrayō janmam alaññu tiriññu ñān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000" smtClean="0">
                <a:solidFill>
                  <a:srgbClr val="FFFFFF"/>
                </a:solidFill>
                <a:latin typeface="Calibri"/>
              </a:rPr>
              <a:t>etrayō janmam alaññu tiriññu ñān</a:t>
            </a:r>
            <a:br>
              <a:rPr lang="en-US" sz="6000" smtClean="0">
                <a:solidFill>
                  <a:srgbClr val="FFFFFF"/>
                </a:solidFill>
                <a:latin typeface="Calibri"/>
              </a:rPr>
            </a:br>
            <a:r>
              <a:rPr lang="en-US" sz="6000" smtClean="0">
                <a:solidFill>
                  <a:srgbClr val="FFFFFF"/>
                </a:solidFill>
                <a:latin typeface="Calibri"/>
              </a:rPr>
              <a:t>ī janmam nin tiru munnil etti</a:t>
            </a:r>
            <a:endParaRPr lang="en-US" sz="60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I wandered aimlessly through many lifetimes, until in this birth, I arrived at your divine presence.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amma tan māhātmyam aṙiññiḍān ākāte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janma-janmaṅgaḷ kazhiññu pōyi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Life after life went by without knowing Mother’s glory.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400" smtClean="0">
                <a:solidFill>
                  <a:srgbClr val="FFFFFF"/>
                </a:solidFill>
                <a:latin typeface="Calibri"/>
              </a:rPr>
              <a:t>ādyamāy nin tiru sannidhi pūkavē</a:t>
            </a:r>
            <a:br>
              <a:rPr lang="en-US" sz="6400" smtClean="0">
                <a:solidFill>
                  <a:srgbClr val="FFFFFF"/>
                </a:solidFill>
                <a:latin typeface="Calibri"/>
              </a:rPr>
            </a:br>
            <a:r>
              <a:rPr lang="en-US" sz="6400" smtClean="0">
                <a:solidFill>
                  <a:srgbClr val="FFFFFF"/>
                </a:solidFill>
                <a:latin typeface="Calibri"/>
              </a:rPr>
              <a:t>niścalayāy nōkki ninnu pōyi</a:t>
            </a:r>
            <a:endParaRPr lang="en-US" sz="64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500" smtClean="0">
                <a:solidFill>
                  <a:srgbClr val="FFFF00"/>
                </a:solidFill>
                <a:latin typeface="Calibri"/>
              </a:rPr>
              <a:t>But when I first entered your sacred abode, I stood transfixed, gazing at you</a:t>
            </a:r>
            <a:endParaRPr lang="en-US" sz="6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000" smtClean="0">
                <a:solidFill>
                  <a:srgbClr val="FFFFFF"/>
                </a:solidFill>
                <a:latin typeface="Calibri"/>
              </a:rPr>
              <a:t>āru nī ennōrttu śaṅkiccu nilkavē</a:t>
            </a:r>
            <a:br>
              <a:rPr lang="en-US" sz="6000" smtClean="0">
                <a:solidFill>
                  <a:srgbClr val="FFFFFF"/>
                </a:solidFill>
                <a:latin typeface="Calibri"/>
              </a:rPr>
            </a:br>
            <a:r>
              <a:rPr lang="en-US" sz="6000" smtClean="0">
                <a:solidFill>
                  <a:srgbClr val="FFFFFF"/>
                </a:solidFill>
                <a:latin typeface="Calibri"/>
              </a:rPr>
              <a:t>tṛkkaikaḷāl enne nī puṇarnnu</a:t>
            </a:r>
            <a:endParaRPr lang="en-US" sz="60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wondering who you truly were. Then, you reached out and embraced me with infinite tenderness.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500" smtClean="0">
                <a:solidFill>
                  <a:srgbClr val="FFFFFF"/>
                </a:solidFill>
                <a:latin typeface="Calibri"/>
              </a:rPr>
              <a:t>ā nimiṣattil en antaraṅgam colli</a:t>
            </a:r>
            <a:br>
              <a:rPr lang="en-US" sz="6500" smtClean="0">
                <a:solidFill>
                  <a:srgbClr val="FFFFFF"/>
                </a:solidFill>
                <a:latin typeface="Calibri"/>
              </a:rPr>
            </a:br>
            <a:r>
              <a:rPr lang="en-US" sz="6500" smtClean="0">
                <a:solidFill>
                  <a:srgbClr val="FFFFFF"/>
                </a:solidFill>
                <a:latin typeface="Calibri"/>
              </a:rPr>
              <a:t>kēvalam mānuṣa śaktiyalla</a:t>
            </a:r>
            <a:endParaRPr lang="en-US" sz="65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In that moment, a voice rose within me: “This is not a mere human being,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en manam tēṅgumbōḷ niṙayunna kaṇṇuḷḷa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ādiparāśakti ammayennu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this is Adi Parashakti, the Supreme Primordial Mother, whose eyes well up with tears when my heart weeps.”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400" smtClean="0">
                <a:solidFill>
                  <a:srgbClr val="FFFFFF"/>
                </a:solidFill>
                <a:latin typeface="Calibri"/>
              </a:rPr>
              <a:t>onnum mozhiyuvān ākāten mizhiyōram</a:t>
            </a:r>
            <a:br>
              <a:rPr lang="en-US" sz="6400" smtClean="0">
                <a:solidFill>
                  <a:srgbClr val="FFFFFF"/>
                </a:solidFill>
                <a:latin typeface="Calibri"/>
              </a:rPr>
            </a:br>
            <a:r>
              <a:rPr lang="en-US" sz="6400" smtClean="0">
                <a:solidFill>
                  <a:srgbClr val="FFFFFF"/>
                </a:solidFill>
                <a:latin typeface="Calibri"/>
              </a:rPr>
              <a:t>niṙaññu kaviññ-ozhukiyallō</a:t>
            </a:r>
            <a:endParaRPr lang="en-US" sz="64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Unable to utter a word, my eyes overflowed with tears.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500" smtClean="0">
                <a:solidFill>
                  <a:srgbClr val="FFFFFF"/>
                </a:solidFill>
                <a:latin typeface="Calibri"/>
              </a:rPr>
              <a:t>vēpathu-gātriyāy ñān naḍannīḍavē</a:t>
            </a:r>
            <a:br>
              <a:rPr lang="en-US" sz="6500" smtClean="0">
                <a:solidFill>
                  <a:srgbClr val="FFFFFF"/>
                </a:solidFill>
                <a:latin typeface="Calibri"/>
              </a:rPr>
            </a:br>
            <a:r>
              <a:rPr lang="en-US" sz="6500" smtClean="0">
                <a:solidFill>
                  <a:srgbClr val="FFFFFF"/>
                </a:solidFill>
                <a:latin typeface="Calibri"/>
              </a:rPr>
              <a:t>en hṛdayam nī varannīlayō</a:t>
            </a:r>
            <a:endParaRPr lang="en-US" sz="65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As I stepped away, my body trembling, you gently stole my heart.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ā divya-kāntika śakti enne 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ninnīlēykkāyi nayiccīlayō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The divine magnetism of your love drew me back to you.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500" smtClean="0">
                <a:solidFill>
                  <a:srgbClr val="FFFFFF"/>
                </a:solidFill>
                <a:latin typeface="Calibri"/>
              </a:rPr>
              <a:t>ninde parīkṣaṇam tāṅgīḍuvān</a:t>
            </a:r>
            <a:br>
              <a:rPr lang="en-US" sz="6500" smtClean="0">
                <a:solidFill>
                  <a:srgbClr val="FFFFFF"/>
                </a:solidFill>
                <a:latin typeface="Calibri"/>
              </a:rPr>
            </a:br>
            <a:r>
              <a:rPr lang="en-US" sz="6500" smtClean="0">
                <a:solidFill>
                  <a:srgbClr val="FFFFFF"/>
                </a:solidFill>
                <a:latin typeface="Calibri"/>
              </a:rPr>
              <a:t>ī kuññin-ākumō jagadīśvarī</a:t>
            </a:r>
            <a:endParaRPr lang="en-US" sz="65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O Goddess, creator of the universe, will this child of yours have the strength to endure your tests?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200" smtClean="0">
                <a:solidFill>
                  <a:srgbClr val="FFFFFF"/>
                </a:solidFill>
                <a:latin typeface="Calibri"/>
              </a:rPr>
              <a:t>ā divya-snēham nukarnnīḍuvān</a:t>
            </a:r>
            <a:br>
              <a:rPr lang="en-US" sz="6200" smtClean="0">
                <a:solidFill>
                  <a:srgbClr val="FFFFFF"/>
                </a:solidFill>
                <a:latin typeface="Calibri"/>
              </a:rPr>
            </a:br>
            <a:r>
              <a:rPr lang="en-US" sz="6200" smtClean="0">
                <a:solidFill>
                  <a:srgbClr val="FFFFFF"/>
                </a:solidFill>
                <a:latin typeface="Calibri"/>
              </a:rPr>
              <a:t>ārum kotikkillē jagadambikē</a:t>
            </a:r>
            <a:endParaRPr lang="en-US" sz="62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700" smtClean="0">
                <a:solidFill>
                  <a:srgbClr val="FFFF00"/>
                </a:solidFill>
                <a:latin typeface="Calibri"/>
              </a:rPr>
              <a:t>O Mother, who would not long to dissolve into the ocean of your boundless love?</a:t>
            </a:r>
            <a:endParaRPr lang="en-US" sz="57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900" smtClean="0">
                <a:solidFill>
                  <a:srgbClr val="FFFFFF"/>
                </a:solidFill>
                <a:latin typeface="Calibri"/>
              </a:rPr>
              <a:t>ninne aṙiyuvān nin snēham aṙiyuvān</a:t>
            </a:r>
            <a:br>
              <a:rPr lang="en-US" sz="5900" smtClean="0">
                <a:solidFill>
                  <a:srgbClr val="FFFFFF"/>
                </a:solidFill>
                <a:latin typeface="Calibri"/>
              </a:rPr>
            </a:br>
            <a:r>
              <a:rPr lang="en-US" sz="5900" smtClean="0">
                <a:solidFill>
                  <a:srgbClr val="FFFFFF"/>
                </a:solidFill>
                <a:latin typeface="Calibri"/>
              </a:rPr>
              <a:t>inn-enikkāvumō jagadambikē</a:t>
            </a:r>
            <a:endParaRPr lang="en-US" sz="5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000" smtClean="0">
                <a:solidFill>
                  <a:srgbClr val="FFFF00"/>
                </a:solidFill>
                <a:latin typeface="Calibri"/>
              </a:rPr>
              <a:t>O Jagadambika! Will I be able to know you now? Will I ever truly realize your love?</a:t>
            </a:r>
            <a:endParaRPr lang="en-US" sz="60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258</Words>
  <Application>Microsoft Office PowerPoint</Application>
  <PresentationFormat>On-screen Show (4:3)</PresentationFormat>
  <Paragraphs>27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etrayō janmam alaññu tiriññu ñān</vt:lpstr>
      <vt:lpstr>etrayō janmam alaññu tiriññu ñān ī janmam nin tiru munnil etti</vt:lpstr>
      <vt:lpstr>amma tan māhātmyam aṙiññiḍān ākāte janma-janmaṅgaḷ kazhiññu pōyi</vt:lpstr>
      <vt:lpstr>ādyamāy nin tiru sannidhi pūkavē niścalayāy nōkki ninnu pōyi</vt:lpstr>
      <vt:lpstr>āru nī ennōrttu śaṅkiccu nilkavē tṛkkaikaḷāl enne nī puṇarnnu</vt:lpstr>
      <vt:lpstr>ā nimiṣattil en antaraṅgam colli kēvalam mānuṣa śaktiyalla</vt:lpstr>
      <vt:lpstr>en manam tēṅgumbōḷ niṙayunna kaṇṇuḷḷa ādiparāśakti ammayennu</vt:lpstr>
      <vt:lpstr>onnum mozhiyuvān ākāten mizhiyōram niṙaññu kaviññ-ozhukiyallō</vt:lpstr>
      <vt:lpstr>vēpathu-gātriyāy ñān naḍannīḍavē en hṛdayam nī varannīlayō</vt:lpstr>
      <vt:lpstr>ā divya-kāntika śakti enne  ninnīlēykkāyi nayiccīlayō</vt:lpstr>
      <vt:lpstr>ninde parīkṣaṇam tāṅgīḍuvān ī kuññin-ākumō jagadīśvarī</vt:lpstr>
      <vt:lpstr>ā divya-snēham nukarnnīḍuvān ārum kotikkillē jagadambikē</vt:lpstr>
      <vt:lpstr>ninne aṙiyuvān nin snēham aṙiyuvān inn-enikkāvumō jagadambikē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etrayō janmam alaññu tiriññu ñān</dc:title>
  <dc:creator>Amrita</dc:creator>
  <cp:lastModifiedBy>Amrita</cp:lastModifiedBy>
  <cp:revision>1</cp:revision>
  <dcterms:created xsi:type="dcterms:W3CDTF">2025-08-01T17:25:15Z</dcterms:created>
  <dcterms:modified xsi:type="dcterms:W3CDTF">2025-08-01T17:25:38Z</dcterms:modified>
</cp:coreProperties>
</file>