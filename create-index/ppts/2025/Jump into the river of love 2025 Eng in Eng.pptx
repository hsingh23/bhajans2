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92" r:id="rId2"/>
    <p:sldId id="301" r:id="rId3"/>
    <p:sldId id="293" r:id="rId4"/>
    <p:sldId id="294" r:id="rId5"/>
    <p:sldId id="295" r:id="rId6"/>
    <p:sldId id="296" r:id="rId7"/>
    <p:sldId id="297" r:id="rId8"/>
    <p:sldId id="298" r:id="rId9"/>
    <p:sldId id="299" r:id="rId10"/>
    <p:sldId id="300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563" autoAdjust="0"/>
    <p:restoredTop sz="86441" autoAdjust="0"/>
  </p:normalViewPr>
  <p:slideViewPr>
    <p:cSldViewPr>
      <p:cViewPr varScale="1">
        <p:scale>
          <a:sx n="101" d="100"/>
          <a:sy n="101" d="100"/>
        </p:scale>
        <p:origin x="-1928" y="-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Jump into the river of </a:t>
            </a:r>
            <a:r>
              <a:rPr lang="en-US" sz="7200" dirty="0" smtClean="0">
                <a:cs typeface="Rachana" pitchFamily="2" charset="0"/>
              </a:rPr>
              <a:t>love</a:t>
            </a:r>
            <a:endParaRPr lang="en-US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j-lt"/>
                <a:ea typeface="+mj-ea"/>
                <a:cs typeface="Rachana" pitchFamily="2" charset="0"/>
              </a:rPr>
              <a:t>2025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7200" dirty="0" smtClean="0">
                <a:solidFill>
                  <a:srgbClr val="FFFF00"/>
                </a:solidFill>
                <a:latin typeface="+mj-lt"/>
                <a:ea typeface="+mj-ea"/>
                <a:cs typeface="Rachana" pitchFamily="2" charset="0"/>
              </a:rPr>
              <a:t>(English)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Jump into the river of love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Swim through the waves of life</a:t>
            </a:r>
            <a:r>
              <a:rPr lang="en-US" sz="7200" dirty="0" smtClean="0">
                <a:cs typeface="Rachana" pitchFamily="2" charset="0"/>
              </a:rPr>
              <a:t>,</a:t>
            </a:r>
            <a:endParaRPr lang="en-US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err="1" smtClean="0">
                <a:cs typeface="Rachana" pitchFamily="2" charset="0"/>
              </a:rPr>
              <a:t>Amma</a:t>
            </a:r>
            <a:r>
              <a:rPr lang="en-US" sz="7200" dirty="0" smtClean="0">
                <a:cs typeface="Rachana" pitchFamily="2" charset="0"/>
              </a:rPr>
              <a:t>, guide me to the ocean,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Bliss, eternal light.</a:t>
            </a:r>
            <a:endParaRPr lang="en-US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Jai </a:t>
            </a:r>
            <a:r>
              <a:rPr lang="en-US" sz="7200" dirty="0" err="1" smtClean="0">
                <a:cs typeface="Rachana" pitchFamily="2" charset="0"/>
              </a:rPr>
              <a:t>Amma</a:t>
            </a:r>
            <a:r>
              <a:rPr lang="en-US" sz="7200" dirty="0" smtClean="0">
                <a:cs typeface="Rachana" pitchFamily="2" charset="0"/>
              </a:rPr>
              <a:t>… Jai </a:t>
            </a:r>
            <a:r>
              <a:rPr lang="en-US" sz="7200" dirty="0" err="1" smtClean="0">
                <a:cs typeface="Rachana" pitchFamily="2" charset="0"/>
              </a:rPr>
              <a:t>Amma</a:t>
            </a:r>
            <a:r>
              <a:rPr lang="en-US" sz="7200" dirty="0" smtClean="0">
                <a:cs typeface="Rachana" pitchFamily="2" charset="0"/>
              </a:rPr>
              <a:t>… Jai </a:t>
            </a:r>
            <a:r>
              <a:rPr lang="en-US" sz="7200" dirty="0" err="1" smtClean="0">
                <a:cs typeface="Rachana" pitchFamily="2" charset="0"/>
              </a:rPr>
              <a:t>Amma</a:t>
            </a:r>
            <a:r>
              <a:rPr lang="en-US" sz="7200" dirty="0" smtClean="0">
                <a:cs typeface="Rachana" pitchFamily="2" charset="0"/>
              </a:rPr>
              <a:t>… My </a:t>
            </a:r>
            <a:r>
              <a:rPr lang="en-US" sz="7200" dirty="0" err="1" smtClean="0">
                <a:cs typeface="Rachana" pitchFamily="2" charset="0"/>
              </a:rPr>
              <a:t>Amma</a:t>
            </a:r>
            <a:r>
              <a:rPr lang="en-US" sz="7200" dirty="0" smtClean="0">
                <a:cs typeface="Rachana" pitchFamily="2" charset="0"/>
              </a:rPr>
              <a:t>!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Jai </a:t>
            </a:r>
            <a:r>
              <a:rPr lang="en-US" sz="7200" dirty="0" err="1" smtClean="0">
                <a:cs typeface="Rachana" pitchFamily="2" charset="0"/>
              </a:rPr>
              <a:t>Amma</a:t>
            </a:r>
            <a:r>
              <a:rPr lang="en-US" sz="7200" dirty="0" smtClean="0">
                <a:cs typeface="Rachana" pitchFamily="2" charset="0"/>
              </a:rPr>
              <a:t>… Jai </a:t>
            </a:r>
            <a:r>
              <a:rPr lang="en-US" sz="7200" dirty="0" err="1" smtClean="0">
                <a:cs typeface="Rachana" pitchFamily="2" charset="0"/>
              </a:rPr>
              <a:t>Amma</a:t>
            </a:r>
            <a:r>
              <a:rPr lang="en-US" sz="7200" dirty="0" smtClean="0">
                <a:cs typeface="Rachana" pitchFamily="2" charset="0"/>
              </a:rPr>
              <a:t>… Jai </a:t>
            </a:r>
            <a:r>
              <a:rPr lang="en-US" sz="7200" dirty="0" err="1" smtClean="0">
                <a:cs typeface="Rachana" pitchFamily="2" charset="0"/>
              </a:rPr>
              <a:t>Amma</a:t>
            </a:r>
            <a:r>
              <a:rPr lang="en-US" sz="7200" dirty="0" smtClean="0">
                <a:cs typeface="Rachana" pitchFamily="2" charset="0"/>
              </a:rPr>
              <a:t>… My </a:t>
            </a:r>
            <a:r>
              <a:rPr lang="en-US" sz="7200" dirty="0" err="1" smtClean="0">
                <a:cs typeface="Rachana" pitchFamily="2" charset="0"/>
              </a:rPr>
              <a:t>Amma</a:t>
            </a:r>
            <a:r>
              <a:rPr lang="en-US" sz="7200" dirty="0" smtClean="0">
                <a:cs typeface="Rachana" pitchFamily="2" charset="0"/>
              </a:rPr>
              <a:t>!</a:t>
            </a:r>
            <a:endParaRPr lang="en-US" dirty="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Teach me how to swim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Through happiness and strife,</a:t>
            </a:r>
            <a:endParaRPr lang="en-US" dirty="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Floating on the raft of grace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I offer you my life.</a:t>
            </a:r>
            <a:endParaRPr lang="en-US" dirty="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Jai </a:t>
            </a:r>
            <a:r>
              <a:rPr lang="en-US" sz="7200" dirty="0" err="1" smtClean="0">
                <a:cs typeface="Rachana" pitchFamily="2" charset="0"/>
              </a:rPr>
              <a:t>Amma</a:t>
            </a:r>
            <a:r>
              <a:rPr lang="en-US" sz="7200" dirty="0" smtClean="0">
                <a:cs typeface="Rachana" pitchFamily="2" charset="0"/>
              </a:rPr>
              <a:t>… Jai </a:t>
            </a:r>
            <a:r>
              <a:rPr lang="en-US" sz="7200" dirty="0" err="1" smtClean="0">
                <a:cs typeface="Rachana" pitchFamily="2" charset="0"/>
              </a:rPr>
              <a:t>Amma</a:t>
            </a:r>
            <a:r>
              <a:rPr lang="en-US" sz="7200" dirty="0" smtClean="0">
                <a:cs typeface="Rachana" pitchFamily="2" charset="0"/>
              </a:rPr>
              <a:t>… Jai </a:t>
            </a:r>
            <a:r>
              <a:rPr lang="en-US" sz="7200" dirty="0" err="1" smtClean="0">
                <a:cs typeface="Rachana" pitchFamily="2" charset="0"/>
              </a:rPr>
              <a:t>Amma</a:t>
            </a:r>
            <a:r>
              <a:rPr lang="en-US" sz="7200" dirty="0" smtClean="0">
                <a:cs typeface="Rachana" pitchFamily="2" charset="0"/>
              </a:rPr>
              <a:t>… My </a:t>
            </a:r>
            <a:r>
              <a:rPr lang="en-US" sz="7200" dirty="0" err="1" smtClean="0">
                <a:cs typeface="Rachana" pitchFamily="2" charset="0"/>
              </a:rPr>
              <a:t>Amma</a:t>
            </a:r>
            <a:r>
              <a:rPr lang="en-US" sz="7200" dirty="0" smtClean="0">
                <a:cs typeface="Rachana" pitchFamily="2" charset="0"/>
              </a:rPr>
              <a:t>!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Jai </a:t>
            </a:r>
            <a:r>
              <a:rPr lang="en-US" sz="7200" dirty="0" err="1" smtClean="0">
                <a:cs typeface="Rachana" pitchFamily="2" charset="0"/>
              </a:rPr>
              <a:t>Amma</a:t>
            </a:r>
            <a:r>
              <a:rPr lang="en-US" sz="7200" dirty="0" smtClean="0">
                <a:cs typeface="Rachana" pitchFamily="2" charset="0"/>
              </a:rPr>
              <a:t>… Jai </a:t>
            </a:r>
            <a:r>
              <a:rPr lang="en-US" sz="7200" dirty="0" err="1" smtClean="0">
                <a:cs typeface="Rachana" pitchFamily="2" charset="0"/>
              </a:rPr>
              <a:t>Amma</a:t>
            </a:r>
            <a:r>
              <a:rPr lang="en-US" sz="7200" dirty="0" smtClean="0">
                <a:cs typeface="Rachana" pitchFamily="2" charset="0"/>
              </a:rPr>
              <a:t>… Jai </a:t>
            </a:r>
            <a:r>
              <a:rPr lang="en-US" sz="7200" dirty="0" err="1" smtClean="0">
                <a:cs typeface="Rachana" pitchFamily="2" charset="0"/>
              </a:rPr>
              <a:t>Amma</a:t>
            </a:r>
            <a:r>
              <a:rPr lang="en-US" sz="7200" dirty="0" smtClean="0">
                <a:cs typeface="Rachana" pitchFamily="2" charset="0"/>
              </a:rPr>
              <a:t>… My </a:t>
            </a:r>
            <a:r>
              <a:rPr lang="en-US" sz="7200" dirty="0" err="1" smtClean="0">
                <a:cs typeface="Rachana" pitchFamily="2" charset="0"/>
              </a:rPr>
              <a:t>Amma</a:t>
            </a:r>
            <a:r>
              <a:rPr lang="en-US" sz="7200" dirty="0" smtClean="0">
                <a:cs typeface="Rachana" pitchFamily="2" charset="0"/>
              </a:rPr>
              <a:t>!</a:t>
            </a:r>
            <a:endParaRPr lang="en-US" dirty="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Looking at the river, 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See not the separate shores,</a:t>
            </a:r>
            <a:endParaRPr lang="en-US" dirty="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“I” and “you” merge into Love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We’re one, forever more.</a:t>
            </a:r>
            <a:endParaRPr lang="en-US" dirty="0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 dirty="0" smtClean="0">
                <a:cs typeface="Rachana" pitchFamily="2" charset="0"/>
              </a:rPr>
              <a:t>Jai </a:t>
            </a:r>
            <a:r>
              <a:rPr lang="en-US" sz="7200" dirty="0" err="1" smtClean="0">
                <a:cs typeface="Rachana" pitchFamily="2" charset="0"/>
              </a:rPr>
              <a:t>Amma</a:t>
            </a:r>
            <a:r>
              <a:rPr lang="en-US" sz="7200" dirty="0" smtClean="0">
                <a:cs typeface="Rachana" pitchFamily="2" charset="0"/>
              </a:rPr>
              <a:t>… Jai </a:t>
            </a:r>
            <a:r>
              <a:rPr lang="en-US" sz="7200" dirty="0" err="1" smtClean="0">
                <a:cs typeface="Rachana" pitchFamily="2" charset="0"/>
              </a:rPr>
              <a:t>Amma</a:t>
            </a:r>
            <a:r>
              <a:rPr lang="en-US" sz="7200" dirty="0" smtClean="0">
                <a:cs typeface="Rachana" pitchFamily="2" charset="0"/>
              </a:rPr>
              <a:t>… Jai </a:t>
            </a:r>
            <a:r>
              <a:rPr lang="en-US" sz="7200" dirty="0" err="1" smtClean="0">
                <a:cs typeface="Rachana" pitchFamily="2" charset="0"/>
              </a:rPr>
              <a:t>Amma</a:t>
            </a:r>
            <a:r>
              <a:rPr lang="en-US" sz="7200" dirty="0" smtClean="0">
                <a:cs typeface="Rachana" pitchFamily="2" charset="0"/>
              </a:rPr>
              <a:t>… My </a:t>
            </a:r>
            <a:r>
              <a:rPr lang="en-US" sz="7200" dirty="0" err="1" smtClean="0">
                <a:cs typeface="Rachana" pitchFamily="2" charset="0"/>
              </a:rPr>
              <a:t>Amma</a:t>
            </a:r>
            <a:r>
              <a:rPr lang="en-US" sz="7200" dirty="0" smtClean="0">
                <a:cs typeface="Rachana" pitchFamily="2" charset="0"/>
              </a:rPr>
              <a:t>!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Jai </a:t>
            </a:r>
            <a:r>
              <a:rPr lang="en-US" sz="7200" dirty="0" err="1" smtClean="0">
                <a:cs typeface="Rachana" pitchFamily="2" charset="0"/>
              </a:rPr>
              <a:t>Amma</a:t>
            </a:r>
            <a:r>
              <a:rPr lang="en-US" sz="7200" dirty="0" smtClean="0">
                <a:cs typeface="Rachana" pitchFamily="2" charset="0"/>
              </a:rPr>
              <a:t>… Jai </a:t>
            </a:r>
            <a:r>
              <a:rPr lang="en-US" sz="7200" dirty="0" err="1" smtClean="0">
                <a:cs typeface="Rachana" pitchFamily="2" charset="0"/>
              </a:rPr>
              <a:t>Amma</a:t>
            </a:r>
            <a:r>
              <a:rPr lang="en-US" sz="7200" dirty="0" smtClean="0">
                <a:cs typeface="Rachana" pitchFamily="2" charset="0"/>
              </a:rPr>
              <a:t>… Jai </a:t>
            </a:r>
            <a:r>
              <a:rPr lang="en-US" sz="7200" dirty="0" err="1" smtClean="0">
                <a:cs typeface="Rachana" pitchFamily="2" charset="0"/>
              </a:rPr>
              <a:t>Amma</a:t>
            </a:r>
            <a:r>
              <a:rPr lang="en-US" sz="7200" dirty="0" smtClean="0">
                <a:cs typeface="Rachana" pitchFamily="2" charset="0"/>
              </a:rPr>
              <a:t>… My </a:t>
            </a:r>
            <a:r>
              <a:rPr lang="en-US" sz="7200" dirty="0" err="1" smtClean="0">
                <a:cs typeface="Rachana" pitchFamily="2" charset="0"/>
              </a:rPr>
              <a:t>Amma</a:t>
            </a:r>
            <a:r>
              <a:rPr lang="en-US" sz="7200" dirty="0" smtClean="0">
                <a:cs typeface="Rachana" pitchFamily="2" charset="0"/>
              </a:rPr>
              <a:t>!</a:t>
            </a:r>
            <a:endParaRPr lang="en-US" dirty="0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2762</TotalTime>
  <Words>86</Words>
  <Application>Microsoft Office PowerPoint</Application>
  <PresentationFormat>On-screen Show (4:3)</PresentationFormat>
  <Paragraphs>12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Jump into the river of love</vt:lpstr>
      <vt:lpstr>Jump into the river of love Swim through the waves of life,</vt:lpstr>
      <vt:lpstr>Amma, guide me to the ocean, Bliss, eternal light.</vt:lpstr>
      <vt:lpstr>Jai Amma… Jai Amma… Jai Amma… My Amma! Jai Amma… Jai Amma… Jai Amma… My Amma!</vt:lpstr>
      <vt:lpstr>Teach me how to swim Through happiness and strife,</vt:lpstr>
      <vt:lpstr>Floating on the raft of grace I offer you my life.</vt:lpstr>
      <vt:lpstr>Jai Amma… Jai Amma… Jai Amma… My Amma! Jai Amma… Jai Amma… Jai Amma… My Amma!</vt:lpstr>
      <vt:lpstr>Looking at the river,  See not the separate shores,</vt:lpstr>
      <vt:lpstr>“I” and “you” merge into Love We’re one, forever more.</vt:lpstr>
      <vt:lpstr>Jai Amma… Jai Amma… Jai Amma… My Amma! Jai Amma… Jai Amma… Jai Amma… My Amma!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Amrita</cp:lastModifiedBy>
  <cp:revision>326</cp:revision>
  <dcterms:created xsi:type="dcterms:W3CDTF">2006-08-16T00:00:00Z</dcterms:created>
  <dcterms:modified xsi:type="dcterms:W3CDTF">2025-07-31T10:23:09Z</dcterms:modified>
</cp:coreProperties>
</file>