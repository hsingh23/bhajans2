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13A32-781D-41FC-AEA5-67199336A6CF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A36DE-7988-4E61-A8C1-97E0CE6070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13A32-781D-41FC-AEA5-67199336A6CF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A36DE-7988-4E61-A8C1-97E0CE6070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13A32-781D-41FC-AEA5-67199336A6CF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A36DE-7988-4E61-A8C1-97E0CE6070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13A32-781D-41FC-AEA5-67199336A6CF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A36DE-7988-4E61-A8C1-97E0CE6070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13A32-781D-41FC-AEA5-67199336A6CF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A36DE-7988-4E61-A8C1-97E0CE6070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13A32-781D-41FC-AEA5-67199336A6CF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A36DE-7988-4E61-A8C1-97E0CE6070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13A32-781D-41FC-AEA5-67199336A6CF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A36DE-7988-4E61-A8C1-97E0CE6070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13A32-781D-41FC-AEA5-67199336A6CF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A36DE-7988-4E61-A8C1-97E0CE6070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13A32-781D-41FC-AEA5-67199336A6CF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A36DE-7988-4E61-A8C1-97E0CE6070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13A32-781D-41FC-AEA5-67199336A6CF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A36DE-7988-4E61-A8C1-97E0CE6070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13A32-781D-41FC-AEA5-67199336A6CF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A36DE-7988-4E61-A8C1-97E0CE6070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B13A32-781D-41FC-AEA5-67199336A6CF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4A36DE-7988-4E61-A8C1-97E0CE60709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tirumukham darśikkumbōzh-uṇḍākum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tirumukham darśikkumbōzh-uṇḍākum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paramānandam paṙayāvatō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The bliss I receive when I see your divine face, O Mother, cannot be expressed in words.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500" smtClean="0">
                <a:solidFill>
                  <a:srgbClr val="FFFFFF"/>
                </a:solidFill>
                <a:latin typeface="Calibri"/>
              </a:rPr>
              <a:t>ammē tirumāṙil amarumbōzh-uṇḍākum</a:t>
            </a:r>
            <a:br>
              <a:rPr lang="en-US" sz="6500" smtClean="0">
                <a:solidFill>
                  <a:srgbClr val="FFFFFF"/>
                </a:solidFill>
                <a:latin typeface="Calibri"/>
              </a:rPr>
            </a:br>
            <a:r>
              <a:rPr lang="en-US" sz="6500" smtClean="0">
                <a:solidFill>
                  <a:srgbClr val="FFFFFF"/>
                </a:solidFill>
                <a:latin typeface="Calibri"/>
              </a:rPr>
              <a:t>parama-śānti agādhamallō</a:t>
            </a:r>
            <a:endParaRPr lang="en-US" sz="6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experience deep peace when you clasp me to your bosom.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tṛkkaṇ kaḍākṣattāl akalāttor-azhal uṇḍō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ī avanīyil ammē…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All the sorrows I endure on this earth vanish when you cast a compassionate glance upon me.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atulyamallō tiru-puñciri tan…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vaśya-saundaryavum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The beauty of your smile is incomparable.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tirumukham darśikkumbōzh-uṇḍākum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paramānandam paṙayāvatō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The bliss I receive when I see your divine face, O Mother, cannot be expressed in words.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tirunāvil ninn-utirunn-aruḷukaḷ allō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ī azhalārnna jīvan-amṛtakaṇam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900" smtClean="0">
                <a:solidFill>
                  <a:srgbClr val="FFFF00"/>
                </a:solidFill>
                <a:latin typeface="Calibri"/>
              </a:rPr>
              <a:t>The words you speak are like drops of ambrosia, dissolving the sorrows of my life.</a:t>
            </a:r>
            <a:endParaRPr lang="en-US" sz="5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tiru-vacanaṅgaḷe kātōrkkum manujanī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janimṛti cakrattin-avasānavum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900" smtClean="0">
                <a:solidFill>
                  <a:srgbClr val="FFFF00"/>
                </a:solidFill>
                <a:latin typeface="Calibri"/>
              </a:rPr>
              <a:t>Those who contemplate your words can break free from the cycle of birth and death.</a:t>
            </a:r>
            <a:endParaRPr lang="en-US" sz="5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tirumukham darśikkumbōzh-uṇḍākum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paramānandam paṙayāvatō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The bliss I receive when I see your divine face, O Mother, cannot be expressed in words.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tiru-neṫṫīl oru muttam nalkumbōzh-uṇḍākum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nirvṛtīl-akalunnu anāthatvavum…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smtClean="0">
                <a:solidFill>
                  <a:srgbClr val="FFFF00"/>
                </a:solidFill>
                <a:latin typeface="Calibri"/>
              </a:rPr>
              <a:t>When I place a kiss on your forehead, I become blissfully aware that I am not alone,</a:t>
            </a:r>
            <a:endParaRPr lang="en-US" sz="6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200" smtClean="0">
                <a:solidFill>
                  <a:srgbClr val="FFFFFF"/>
                </a:solidFill>
                <a:latin typeface="Calibri"/>
              </a:rPr>
              <a:t>tiru sannidhiyil abhayam tannenne</a:t>
            </a:r>
            <a:br>
              <a:rPr lang="en-US" sz="6200" smtClean="0">
                <a:solidFill>
                  <a:srgbClr val="FFFFFF"/>
                </a:solidFill>
                <a:latin typeface="Calibri"/>
              </a:rPr>
            </a:br>
            <a:r>
              <a:rPr lang="en-US" sz="6200" smtClean="0">
                <a:solidFill>
                  <a:srgbClr val="FFFFFF"/>
                </a:solidFill>
                <a:latin typeface="Calibri"/>
              </a:rPr>
              <a:t>tṛppādaṅgaḷil cērkkukammē</a:t>
            </a:r>
            <a:endParaRPr lang="en-US" sz="62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900" smtClean="0">
                <a:solidFill>
                  <a:srgbClr val="FFFF00"/>
                </a:solidFill>
                <a:latin typeface="Calibri"/>
              </a:rPr>
              <a:t>Mother, grant me refuge in your sacred abode. Allow me to merge at your lotus feet.</a:t>
            </a:r>
            <a:endParaRPr lang="en-US" sz="5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tirumukham darśikkumbōzh-uṇḍākum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paramānandam paṙayāvatō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The bliss I receive when I see your divine face, O Mother, cannot be expressed in words.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228</Words>
  <Application>Microsoft Office PowerPoint</Application>
  <PresentationFormat>On-screen Show (4:3)</PresentationFormat>
  <Paragraphs>25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tirumukham darśikkumbōzh-uṇḍākum</vt:lpstr>
      <vt:lpstr>tirumukham darśikkumbōzh-uṇḍākum paramānandam paṙayāvatō</vt:lpstr>
      <vt:lpstr>ammē tirumāṙil amarumbōzh-uṇḍākum parama-śānti agādhamallō</vt:lpstr>
      <vt:lpstr>tṛkkaṇ kaḍākṣattāl akalāttor-azhal uṇḍō ī avanīyil ammē…</vt:lpstr>
      <vt:lpstr>atulyamallō tiru-puñciri tan… vaśya-saundaryavum</vt:lpstr>
      <vt:lpstr>tirumukham darśikkumbōzh-uṇḍākum paramānandam paṙayāvatō</vt:lpstr>
      <vt:lpstr>tirunāvil ninn-utirunn-aruḷukaḷ allō ī azhalārnna jīvan-amṛtakaṇam</vt:lpstr>
      <vt:lpstr>tiru-vacanaṅgaḷe kātōrkkum manujanī janimṛti cakrattin-avasānavum</vt:lpstr>
      <vt:lpstr>tirumukham darśikkumbōzh-uṇḍākum paramānandam paṙayāvatō</vt:lpstr>
      <vt:lpstr>tiru-neṫṫīl oru muttam nalkumbōzh-uṇḍākum nirvṛtīl-akalunnu anāthatvavum…</vt:lpstr>
      <vt:lpstr>tiru sannidhiyil abhayam tannenne tṛppādaṅgaḷil cērkkukammē</vt:lpstr>
      <vt:lpstr>tirumukham darśikkumbōzh-uṇḍākum paramānandam paṙayāvatō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tirumukham darśikkumbōzh-uṇḍākum</dc:title>
  <dc:creator>Amrita</dc:creator>
  <cp:lastModifiedBy>Amrita</cp:lastModifiedBy>
  <cp:revision>1</cp:revision>
  <dcterms:created xsi:type="dcterms:W3CDTF">2025-08-06T12:58:07Z</dcterms:created>
  <dcterms:modified xsi:type="dcterms:W3CDTF">2025-08-06T12:58:40Z</dcterms:modified>
</cp:coreProperties>
</file>