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3" r:id="rId9"/>
    <p:sldId id="264" r:id="rId10"/>
    <p:sldId id="268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A405E-C458-4031-B82F-AA1FA4FC904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2EC9E-E64D-4F72-969E-F8AFD18DB79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A405E-C458-4031-B82F-AA1FA4FC904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2EC9E-E64D-4F72-969E-F8AFD18DB79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A405E-C458-4031-B82F-AA1FA4FC904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2EC9E-E64D-4F72-969E-F8AFD18DB79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A405E-C458-4031-B82F-AA1FA4FC904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2EC9E-E64D-4F72-969E-F8AFD18DB79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A405E-C458-4031-B82F-AA1FA4FC904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2EC9E-E64D-4F72-969E-F8AFD18DB79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A405E-C458-4031-B82F-AA1FA4FC904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2EC9E-E64D-4F72-969E-F8AFD18DB79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A405E-C458-4031-B82F-AA1FA4FC904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2EC9E-E64D-4F72-969E-F8AFD18DB79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A405E-C458-4031-B82F-AA1FA4FC904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2EC9E-E64D-4F72-969E-F8AFD18DB79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A405E-C458-4031-B82F-AA1FA4FC904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2EC9E-E64D-4F72-969E-F8AFD18DB79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A405E-C458-4031-B82F-AA1FA4FC904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2EC9E-E64D-4F72-969E-F8AFD18DB79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A405E-C458-4031-B82F-AA1FA4FC904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2EC9E-E64D-4F72-969E-F8AFD18DB79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A405E-C458-4031-B82F-AA1FA4FC904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02EC9E-E64D-4F72-969E-F8AFD18DB79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pariśuddha anbin uruvamē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(Tamil)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pariśuddha anbin uruvamē rādhika un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prēma-bhaktiyil aṇaittum maṙantān mādhavan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Radhika, you are the very embodiment of pure love. In your prema-bhakti, Madhava forgot everything else.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gōpiyarē nīṅkaḷ tūya anpōḍu kūṙuṅkaḷ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Gopis, sing with pure love!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2"/>
            <a:ext cx="9144000" cy="6858001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rādhā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rādhā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rādhā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mādhavā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harē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harē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rādhā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rādhā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rādhā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ramaṇa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mādhavā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harē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vṛndāvanattile ovvoru maṇtukazhun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pariśuddha-prēmattin pukazhai pāḍum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In Vrindavan every grain of sand sings the praises of Radha’s sacred love.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ennilum untan tūya anpinai tantu nī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gōpēśvaranil layikka aruḷvāy dēvī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100" smtClean="0">
                <a:solidFill>
                  <a:srgbClr val="FFFF00"/>
                </a:solidFill>
                <a:latin typeface="Calibri"/>
              </a:rPr>
              <a:t>O Radha Devi, grant me that pure love and bless me with union with Gopeshvaran (the Shivalinga in a temple in Vrindavan)</a:t>
            </a:r>
            <a:endParaRPr lang="en-US" sz="5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2"/>
            <a:ext cx="9144000" cy="6858001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rādhā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rādhā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rādhā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mādhavā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harē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harē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rādhā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rādhā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rādhā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ramaṇa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mādhavā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harē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nī kēṭṭat-ellām avanin tiru nāmamē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kaṇpārttat-ellām avanin sundara-rūpamē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O Radha, to you, every sound is his sacred name, and every sight his enchanting form.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malaraḍi nān paṇintēn kanivōḍu nānum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annilayai aḍaya aruḷvāy dēvi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 I bow at your feet—please bless me, that I too may attain that supreme state.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2"/>
            <a:ext cx="9144000" cy="6858001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rādhā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rādhā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rādhā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mādhavā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harē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harē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rādhā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rādhā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rādhā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ramaṇa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mādhavā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harē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2"/>
            <a:ext cx="9144000" cy="6858001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rādhā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mādhavā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harē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rādhā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 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mādhavā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 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harē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163</Words>
  <Application>Microsoft Office PowerPoint</Application>
  <PresentationFormat>On-screen Show (4:3)</PresentationFormat>
  <Paragraphs>19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pariśuddha anbin uruvamē</vt:lpstr>
      <vt:lpstr>pariśuddha anbin uruvamē rādhika un prēma-bhaktiyil aṇaittum maṙantān mādhavan</vt:lpstr>
      <vt:lpstr>gōpiyarē nīṅkaḷ tūya anpōḍu kūṙuṅkaḷ</vt:lpstr>
      <vt:lpstr>rādhā rādhā rādhā mādhavā harē harē rādhā rādhā rādhā ramaṇa mādhavā harē</vt:lpstr>
      <vt:lpstr>vṛndāvanattile ovvoru maṇtukazhun pariśuddha-prēmattin pukazhai pāḍum</vt:lpstr>
      <vt:lpstr>ennilum untan tūya anpinai tantu nī gōpēśvaranil layikka aruḷvāy dēvī</vt:lpstr>
      <vt:lpstr>rādhā rādhā rādhā mādhavā harē harē rādhā rādhā rādhā ramaṇa mādhavā harē</vt:lpstr>
      <vt:lpstr>nī kēṭṭat-ellām avanin tiru nāmamē kaṇpārttat-ellām avanin sundara-rūpamē</vt:lpstr>
      <vt:lpstr>malaraḍi nān paṇintēn kanivōḍu nānum annilayai aḍaya aruḷvāy dēvi</vt:lpstr>
      <vt:lpstr>rādhā rādhā rādhā mādhavā harē harē rādhā rādhā rādhā ramaṇa mādhavā harē</vt:lpstr>
      <vt:lpstr>rādhā mādhavā harē rādhā mādhavā harē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pariśuddha anbin uruvamē</dc:title>
  <dc:creator>Amrita</dc:creator>
  <cp:lastModifiedBy>Amrita</cp:lastModifiedBy>
  <cp:revision>1</cp:revision>
  <dcterms:created xsi:type="dcterms:W3CDTF">2025-06-26T14:25:38Z</dcterms:created>
  <dcterms:modified xsi:type="dcterms:W3CDTF">2025-06-26T14:28:25Z</dcterms:modified>
</cp:coreProperties>
</file>