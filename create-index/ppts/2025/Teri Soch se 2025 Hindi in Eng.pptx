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6BEC6-1979-4BBA-A513-455AEC696440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BF365-1B64-48D4-9271-315C92AF31B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sōc sē hī khil uṭhā yē samsār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sōc sē hī khil uṭhā yē samsār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anādi-anant kālarūpī tū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From your very thought, this world has blossomed; you are the one who is eternal and infinite, the embodiment of time itself.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kālī mā…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tū hī hai samsār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kāḷimā tū hī hai ādhār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Kali Ma... You alone are this world; O dark Mother, you are its very foundation.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sṛjan ki tū prēraṇā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is jagat kī tū dhāriṇī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You are the inspiration behind creation; you are the sustainer of this universe.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tū hī hai bhavatāriṇī mā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sṛṣṭi sthiti samhāriṇī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You alone are the liberating Mother who ferries beings across; the one who creates, sustains, and dissolves the cosmos.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tū hī hai samsār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kāḷimā tū hī hai ādhār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alone are the world; O dark one, you are its essential support.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ōmkār kī dhvani tū hrīmkār kī mahimā tū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śrīmkār kī samṛddhi tū kḷīmkār kā rahasya tū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You are the sound of Om, the glory of the sacred syllable Hrim; you are the prosperity of Shrim, and the mystery of Klim.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ākār tū nirākār bhī tū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saguṇ tū nirguṇ bhī tū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form, and you are formless; you are with attributes, and you are beyond all attributes.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puruṣ aur prakṛti bhī tū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dvait tū advait tū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both the masculine and the feminine principle; you are duality, and you are non-duality.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kāḷī tū, mahākāḷī tū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śakti tū śivaśakti tū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Kali, you are the great Mahakali; you are the primal energy, the divine union of Shiva and Shakti.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248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tērī sōc sē hī khil uṭhā yē samsār</vt:lpstr>
      <vt:lpstr>tērī sōc sē hī khil uṭhā yē samsār anādi-anant kālarūpī tū</vt:lpstr>
      <vt:lpstr>kālī mā…  tū hī hai samsār kāḷimā tū hī hai ādhār</vt:lpstr>
      <vt:lpstr>sṛjan ki tū prēraṇā is jagat kī tū dhāriṇī</vt:lpstr>
      <vt:lpstr>tū hī hai bhavatāriṇī mā  sṛṣṭi sthiti samhāriṇī</vt:lpstr>
      <vt:lpstr>tū hī hai samsār kāḷimā tū hī hai ādhār</vt:lpstr>
      <vt:lpstr>ōmkār kī dhvani tū hrīmkār kī mahimā tū śrīmkār kī samṛddhi tū kḷīmkār kā rahasya tū</vt:lpstr>
      <vt:lpstr>ākār tū nirākār bhī tū saguṇ tū nirguṇ bhī tū</vt:lpstr>
      <vt:lpstr>puruṣ aur prakṛti bhī tū dvait tū advait tū</vt:lpstr>
      <vt:lpstr>kāḷī tū, mahākāḷī tū śakti tū śivaśakti tū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tērī sōc sē hī khil uṭhā yē samsār</dc:title>
  <dc:creator>Amrita</dc:creator>
  <cp:lastModifiedBy>Amrita</cp:lastModifiedBy>
  <cp:revision>1</cp:revision>
  <dcterms:created xsi:type="dcterms:W3CDTF">2025-07-04T12:02:27Z</dcterms:created>
  <dcterms:modified xsi:type="dcterms:W3CDTF">2025-07-04T12:03:44Z</dcterms:modified>
</cp:coreProperties>
</file>