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80171-E5AC-4CCA-916E-E9A577EB0B7F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E20CF-4AFE-4591-AA96-A4AB90B1A03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Go straight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E20CF-4AFE-4591-AA96-A4AB90B1A03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3B6DF-0D63-4409-B64F-F70B3659BA58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8663-534B-4580-B678-CDE76A8F465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3B6DF-0D63-4409-B64F-F70B3659BA58}" type="datetimeFigureOut">
              <a:rPr lang="en-US" smtClean="0"/>
              <a:pPr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78663-534B-4580-B678-CDE76A8F465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tappade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japisu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avirata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bhajisu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tappade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japisu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avirata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bhajisu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śrīman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mantra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Chant without fail, and ceaselessly repeat the sacred mantra of Shriman Narayana.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jaḍa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tanu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manava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caitanya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goḷisi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jīvadāna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vitta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hariya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this inert body and mind be awakened into consciousness, and remember Hari, the giver of your very life.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hṛdayadi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hebbeṭṭu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gātrada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rūpadi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4800" dirty="0" smtClean="0">
                <a:solidFill>
                  <a:srgbClr val="FFFFFF"/>
                </a:solidFill>
                <a:latin typeface="Calibri"/>
              </a:rPr>
            </a:b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kamalada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moggina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ākṛti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iruva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4800" dirty="0" smtClean="0">
                <a:solidFill>
                  <a:srgbClr val="FFFFFF"/>
                </a:solidFill>
                <a:latin typeface="Calibri"/>
              </a:rPr>
            </a:b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daharākāśada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garbha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guḍiyōḷu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4800" dirty="0" smtClean="0">
                <a:solidFill>
                  <a:srgbClr val="FFFFFF"/>
                </a:solidFill>
                <a:latin typeface="Calibri"/>
              </a:rPr>
            </a:b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nelesiha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sākṣibhāvana</a:t>
            </a:r>
            <a:r>
              <a:rPr lang="en-US" sz="4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4800" dirty="0" err="1" smtClean="0">
                <a:solidFill>
                  <a:srgbClr val="FFFFFF"/>
                </a:solidFill>
                <a:latin typeface="Calibri"/>
              </a:rPr>
              <a:t>smarisu</a:t>
            </a:r>
            <a:endParaRPr lang="en-US" sz="4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3900" smtClean="0">
                <a:solidFill>
                  <a:srgbClr val="FFFF00"/>
                </a:solidFill>
                <a:latin typeface="Calibri"/>
              </a:rPr>
              <a:t>In the inner sky of the subtle heart-space, within the sanctum of the spiritual womb, in a space no larger than a thumb, remember the Lord who dwells there in the form of a lotus bud, as the all-pervading witness.</a:t>
            </a:r>
            <a:endParaRPr lang="en-US" sz="3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"/>
            <a:ext cx="9144000" cy="6858001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kārya-karaṇa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saṅghātada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oḍeya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jīvarāśigella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caitanyavīva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the midst of the body-mind complex, and pervading all living beings, flows the stream of consciousness.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jagadādhāranu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sarva-vyāpiyu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900" dirty="0" smtClean="0">
                <a:solidFill>
                  <a:srgbClr val="FFFFFF"/>
                </a:solidFill>
                <a:latin typeface="Calibri"/>
              </a:rPr>
            </a:b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nitya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śuddha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buddha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paramdhāma</a:t>
            </a:r>
            <a:endParaRPr lang="en-US" sz="59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That supreme abode is the support of the universe, all-pervading, eternally pure, awakened, and absolute.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"/>
            <a:ext cx="9144000" cy="6858001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śrī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guru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sēve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400" dirty="0" smtClean="0">
                <a:solidFill>
                  <a:srgbClr val="FFFFFF"/>
                </a:solidFill>
                <a:latin typeface="Calibri"/>
              </a:rPr>
            </a:b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niṣkāma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karma</a:t>
            </a:r>
            <a:br>
              <a:rPr lang="en-US" sz="6400" dirty="0" smtClean="0">
                <a:solidFill>
                  <a:srgbClr val="FFFFFF"/>
                </a:solidFill>
                <a:latin typeface="Calibri"/>
              </a:rPr>
            </a:b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upāsane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mārgava</a:t>
            </a:r>
            <a:r>
              <a:rPr lang="en-US" sz="6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400" dirty="0" err="1" smtClean="0">
                <a:solidFill>
                  <a:srgbClr val="FFFFFF"/>
                </a:solidFill>
                <a:latin typeface="Calibri"/>
              </a:rPr>
              <a:t>anusarisi</a:t>
            </a:r>
            <a:endParaRPr lang="en-US" sz="6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Serve the revered Guru through selfless action and follow the path of devotion.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guru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śāstra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kṛpayinda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jñānava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paḍeyalu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karuṇadi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prabhuvu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manadi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beḷaguvanu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By the grace of the Guru and the scriptures, attain true knowledge—and out of compassion, the Lord will illumine the mind.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"/>
            <a:ext cx="9144000" cy="6858001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nārāyaṇa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197</Words>
  <Application>Microsoft Office PowerPoint</Application>
  <PresentationFormat>On-screen Show (4:3)</PresentationFormat>
  <Paragraphs>22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tappade japisu avirata bhajisu</vt:lpstr>
      <vt:lpstr>tappade japisu  avirata bhajisu śrīman nārāyaṇa mantra</vt:lpstr>
      <vt:lpstr>jaḍa tanu manava caitanya goḷisi jīvadāna vitta hariya</vt:lpstr>
      <vt:lpstr>hṛdayadi hebbeṭṭu gātrada rūpadi kamalada moggina ākṛti iruva daharākāśada garbha guḍiyōḷu nelesiha sākṣibhāvana smarisu</vt:lpstr>
      <vt:lpstr>nārāyaṇa hari  nārāyaṇa hari nārāyaṇa hari  nārāyaṇa</vt:lpstr>
      <vt:lpstr>kārya-karaṇa saṅghātada oḍeya jīvarāśigella caitanyavīva</vt:lpstr>
      <vt:lpstr>jagadādhāranu sarva-vyāpiyu nitya śuddha buddha paramdhāma</vt:lpstr>
      <vt:lpstr>nārāyaṇa hari  nārāyaṇa hari nārāyaṇa hari  nārāyaṇa</vt:lpstr>
      <vt:lpstr>śrī guru sēve  niṣkāma karma upāsane mārgava anusarisi</vt:lpstr>
      <vt:lpstr>guru śāstra kṛpayinda jñānava paḍeyalu karuṇadi prabhuvu manadi beḷaguvanu</vt:lpstr>
      <vt:lpstr>nārāyaṇa hari  nārāyaṇa hari nārāyaṇa hari  nārāyaṇa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tappate japisu avirata bhajisu</dc:title>
  <dc:creator>Amrita</dc:creator>
  <cp:lastModifiedBy>Amrita</cp:lastModifiedBy>
  <cp:revision>10</cp:revision>
  <dcterms:created xsi:type="dcterms:W3CDTF">2025-06-26T12:45:23Z</dcterms:created>
  <dcterms:modified xsi:type="dcterms:W3CDTF">2025-07-01T16:46:53Z</dcterms:modified>
</cp:coreProperties>
</file>