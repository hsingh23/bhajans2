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92" r:id="rId2"/>
    <p:sldId id="307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9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where do you </a:t>
            </a:r>
            <a:r>
              <a:rPr lang="en-US" sz="7200" dirty="0" smtClean="0">
                <a:cs typeface="Rachana" pitchFamily="2" charset="0"/>
              </a:rPr>
              <a:t>wander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solidFill>
                  <a:srgbClr val="FFFF00"/>
                </a:solidFill>
                <a:cs typeface="Rachana" pitchFamily="2" charset="0"/>
              </a:rPr>
              <a:t>2025</a:t>
            </a:r>
            <a:br>
              <a:rPr lang="en-US" sz="7200" dirty="0" smtClean="0">
                <a:solidFill>
                  <a:srgbClr val="FFFF00"/>
                </a:solidFill>
                <a:cs typeface="Rachana" pitchFamily="2" charset="0"/>
              </a:rPr>
            </a:br>
            <a:r>
              <a:rPr lang="en-US" sz="7200" dirty="0" smtClean="0">
                <a:solidFill>
                  <a:srgbClr val="FFFF00"/>
                </a:solidFill>
                <a:cs typeface="Rachana" pitchFamily="2" charset="0"/>
              </a:rPr>
              <a:t>(English)</a:t>
            </a:r>
            <a:endParaRPr lang="en-US" sz="7200" dirty="0" smtClean="0">
              <a:solidFill>
                <a:srgbClr val="FFFF00"/>
              </a:solidFill>
              <a:cs typeface="Rachana" pitchFamily="2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where do you wander? where do you go</a:t>
            </a:r>
            <a:r>
              <a:rPr lang="en-US" sz="7200" dirty="0" smtClean="0">
                <a:cs typeface="Rachana" pitchFamily="2" charset="0"/>
              </a:rPr>
              <a:t>?</a:t>
            </a:r>
            <a:endParaRPr lang="en-US" sz="7200" dirty="0" smtClean="0">
              <a:cs typeface="Rachana" pitchFamily="2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the sun inside you is waiting to dawn </a:t>
            </a:r>
            <a:endParaRPr 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be without fear, be without sorrow </a:t>
            </a:r>
            <a:endParaRPr lang="en-US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you are love itself </a:t>
            </a:r>
            <a:endParaRPr lang="en-US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why do you cry? why do you cry? </a:t>
            </a:r>
            <a:endParaRPr 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where do you wander? where do you go? </a:t>
            </a:r>
            <a:endParaRPr lang="en-US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the sun inside you is waiting to dawn</a:t>
            </a:r>
            <a:endParaRPr lang="en-US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you have no past, give up your shame </a:t>
            </a:r>
            <a:endParaRPr lang="en-US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in your hand alone</a:t>
            </a:r>
            <a:endParaRPr lang="en-US" dirty="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is the key of fate, is the key of fate </a:t>
            </a:r>
            <a:endParaRPr lang="en-US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where do you wander? where do you go? </a:t>
            </a:r>
            <a:endParaRPr lang="en-US" dirty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the sun inside you is waiting to dawn</a:t>
            </a:r>
            <a:endParaRPr lang="en-US" dirty="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you were never born, you will never die </a:t>
            </a:r>
            <a:endParaRPr lang="en-US" dirty="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smtClean="0">
                <a:cs typeface="Rachana" pitchFamily="2" charset="0"/>
              </a:rPr>
              <a:t>you are life itself </a:t>
            </a:r>
            <a:endParaRPr lang="en-US" dirty="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smtClean="0">
                <a:cs typeface="Rachana" pitchFamily="2" charset="0"/>
              </a:rPr>
              <a:t>why do you cry? why do you cry?</a:t>
            </a:r>
            <a:endParaRPr lang="en-US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2807</TotalTime>
  <Words>122</Words>
  <Application>Microsoft Office PowerPoint</Application>
  <PresentationFormat>On-screen Show (4:3)</PresentationFormat>
  <Paragraphs>16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where do you wander 2025 (English)</vt:lpstr>
      <vt:lpstr>where do you wander? where do you go?</vt:lpstr>
      <vt:lpstr>the sun inside you is waiting to dawn </vt:lpstr>
      <vt:lpstr>be without fear, be without sorrow </vt:lpstr>
      <vt:lpstr>you are love itself </vt:lpstr>
      <vt:lpstr>why do you cry? why do you cry? </vt:lpstr>
      <vt:lpstr>where do you wander? where do you go? </vt:lpstr>
      <vt:lpstr>the sun inside you is waiting to dawn</vt:lpstr>
      <vt:lpstr>you have no past, give up your shame </vt:lpstr>
      <vt:lpstr>in your hand alone</vt:lpstr>
      <vt:lpstr>is the key of fate, is the key of fate </vt:lpstr>
      <vt:lpstr>where do you wander? where do you go? </vt:lpstr>
      <vt:lpstr>the sun inside you is waiting to dawn</vt:lpstr>
      <vt:lpstr>you were never born, you will never die </vt:lpstr>
      <vt:lpstr>you are life itself </vt:lpstr>
      <vt:lpstr>why do you cry? why do you cry?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327</cp:revision>
  <dcterms:created xsi:type="dcterms:W3CDTF">2006-08-16T00:00:00Z</dcterms:created>
  <dcterms:modified xsi:type="dcterms:W3CDTF">2025-09-01T13:00:48Z</dcterms:modified>
</cp:coreProperties>
</file>