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439D-B6F3-426C-A4C0-CB2CC0ADAA01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4011-A434-4AF7-A98D-004CFA2F71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439D-B6F3-426C-A4C0-CB2CC0ADAA01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4011-A434-4AF7-A98D-004CFA2F71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439D-B6F3-426C-A4C0-CB2CC0ADAA01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4011-A434-4AF7-A98D-004CFA2F71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439D-B6F3-426C-A4C0-CB2CC0ADAA01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4011-A434-4AF7-A98D-004CFA2F71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439D-B6F3-426C-A4C0-CB2CC0ADAA01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4011-A434-4AF7-A98D-004CFA2F71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439D-B6F3-426C-A4C0-CB2CC0ADAA01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4011-A434-4AF7-A98D-004CFA2F71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439D-B6F3-426C-A4C0-CB2CC0ADAA01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4011-A434-4AF7-A98D-004CFA2F71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439D-B6F3-426C-A4C0-CB2CC0ADAA01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4011-A434-4AF7-A98D-004CFA2F71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439D-B6F3-426C-A4C0-CB2CC0ADAA01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4011-A434-4AF7-A98D-004CFA2F71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439D-B6F3-426C-A4C0-CB2CC0ADAA01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4011-A434-4AF7-A98D-004CFA2F71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439D-B6F3-426C-A4C0-CB2CC0ADAA01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4011-A434-4AF7-A98D-004CFA2F71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3439D-B6F3-426C-A4C0-CB2CC0ADAA01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74011-A434-4AF7-A98D-004CFA2F715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hē manavē ele manavē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hē manavē ele manavē bhajisu pāṇḍuraṅganā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mind, my mind! Worship Panduranga,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pāpa rāśi nāśa gaiva prēma puṇya dhāmanā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destroyer of sins piled high, the abode of love and merit.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duritava dūra gaiva dēvakī kandanā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He is the son of Devaki, who removes all suffering.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it-IT" sz="6600" smtClean="0">
                <a:solidFill>
                  <a:srgbClr val="FFFFFF"/>
                </a:solidFill>
                <a:latin typeface="Calibri"/>
              </a:rPr>
              <a:t>harivā kaṇṇīra oresi poreva punītana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He wipes away the streaming tears of his devotees, and embraces the pure.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pārumāḍi bhava-sāgara pālipa paramātmana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He is the supreme one who helps us cross the ocean of worldly existence and protects.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yāva bhēda bhāvavilladē bhaktigolipa bhūpana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Without any sense of division, He accepts all devotees—the King who welcomes all.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viṭhala… pāṇḍuraṅga… viṭhala… pāṇḍuraṅga…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Oh Krishna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bāḷa kattalalli beḷaku tōrabaruva mādhavā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Madhava, you are the one who reveals light in the darkness of life.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hagalu iruḷu ninna nenapu nīrajākṣa nirguṇā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O lotus-eyed, attributeless one, we remember you day and night.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bhajipe ninna ananta divya nāma nārāyaṇā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Narayana, we chant your infinite divine names.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kṣamisi namma salahu dīna-bandhu śrī adhōkṣajā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Adhokshaja, friend of the humble, forgive us and protect us.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viṭhala… pāṇḍuraṅga… viṭhala… pāṇḍuraṅga…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Oh Krishna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prēmadi karedoḍane baruva paṇḍarī-nāthanē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Lord of Pandharpur, you come when called with love.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moreya kēḷi varava nīḍi uddharipa upēndranē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Upendra, you hear our prayers, grant boons, and uplift us.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niṣṭheyinda dhyānisidare gōcaripa nirañjana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O stainless one, if meditated upon with steady devotion, you grant your vision.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janana-maraṇadinda mukti nīḍu hē janārdana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Janardana, you grant liberation from birth and death.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viṭhala… pāṇḍuraṅga… viṭhala… pāṇḍuraṅga…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Oh Krishna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pāṇḍuraṅga pāṇḍuraṅga viṭhala viṭhala pāṇḍuraṅga…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Oh Krishna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307</Words>
  <Application>Microsoft Office PowerPoint</Application>
  <PresentationFormat>On-screen Show (4:3)</PresentationFormat>
  <Paragraphs>39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hē manavē ele manavē</vt:lpstr>
      <vt:lpstr>hē manavē ele manavē bhajisu pāṇḍuraṅganā</vt:lpstr>
      <vt:lpstr>pāpa rāśi nāśa gaiva prēma puṇya dhāmanā</vt:lpstr>
      <vt:lpstr>duritava dūra gaiva dēvakī kandanā</vt:lpstr>
      <vt:lpstr>harivā kaṇṇīra oresi poreva punītana</vt:lpstr>
      <vt:lpstr>pārumāḍi bhava-sāgara pālipa paramātmana</vt:lpstr>
      <vt:lpstr>yāva bhēda bhāvavilladē bhaktigolipa bhūpana</vt:lpstr>
      <vt:lpstr>viṭhala… pāṇḍuraṅga… viṭhala… pāṇḍuraṅga…</vt:lpstr>
      <vt:lpstr>bāḷa kattalalli beḷaku tōrabaruva mādhavā</vt:lpstr>
      <vt:lpstr>hagalu iruḷu ninna nenapu nīrajākṣa nirguṇā</vt:lpstr>
      <vt:lpstr>bhajipe ninna ananta divya nāma nārāyaṇā</vt:lpstr>
      <vt:lpstr>kṣamisi namma salahu dīna-bandhu śrī adhōkṣajā</vt:lpstr>
      <vt:lpstr>viṭhala… pāṇḍuraṅga… viṭhala… pāṇḍuraṅga…</vt:lpstr>
      <vt:lpstr>prēmadi karedoḍane baruva paṇḍarī-nāthanē</vt:lpstr>
      <vt:lpstr>moreya kēḷi varava nīḍi uddharipa upēndranē</vt:lpstr>
      <vt:lpstr>niṣṭheyinda dhyānisidare gōcaripa nirañjana</vt:lpstr>
      <vt:lpstr>janana-maraṇadinda mukti nīḍu hē janārdana</vt:lpstr>
      <vt:lpstr>viṭhala… pāṇḍuraṅga… viṭhala… pāṇḍuraṅga…</vt:lpstr>
      <vt:lpstr>pāṇḍuraṅga pāṇḍuraṅga viṭhala viṭhala pāṇḍuraṅga…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hē manavē ele manavē</dc:title>
  <dc:creator>Amrita</dc:creator>
  <cp:lastModifiedBy>Amrita</cp:lastModifiedBy>
  <cp:revision>1</cp:revision>
  <dcterms:created xsi:type="dcterms:W3CDTF">2025-07-21T10:29:42Z</dcterms:created>
  <dcterms:modified xsi:type="dcterms:W3CDTF">2025-07-21T10:31:13Z</dcterms:modified>
</cp:coreProperties>
</file>