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87976-A9B6-4CB9-8CD4-D18185D7BC5A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ED1C1-1A0D-42DF-8E69-73202D3100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87976-A9B6-4CB9-8CD4-D18185D7BC5A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ED1C1-1A0D-42DF-8E69-73202D3100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87976-A9B6-4CB9-8CD4-D18185D7BC5A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ED1C1-1A0D-42DF-8E69-73202D3100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87976-A9B6-4CB9-8CD4-D18185D7BC5A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ED1C1-1A0D-42DF-8E69-73202D3100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87976-A9B6-4CB9-8CD4-D18185D7BC5A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ED1C1-1A0D-42DF-8E69-73202D3100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87976-A9B6-4CB9-8CD4-D18185D7BC5A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ED1C1-1A0D-42DF-8E69-73202D3100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87976-A9B6-4CB9-8CD4-D18185D7BC5A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ED1C1-1A0D-42DF-8E69-73202D3100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87976-A9B6-4CB9-8CD4-D18185D7BC5A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ED1C1-1A0D-42DF-8E69-73202D3100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87976-A9B6-4CB9-8CD4-D18185D7BC5A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ED1C1-1A0D-42DF-8E69-73202D3100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87976-A9B6-4CB9-8CD4-D18185D7BC5A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ED1C1-1A0D-42DF-8E69-73202D3100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87976-A9B6-4CB9-8CD4-D18185D7BC5A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ED1C1-1A0D-42DF-8E69-73202D3100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B87976-A9B6-4CB9-8CD4-D18185D7BC5A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ED1C1-1A0D-42DF-8E69-73202D31005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nandanandan diṭh paḍiyā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(Braj)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nandanandan diṭh paḍiyā māyi sāṅvrō sāṅvrō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caught a glimpse of the son of Nanda, O mother, so dark, so dark in hue!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nandanandan diṭha paḍiyā māyi dārayā sab lōk lāj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Just one look at him, and I was undone-lost all sense of worldly shame.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sudh budh bisrāye sāṅvrō sāṅvrō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whole world faded away from my mind; nothing remained but him, that dark one, that beautiful, dark one.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mōr candr kā kirīṭ mukuṭ jab suhāye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How radiant he looked with a peacock-feathered crown, a crest of moonlight adorning his head!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kēsar rō tilak bhāl lōcan sukhdāyi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A sandal-mark of saffron graced his forehead, and his eyes—those eyes!—poured bliss into the soul.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lōcan sukhdāyi sāṅvrō sāṅvrō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Such joy they gave, those eyes of the dark one, the ever-enchanting dark one.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kuṇḍal jhalkā kapōl alkā lahrāye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His earrings glimmered against his cheeks, and soft curls danced upon his temples.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mīnā taj sarvar jāū makar milan dhāyi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Compared to the beauty of this form, the fish abandoned the lake and rushed to embrace him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makar milan dhāyi sāṅvrō sāṅvrō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—such was the magnetism of the dark one, the all-attractive dark one.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naṭavar prabhu vēṣ dhariyā rūp jag lubhāye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In the garb of a divine dancer, he stole the hearts of the world with his bewitching form.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giridhar prabhu aṅg aṅg mīrā balijāyi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To see his limbs, each one divine, Giridhar himself incarnate-Mira surrendered completely.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mīrā balijāyi sāṅvrō sāṅvrō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200" smtClean="0">
                <a:solidFill>
                  <a:srgbClr val="FFFF00"/>
                </a:solidFill>
                <a:latin typeface="Calibri"/>
              </a:rPr>
              <a:t>She gave herself wholly to him, to that irresistible dark one, her beloved dark one.</a:t>
            </a:r>
            <a:endParaRPr lang="en-US" sz="6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</Words>
  <Application>Microsoft Office PowerPoint</Application>
  <PresentationFormat>On-screen Show (4:3)</PresentationFormat>
  <Paragraphs>27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nandanandan diṭh paḍiyā</vt:lpstr>
      <vt:lpstr>nandanandan diṭh paḍiyā māyi sāṅvrō sāṅvrō</vt:lpstr>
      <vt:lpstr>nandanandan diṭha paḍiyā māyi dārayā sab lōk lāj</vt:lpstr>
      <vt:lpstr>sudh budh bisrāye sāṅvrō sāṅvrō</vt:lpstr>
      <vt:lpstr>mōr candr kā kirīṭ mukuṭ jab suhāye</vt:lpstr>
      <vt:lpstr>kēsar rō tilak bhāl lōcan sukhdāyi</vt:lpstr>
      <vt:lpstr>lōcan sukhdāyi sāṅvrō sāṅvrō</vt:lpstr>
      <vt:lpstr>kuṇḍal jhalkā kapōl alkā lahrāye</vt:lpstr>
      <vt:lpstr>mīnā taj sarvar jāū makar milan dhāyi</vt:lpstr>
      <vt:lpstr>makar milan dhāyi sāṅvrō sāṅvrō</vt:lpstr>
      <vt:lpstr>naṭavar prabhu vēṣ dhariyā rūp jag lubhāye</vt:lpstr>
      <vt:lpstr>giridhar prabhu aṅg aṅg mīrā balijāyi</vt:lpstr>
      <vt:lpstr>mīrā balijāyi sāṅvrō sāṅvrō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nandanandan diṭh paḍiyā</dc:title>
  <dc:creator>Amrita</dc:creator>
  <cp:lastModifiedBy>Amrita</cp:lastModifiedBy>
  <cp:revision>1</cp:revision>
  <dcterms:created xsi:type="dcterms:W3CDTF">2025-07-13T13:28:00Z</dcterms:created>
  <dcterms:modified xsi:type="dcterms:W3CDTF">2025-07-13T13:28:55Z</dcterms:modified>
</cp:coreProperties>
</file>