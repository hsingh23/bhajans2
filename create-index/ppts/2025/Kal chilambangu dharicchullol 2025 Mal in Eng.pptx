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6" r:id="rId10"/>
    <p:sldId id="263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5826B-86F1-41BB-8190-577284E738A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kālccilambaṅgu dhariccuḷḷōḷ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2025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kālccilambaṅgu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dhariccuḷḷōḷ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kāṙazhakinde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niṙamuḷḷōḷ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aṇiññuḷḷōḷ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kāṭṭīḍuk-ammē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karimkāḷī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She who wears heavy, tinkling anklets; she of radiant, dusky beauty, with dark, wavy hair like rain-laden clouds—protect us, O Mother, fierce and mighty Kali!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dārika-nigraham ceytavaḷ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dakṣande yajñam muḍiccavaḷ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dākṣāyaṇi ennu pēruḷḷōḷ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She who slew the demon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Darika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, who shattered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Daksha’s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 prideful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yajna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, who is known as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Dakshayani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—protect us, </a:t>
            </a:r>
            <a:br>
              <a:rPr lang="en-US" sz="4500" dirty="0" smtClean="0">
                <a:solidFill>
                  <a:srgbClr val="FFFF00"/>
                </a:solidFill>
                <a:latin typeface="Calibri"/>
              </a:rPr>
            </a:b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O Mother, fierce and dark Kali!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raktabījane vadhiccavaḷ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raktattil aṅgu nīrāḍiyōḷ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raktēśvariyāyi vāzhunnōḷ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She who slew the demon Raktabīja, who bathed in the torrent of his blood, who reigns supreme as Rakteswarī—protect us, O Mother, fierce and dark Kali!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nīṇḍu viḍarnna mizhiyuḷḷōḷ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tāraka-ratnam dhariccuḷḷōḷ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pauruṣam ārnna tējassuḷḷōḷ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400" smtClean="0">
                <a:solidFill>
                  <a:srgbClr val="FFFF00"/>
                </a:solidFill>
                <a:latin typeface="Calibri"/>
              </a:rPr>
              <a:t>She whose eyes are long and wide; who wears the stars as her ornaments; who embodies the vital force of Purusha, the Supreme Being—protect us, O Mother, fierce and dark Kali!</a:t>
            </a:r>
            <a:endParaRPr lang="en-US" sz="4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cembaññiccāṙind-azhakuḷḷōḷ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cembaratti-māla cārttiyōḷ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cembaṭṭu cēla aṇiññuḷḷōḷ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She whose lovely hue resembles rosy red lac; who wears a garland of red hibiscus; who is draped in garments of deepest red—protect us, O Mother, fierce and dark Kali!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kaṇṇīru kaṇḍāl aliyunnōḷ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mātṛvātsalyam curattunnōḷ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bhakta-janaṅgaḷe pālippōḷ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She who melts at the sight of our tears; from whom flows the milk of motherly tenderness; who ever protects her devotees—protect us, </a:t>
            </a:r>
            <a:br>
              <a:rPr lang="en-US" sz="4500" smtClean="0">
                <a:solidFill>
                  <a:srgbClr val="FFFF00"/>
                </a:solidFill>
                <a:latin typeface="Calibri"/>
              </a:rPr>
            </a:br>
            <a:r>
              <a:rPr lang="en-US" sz="4500" smtClean="0">
                <a:solidFill>
                  <a:srgbClr val="FFFF00"/>
                </a:solidFill>
                <a:latin typeface="Calibri"/>
              </a:rPr>
              <a:t>O Mother, fierce and dark Kali!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232</Words>
  <Application>Microsoft Office PowerPoint</Application>
  <PresentationFormat>On-screen Show (4:3)</PresentationFormat>
  <Paragraphs>22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kālccilambaṅgu dhariccuḷḷōḷ 2025</vt:lpstr>
      <vt:lpstr>kālccilambaṅgu dhariccuḷḷōḷ kāṙazhakinde niṙamuḷḷōḷ kārmukil vēṇi aṇiññuḷḷōḷ kāṭṭīḍuk-ammē karimkāḷī</vt:lpstr>
      <vt:lpstr>tintaka tintaka tintaka tōm  tintaka tintaka tintaka tōm  tintaka tintaka tintaka tōm  tintaka tintaka tintaka tōm </vt:lpstr>
      <vt:lpstr>dārika-nigraham ceytavaḷ dakṣande yajñam muḍiccavaḷ dākṣāyaṇi ennu pēruḷḷōḷ kāttīḍuk-ammē karimkāḷī</vt:lpstr>
      <vt:lpstr>raktabījane vadhiccavaḷ raktattil aṅgu nīrāḍiyōḷ raktēśvariyāyi vāzhunnōḷ kāttīḍuk-ammē karimkāḷī</vt:lpstr>
      <vt:lpstr>tintaka tintaka tintaka tōm  tintaka tintaka tintaka tōm  tintaka tintaka tintaka tōm  tintaka tintaka tintaka tōm </vt:lpstr>
      <vt:lpstr>nīṇḍu viḍarnna mizhiyuḷḷōḷ tāraka-ratnam dhariccuḷḷōḷ pauruṣam ārnna tējassuḷḷōḷ kāttīḍuk-ammē karimkāḷī</vt:lpstr>
      <vt:lpstr>cembaññiccāṙind-azhakuḷḷōḷ cembaratti-māla cārttiyōḷ cembaṭṭu cēla aṇiññuḷḷōḷ kāttīḍuk-ammē karimkāḷī</vt:lpstr>
      <vt:lpstr>tintaka tintaka tintaka tōm  tintaka tintaka tintaka tōm  tintaka tintaka tintaka tōm  tintaka tintaka tintaka tōm </vt:lpstr>
      <vt:lpstr>kaṇṇīru kaṇḍāl aliyunnōḷ mātṛvātsalyam curattunnōḷ bhakta-janaṅgaḷe pālippōḷ kāttīḍuk-ammē karimkāḷī</vt:lpstr>
      <vt:lpstr>tintaka tintaka tintaka tōm  tintaka tintaka tintaka tōm  tintaka tintaka tintaka tōm  tintaka tintaka tintaka tōm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kālccilambaṅgu dhariccuḷḷōḷ 2025</dc:title>
  <dc:creator>Amrita</dc:creator>
  <cp:lastModifiedBy>Amrita</cp:lastModifiedBy>
  <cp:revision>4</cp:revision>
  <dcterms:created xsi:type="dcterms:W3CDTF">2025-06-09T12:06:02Z</dcterms:created>
  <dcterms:modified xsi:type="dcterms:W3CDTF">2025-10-06T07:41:21Z</dcterms:modified>
</cp:coreProperties>
</file>