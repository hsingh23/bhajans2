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18F3F-AC8C-4143-8C48-9F73EF89C64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ACA10-BC56-4FC9-83BE-0AE8CF180E5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priyataram rādhē nin azhakārnna mizhikaḷil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priyataram rādhē nin azhakārnna mizhikaḷil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teḷiyunnor-anurāga-dīptaraśmi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O Radha! The radiance of love that shines from your eyes is sweeter than nectar.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kanavilāy kaṇṇanu naivēdyam ēkuvān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pakarumō nin snēha-dugdha-sāram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our meditation, will you grant us that nectarine milk of love, that we may offer it as abhisheka to Krishna?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teḷinīr-ozhukunna kāḷindiyāṙile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alakaḷil alayunna pūvitaḷ nī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You are like a tender flower petal, drifting gently upon the clear waters of the Kalindi.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oru mṛdu-cumbanam uṇarunna kaḷavēṇu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lahariyil aliyunna rāgamō nī 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Are you not the melody of bliss itself, flowing from the flute blessed by Krishna’s kiss?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lahariyil aliyunna rāgamō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Are you not the melody of bliss itself, flowing from the flute blessed by Krishna’s kiss?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cāre aṇayunna kāṙōḷi-varṇande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akatāril pūkkum vasanta-sūnam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You are the blossom that unfolds in Krishna’s heart when he draws near to you.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vaḍivotta virimāṙil cērunna vanamāla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itaḷilō nin prēmarāgatalpam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Do you not dwell within the wildflower garland the handsome Lord wears?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itaḷilō nin prēmarāgatalpam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Do you not dwell within the wildflower garland the handsome Lord wears?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nīla-nilāvinde sukham ārnna kaikaḷil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oru maññu tēnkaṇam cērnnat-entē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fresh, sweet dewdrops dissolving in the silvery-blue moonlight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mādhava-hṛdayattilāy manam cērkkunna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rādha tan prēma-prasādam āṇō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—are they not your offerings of love to Madhava, in whom your heart is united?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rādha tan prēma-prasādam āṇō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—are they not your offerings of love to Madhava, in whom your heart is united?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īṙakkuzhalile pālkkaḍal-vīciyil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nīrāḍum ētō marāḷa-yugmam 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Like the royal swan couple that bathes in the song-waves of the milky ocean flowing from Krishna’s flute,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rādhē nī kaṇṇande rāga-vipañciyil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śruti cērum ētō vasantamāyi 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Radha! You have become the melody of spring flowing from the flute of Lord Krishna’s heart!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śruti cērum ētō vasantamāyi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Radha! You have become the melody of spring flowing from the flute of Lord Krishna’s heart!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priyataram rādhē nin azhakārnna mizhikaḷil</vt:lpstr>
      <vt:lpstr>priyataram rādhē nin azhakārnna mizhikaḷil teḷiyunnor-anurāga-dīptaraśmi</vt:lpstr>
      <vt:lpstr>kanavilāy kaṇṇanu naivēdyam ēkuvān pakarumō nin snēha-dugdha-sāram</vt:lpstr>
      <vt:lpstr>teḷinīr-ozhukunna kāḷindiyāṙile alakaḷil alayunna pūvitaḷ nī </vt:lpstr>
      <vt:lpstr>oru mṛdu-cumbanam uṇarunna kaḷavēṇu lahariyil aliyunna rāgamō nī </vt:lpstr>
      <vt:lpstr>lahariyil aliyunna rāgamō nī</vt:lpstr>
      <vt:lpstr>cāre aṇayunna kāṙōḷi-varṇande akatāril pūkkum vasanta-sūnam</vt:lpstr>
      <vt:lpstr>vaḍivotta virimāṙil cērunna vanamāla itaḷilō nin prēmarāgatalpam</vt:lpstr>
      <vt:lpstr>itaḷilō nin prēmarāgatalpam</vt:lpstr>
      <vt:lpstr>nīla-nilāvinde sukham ārnna kaikaḷil oru maññu tēnkaṇam cērnnat-entē</vt:lpstr>
      <vt:lpstr>mādhava-hṛdayattilāy manam cērkkunna rādha tan prēma-prasādam āṇō</vt:lpstr>
      <vt:lpstr>rādha tan prēma-prasādam āṇō</vt:lpstr>
      <vt:lpstr>īṙakkuzhalile pālkkaḍal-vīciyil nīrāḍum ētō marāḷa-yugmam </vt:lpstr>
      <vt:lpstr>rādhē nī kaṇṇande rāga-vipañciyil śruti cērum ētō vasantamāyi </vt:lpstr>
      <vt:lpstr>śruti cērum ētō vasantamāyi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priyataram rādhē nin azhakārnna mizhikaḷil</dc:title>
  <dc:creator>Amrita</dc:creator>
  <cp:lastModifiedBy>Amrita</cp:lastModifiedBy>
  <cp:revision>1</cp:revision>
  <dcterms:created xsi:type="dcterms:W3CDTF">2025-08-24T10:23:05Z</dcterms:created>
  <dcterms:modified xsi:type="dcterms:W3CDTF">2025-08-24T10:23:27Z</dcterms:modified>
</cp:coreProperties>
</file>