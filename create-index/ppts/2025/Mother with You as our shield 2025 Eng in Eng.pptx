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92" r:id="rId2"/>
    <p:sldId id="296" r:id="rId3"/>
    <p:sldId id="293" r:id="rId4"/>
    <p:sldId id="294" r:id="rId5"/>
    <p:sldId id="295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Mother with you as our </a:t>
            </a:r>
            <a:r>
              <a:rPr lang="en-US" sz="7200" dirty="0" smtClean="0">
                <a:cs typeface="Rachana" pitchFamily="2" charset="0"/>
              </a:rPr>
              <a:t>shield</a:t>
            </a:r>
            <a:endParaRPr lang="en-US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j-lt"/>
                <a:ea typeface="+mj-ea"/>
                <a:cs typeface="Rachana" pitchFamily="2" charset="0"/>
              </a:rPr>
              <a:t>2025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7200" dirty="0" smtClean="0">
                <a:solidFill>
                  <a:srgbClr val="FFFF00"/>
                </a:solidFill>
                <a:latin typeface="+mj-lt"/>
                <a:ea typeface="+mj-ea"/>
                <a:cs typeface="Rachana" pitchFamily="2" charset="0"/>
              </a:rPr>
              <a:t>(English)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7200" dirty="0" smtClean="0">
                <a:cs typeface="Rachana" pitchFamily="2" charset="0"/>
              </a:rPr>
              <a:t>Mother with you as our shield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there is nothing left to fear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knowing the battles are already won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let us not waste this life</a:t>
            </a:r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7200" dirty="0" smtClean="0">
                <a:cs typeface="Rachana" pitchFamily="2" charset="0"/>
              </a:rPr>
              <a:t>you have cleared the path 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Mother, you have lit the way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knowing the battles are already won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let us not waste this life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>
                <a:cs typeface="Rachana" pitchFamily="2" charset="0"/>
              </a:rPr>
              <a:t>you give the strength that we need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Mother, you give the air that we breathe</a:t>
            </a:r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 smtClean="0">
                <a:cs typeface="Rachana" pitchFamily="2" charset="0"/>
              </a:rPr>
              <a:t>knowing the battles are already won</a:t>
            </a:r>
            <a:br>
              <a:rPr lang="en-US" sz="7200" dirty="0" smtClean="0">
                <a:cs typeface="Rachana" pitchFamily="2" charset="0"/>
              </a:rPr>
            </a:br>
            <a:r>
              <a:rPr lang="en-US" sz="7200" dirty="0" smtClean="0">
                <a:cs typeface="Rachana" pitchFamily="2" charset="0"/>
              </a:rPr>
              <a:t>let us not waste this life</a:t>
            </a:r>
            <a:endParaRPr 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2792</TotalTime>
  <Words>34</Words>
  <Application>Microsoft Office PowerPoint</Application>
  <PresentationFormat>On-screen Show (4:3)</PresentationFormat>
  <Paragraphs>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Mother with you as our shield</vt:lpstr>
      <vt:lpstr>Mother with you as our shield there is nothing left to fear knowing the battles are already won let us not waste this life</vt:lpstr>
      <vt:lpstr>you have cleared the path  Mother, you have lit the way knowing the battles are already won let us not waste this life</vt:lpstr>
      <vt:lpstr>you give the strength that we need Mother, you give the air that we breathe</vt:lpstr>
      <vt:lpstr>knowing the battles are already won let us not waste this life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327</cp:revision>
  <dcterms:created xsi:type="dcterms:W3CDTF">2006-08-16T00:00:00Z</dcterms:created>
  <dcterms:modified xsi:type="dcterms:W3CDTF">2025-07-21T11:04:11Z</dcterms:modified>
</cp:coreProperties>
</file>