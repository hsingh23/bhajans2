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1AB9A-F71E-42C5-8450-0B9FA23DBC2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9711A-90CE-4DF0-8B3B-54E9B9B299E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pl-PL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kaṇṇande aramaṇiyatā kiluṅgunnallō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pāṭṭonnu pāḍunnuṇḍallō… āhā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The jingling bells of Krishna’s waistband sing a rhythmic, melodious song.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tāḷattil nṛttam caviṭṭunnu rādhā ṙāṇi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gōpikā vṛndaṅgaḷ ellām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Radha and the Gopikas dance in delight, swaying to the rhythm of his jingling belt.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kaṇṇande kālccilambinde ponmaṇi-nādam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taka taka takadhimitā… āhā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sv-SE" sz="6600" smtClean="0">
                <a:solidFill>
                  <a:srgbClr val="FFFF00"/>
                </a:solidFill>
                <a:latin typeface="Calibri"/>
              </a:rPr>
              <a:t>The anklets of Krishna resound takataka takadhimita.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tāḷattil nṛttam caviṭṭunnu dēva-lōkattum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dēvādi dēvanmār-ellām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All the gods and celestials in heaven dance to the tinkling of his anklets.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kaṇṇande sugandham-aṅgu parann-ozhuki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muppāriḍam āke… āhā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fragrance of Krishna’s being flows through all the three worlds.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nṛttattil layiccu maṫṫaṅgellām maṙannu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ī prapañcam āke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universe forgets itself in bliss, merging into the rhythm of the dance.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taka tinantōm taka taka taka-tinantōm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tittai tittai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song of celebration)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tōrāte nṛttam caviṭṭi taḷarnniḍumbōḷ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karaghōṣam muzhakki… āhā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At last, weary yet happy from endless dancing,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ellārum ēṫṫaṅgu colli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harē kṛṣṇā harē hārē harē kṛṣṇā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all together they clap their hands and loudly sing Hare Krishna, Hare Krishna!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harē kṛṣṇā harē harē harē kṛṣṇā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236</Words>
  <Application>Microsoft Office PowerPoint</Application>
  <PresentationFormat>On-screen Show (4:3)</PresentationFormat>
  <Paragraphs>37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taka tinantōm taka taka taka-tinantōm</vt:lpstr>
      <vt:lpstr>taka tinantōm taka taka taka-tinantōm tittai tittai</vt:lpstr>
      <vt:lpstr>taka tinantōm taka taka taka-tinantōm tittai tittai</vt:lpstr>
      <vt:lpstr>kaṇṇande aramaṇiyatā kiluṅgunnallō pāṭṭonnu pāḍunnuṇḍallō… āhā </vt:lpstr>
      <vt:lpstr>tāḷattil nṛttam caviṭṭunnu rādhā ṙāṇi gōpikā vṛndaṅgaḷ ellām</vt:lpstr>
      <vt:lpstr>taka tinantōm taka taka taka-tinantōm tittai tittai</vt:lpstr>
      <vt:lpstr>taka tinantōm taka taka taka-tinantōm tittai tittai</vt:lpstr>
      <vt:lpstr>kaṇṇande kālccilambinde ponmaṇi-nādam taka taka takadhimitā… āhā</vt:lpstr>
      <vt:lpstr>tāḷattil nṛttam caviṭṭunnu dēva-lōkattum dēvādi dēvanmār-ellām</vt:lpstr>
      <vt:lpstr>taka tinantōm taka taka taka-tinantōm tittai tittai</vt:lpstr>
      <vt:lpstr>taka tinantōm taka taka taka-tinantōm tittai tittai</vt:lpstr>
      <vt:lpstr>kaṇṇande sugandham-aṅgu parann-ozhuki muppāriḍam āke… āhā</vt:lpstr>
      <vt:lpstr>nṛttattil layiccu maṫṫaṅgellām maṙannu ī prapañcam āke</vt:lpstr>
      <vt:lpstr>taka tinantōm taka taka taka-tinantōm tittai tittai</vt:lpstr>
      <vt:lpstr>taka tinantōm taka taka taka-tinantōm tittai tittai</vt:lpstr>
      <vt:lpstr>tōrāte nṛttam caviṭṭi taḷarnniḍumbōḷ karaghōṣam muzhakki… āhā</vt:lpstr>
      <vt:lpstr>ellārum ēṫṫaṅgu colli harē kṛṣṇā harē hārē harē kṛṣṇā</vt:lpstr>
      <vt:lpstr>harē kṛṣṇā harē harē harē kṛṣṇā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taka tinantōm taka taka taka-tinantōm</dc:title>
  <dc:creator>Amrita</dc:creator>
  <cp:lastModifiedBy>Amrita</cp:lastModifiedBy>
  <cp:revision>1</cp:revision>
  <dcterms:created xsi:type="dcterms:W3CDTF">2025-09-22T12:07:52Z</dcterms:created>
  <dcterms:modified xsi:type="dcterms:W3CDTF">2025-09-22T12:11:27Z</dcterms:modified>
</cp:coreProperties>
</file>