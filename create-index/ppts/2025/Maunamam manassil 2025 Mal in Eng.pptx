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20E6A19-EC34-4C63-8F3B-787FB217E427}"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9CF06B-38F2-41F1-AF75-0FCFAAD1746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0E6A19-EC34-4C63-8F3B-787FB217E427}"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9CF06B-38F2-41F1-AF75-0FCFAAD1746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20E6A19-EC34-4C63-8F3B-787FB217E427}"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9CF06B-38F2-41F1-AF75-0FCFAAD1746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20E6A19-EC34-4C63-8F3B-787FB217E427}" type="datetimeFigureOut">
              <a:rPr lang="en-US" smtClean="0"/>
              <a:t>8/6/2025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9CF06B-38F2-41F1-AF75-0FCFAAD1746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20E6A19-EC34-4C63-8F3B-787FB217E427}" type="datetimeFigureOut">
              <a:rPr lang="en-US" smtClean="0"/>
              <a:t>8/6/2025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9CF06B-38F2-41F1-AF75-0FCFAAD1746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20E6A19-EC34-4C63-8F3B-787FB217E427}" type="datetimeFigureOut">
              <a:rPr lang="en-US" smtClean="0"/>
              <a:t>8/6/2025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E9CF06B-38F2-41F1-AF75-0FCFAAD1746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0E6A19-EC34-4C63-8F3B-787FB217E427}" type="datetimeFigureOut">
              <a:rPr lang="en-US" smtClean="0"/>
              <a:t>8/6/2025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E9CF06B-38F2-41F1-AF75-0FCFAAD1746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0E6A19-EC34-4C63-8F3B-787FB217E427}" type="datetimeFigureOut">
              <a:rPr lang="en-US" smtClean="0"/>
              <a:t>8/6/2025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9CF06B-38F2-41F1-AF75-0FCFAAD1746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0E6A19-EC34-4C63-8F3B-787FB217E427}" type="datetimeFigureOut">
              <a:rPr lang="en-US" smtClean="0"/>
              <a:t>8/6/2025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9CF06B-38F2-41F1-AF75-0FCFAAD1746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0E6A19-EC34-4C63-8F3B-787FB217E427}"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9CF06B-38F2-41F1-AF75-0FCFAAD1746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0E6A19-EC34-4C63-8F3B-787FB217E427}"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9CF06B-38F2-41F1-AF75-0FCFAAD1746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0E6A19-EC34-4C63-8F3B-787FB217E427}" type="datetimeFigureOut">
              <a:rPr lang="en-US" smtClean="0"/>
              <a:t>8/6/2025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9CF06B-38F2-41F1-AF75-0FCFAAD1746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maunamām manassil</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2025</a:t>
            </a:r>
          </a:p>
          <a:p>
            <a:r>
              <a:rPr lang="en-US" sz="6600" smtClean="0">
                <a:solidFill>
                  <a:srgbClr val="FFFF00"/>
                </a:solidFill>
                <a:latin typeface="Calibri"/>
              </a:rPr>
              <a:t>(Malayalam)</a:t>
            </a:r>
            <a:endParaRPr lang="en-US" sz="6600">
              <a:solidFill>
                <a:srgbClr val="FFFF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maunamām manassil ninn-uyarunna prēmam</a:t>
            </a:r>
            <a:br>
              <a:rPr lang="en-US" sz="5600" smtClean="0">
                <a:solidFill>
                  <a:srgbClr val="FFFFFF"/>
                </a:solidFill>
                <a:latin typeface="Calibri"/>
              </a:rPr>
            </a:br>
            <a:r>
              <a:rPr lang="en-US" sz="5600" smtClean="0">
                <a:solidFill>
                  <a:srgbClr val="FFFFFF"/>
                </a:solidFill>
                <a:latin typeface="Calibri"/>
              </a:rPr>
              <a:t>akam tiṅgi kara kaviññ-atiraṫṫ-ozhukaṭṭe</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The love that wells up from a silent mind, may it overflow its shores and spread everywhere.</a:t>
            </a:r>
            <a:endParaRPr lang="en-US" sz="5600">
              <a:solidFill>
                <a:srgbClr val="FFFF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ā dhanya-vāridhiyil muṅgi nivarum en</a:t>
            </a:r>
            <a:br>
              <a:rPr lang="en-US" sz="5600" smtClean="0">
                <a:solidFill>
                  <a:srgbClr val="FFFFFF"/>
                </a:solidFill>
                <a:latin typeface="Calibri"/>
              </a:rPr>
            </a:br>
            <a:r>
              <a:rPr lang="en-US" sz="5600" smtClean="0">
                <a:solidFill>
                  <a:srgbClr val="FFFFFF"/>
                </a:solidFill>
                <a:latin typeface="Calibri"/>
              </a:rPr>
              <a:t>kaṙakaḷaññā-bhakti ūṫṫam uṙaykkaṭṭe</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300" smtClean="0">
                <a:solidFill>
                  <a:srgbClr val="FFFF00"/>
                </a:solidFill>
                <a:latin typeface="Calibri"/>
              </a:rPr>
              <a:t>Let my devotion, bathing in that divine river, become pure and unwavering.</a:t>
            </a:r>
            <a:endParaRPr lang="en-US" sz="6300">
              <a:solidFill>
                <a:srgbClr val="FFFF00"/>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entinnu kuṙavennu eṇṇum manassini</a:t>
            </a:r>
            <a:br>
              <a:rPr lang="en-US" sz="5600" smtClean="0">
                <a:solidFill>
                  <a:srgbClr val="FFFFFF"/>
                </a:solidFill>
                <a:latin typeface="Calibri"/>
              </a:rPr>
            </a:br>
            <a:r>
              <a:rPr lang="en-US" sz="5600" smtClean="0">
                <a:solidFill>
                  <a:srgbClr val="FFFFFF"/>
                </a:solidFill>
                <a:latin typeface="Calibri"/>
              </a:rPr>
              <a:t>akakkaṇṇin bimbam niṙaññ-eṅgum kāṇaṭṭe</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Let my mind, which always finds fault with others, see the reflection of my own inner self in everyone.</a:t>
            </a:r>
            <a:endParaRPr lang="en-US" sz="5600">
              <a:solidFill>
                <a:srgbClr val="FFFF00"/>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taḷarāte takarāte lakṣyattil ēṙānāy</a:t>
            </a:r>
            <a:br>
              <a:rPr lang="en-US" sz="5600" smtClean="0">
                <a:solidFill>
                  <a:srgbClr val="FFFFFF"/>
                </a:solidFill>
                <a:latin typeface="Calibri"/>
              </a:rPr>
            </a:br>
            <a:r>
              <a:rPr lang="en-US" sz="5600" smtClean="0">
                <a:solidFill>
                  <a:srgbClr val="FFFFFF"/>
                </a:solidFill>
                <a:latin typeface="Calibri"/>
              </a:rPr>
              <a:t>sēviccu snēhiccu dhanyatayōḍ-aṅgane</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300" smtClean="0">
                <a:solidFill>
                  <a:srgbClr val="FFFF00"/>
                </a:solidFill>
                <a:latin typeface="Calibri"/>
              </a:rPr>
              <a:t>Without becoming disheartened or weary, let us love and serve all beings to reach our goal. Let us move forward in gratitude.</a:t>
            </a:r>
            <a:endParaRPr lang="en-US" sz="5300">
              <a:solidFill>
                <a:srgbClr val="FFFF00"/>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200" smtClean="0">
                <a:solidFill>
                  <a:srgbClr val="FFFFFF"/>
                </a:solidFill>
                <a:latin typeface="Calibri"/>
              </a:rPr>
              <a:t>dīnadayākari jagadō-dhāriṇi</a:t>
            </a:r>
            <a:br>
              <a:rPr lang="en-US" sz="6200" smtClean="0">
                <a:solidFill>
                  <a:srgbClr val="FFFFFF"/>
                </a:solidFill>
                <a:latin typeface="Calibri"/>
              </a:rPr>
            </a:br>
            <a:r>
              <a:rPr lang="en-US" sz="6200" smtClean="0">
                <a:solidFill>
                  <a:srgbClr val="FFFFFF"/>
                </a:solidFill>
                <a:latin typeface="Calibri"/>
              </a:rPr>
              <a:t>bhava-tāriṇi mama janani nīyē gati</a:t>
            </a:r>
            <a:endParaRPr lang="en-US" sz="62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The one who uplifts the world, who showers grace upon the helpless, who carries us across the ocean of birth and death. Mother! You are both the way and the goal.</a:t>
            </a:r>
            <a:endParaRPr lang="en-US" sz="4500">
              <a:solidFill>
                <a:srgbClr val="FFFF00"/>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taṭṭi taḍaññoru cuvaḍaṅgu vekkavē</a:t>
            </a:r>
            <a:br>
              <a:rPr lang="en-US" sz="5600" smtClean="0">
                <a:solidFill>
                  <a:srgbClr val="FFFFFF"/>
                </a:solidFill>
                <a:latin typeface="Calibri"/>
              </a:rPr>
            </a:br>
            <a:r>
              <a:rPr lang="en-US" sz="5600" smtClean="0">
                <a:solidFill>
                  <a:srgbClr val="FFFFFF"/>
                </a:solidFill>
                <a:latin typeface="Calibri"/>
              </a:rPr>
              <a:t>āyiram cuvaḍōḍi aṇayunna amma tan</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Though we may stumble at obstacles, when we take one step forward, Mother takes a thousand steps toward us.</a:t>
            </a:r>
            <a:endParaRPr lang="en-US" sz="5600">
              <a:solidFill>
                <a:srgbClr val="FFFF00"/>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700" smtClean="0">
                <a:solidFill>
                  <a:srgbClr val="FFFFFF"/>
                </a:solidFill>
                <a:latin typeface="Calibri"/>
              </a:rPr>
              <a:t>ā kṛpādhārayil pāte gamikkavē</a:t>
            </a:r>
            <a:br>
              <a:rPr lang="en-US" sz="5700" smtClean="0">
                <a:solidFill>
                  <a:srgbClr val="FFFFFF"/>
                </a:solidFill>
                <a:latin typeface="Calibri"/>
              </a:rPr>
            </a:br>
            <a:r>
              <a:rPr lang="en-US" sz="5700" smtClean="0">
                <a:solidFill>
                  <a:srgbClr val="FFFFFF"/>
                </a:solidFill>
                <a:latin typeface="Calibri"/>
              </a:rPr>
              <a:t>ādhāram ētaṙiñña ‘aham’ ozhiññīḍaṭṭe</a:t>
            </a:r>
            <a:endParaRPr lang="en-US" sz="57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In that constant flow of grace, may my ego leave me, and may I know that you are the sustaining power.</a:t>
            </a:r>
            <a:endParaRPr lang="en-US" sz="5600">
              <a:solidFill>
                <a:srgbClr val="FFFF00"/>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200" smtClean="0">
                <a:solidFill>
                  <a:srgbClr val="FFFFFF"/>
                </a:solidFill>
                <a:latin typeface="Calibri"/>
              </a:rPr>
              <a:t>dīnadayākari jagadō-dhāriṇi</a:t>
            </a:r>
            <a:br>
              <a:rPr lang="en-US" sz="6200" smtClean="0">
                <a:solidFill>
                  <a:srgbClr val="FFFFFF"/>
                </a:solidFill>
                <a:latin typeface="Calibri"/>
              </a:rPr>
            </a:br>
            <a:r>
              <a:rPr lang="en-US" sz="6200" smtClean="0">
                <a:solidFill>
                  <a:srgbClr val="FFFFFF"/>
                </a:solidFill>
                <a:latin typeface="Calibri"/>
              </a:rPr>
              <a:t>bhava-tāriṇi mama janani nīyē gati</a:t>
            </a:r>
            <a:endParaRPr lang="en-US" sz="62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The one who uplifts the world, who showers grace upon the helpless, who carries us across the ocean of birth and death. Mother! You are both the way and the goal.</a:t>
            </a:r>
            <a:endParaRPr lang="en-US" sz="4500">
              <a:solidFill>
                <a:srgbClr val="FFFF00"/>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234</Words>
  <Application>Microsoft Office PowerPoint</Application>
  <PresentationFormat>On-screen Show (4:3)</PresentationFormat>
  <Paragraphs>19</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maunamām manassil</vt:lpstr>
      <vt:lpstr>maunamām manassil ninn-uyarunna prēmam akam tiṅgi kara kaviññ-atiraṫṫ-ozhukaṭṭe</vt:lpstr>
      <vt:lpstr>ā dhanya-vāridhiyil muṅgi nivarum en kaṙakaḷaññā-bhakti ūṫṫam uṙaykkaṭṭe</vt:lpstr>
      <vt:lpstr>entinnu kuṙavennu eṇṇum manassini akakkaṇṇin bimbam niṙaññ-eṅgum kāṇaṭṭe</vt:lpstr>
      <vt:lpstr>taḷarāte takarāte lakṣyattil ēṙānāy sēviccu snēhiccu dhanyatayōḍ-aṅgane</vt:lpstr>
      <vt:lpstr>dīnadayākari jagadō-dhāriṇi bhava-tāriṇi mama janani nīyē gati</vt:lpstr>
      <vt:lpstr>taṭṭi taḍaññoru cuvaḍaṅgu vekkavē āyiram cuvaḍōḍi aṇayunna amma tan</vt:lpstr>
      <vt:lpstr>ā kṛpādhārayil pāte gamikkavē ādhāram ētaṙiñña ‘aham’ ozhiññīḍaṭṭe</vt:lpstr>
      <vt:lpstr>dīnadayākari jagadō-dhāriṇi bhava-tāriṇi mama janani nīyē gati</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maunamām manassil</dc:title>
  <dc:creator>Amrita</dc:creator>
  <cp:lastModifiedBy>Amrita</cp:lastModifiedBy>
  <cp:revision>1</cp:revision>
  <dcterms:created xsi:type="dcterms:W3CDTF">2025-08-06T12:10:12Z</dcterms:created>
  <dcterms:modified xsi:type="dcterms:W3CDTF">2025-08-06T12:10:46Z</dcterms:modified>
</cp:coreProperties>
</file>