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B307-238F-4658-B218-CB460FE54A5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55A1-A164-4CED-B8EC-3BFD8D0D83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B307-238F-4658-B218-CB460FE54A5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55A1-A164-4CED-B8EC-3BFD8D0D83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B307-238F-4658-B218-CB460FE54A5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55A1-A164-4CED-B8EC-3BFD8D0D83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B307-238F-4658-B218-CB460FE54A5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55A1-A164-4CED-B8EC-3BFD8D0D83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B307-238F-4658-B218-CB460FE54A5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55A1-A164-4CED-B8EC-3BFD8D0D83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B307-238F-4658-B218-CB460FE54A5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55A1-A164-4CED-B8EC-3BFD8D0D83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B307-238F-4658-B218-CB460FE54A5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55A1-A164-4CED-B8EC-3BFD8D0D83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B307-238F-4658-B218-CB460FE54A5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55A1-A164-4CED-B8EC-3BFD8D0D83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B307-238F-4658-B218-CB460FE54A5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55A1-A164-4CED-B8EC-3BFD8D0D83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B307-238F-4658-B218-CB460FE54A5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55A1-A164-4CED-B8EC-3BFD8D0D83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B307-238F-4658-B218-CB460FE54A5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55A1-A164-4CED-B8EC-3BFD8D0D83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AB307-238F-4658-B218-CB460FE54A5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655A1-A164-4CED-B8EC-3BFD8D0D83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ammē nin kaṇṇil viriyum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ammē nin kaṇṇil viriyum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kāruṇya-pūnilāvu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entē ī kuññin manassile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vēdana tan iruḷ nīkkīlā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Mother! Compassion blooms in your eyes, Radiant as the cool, silvery moonlight. Why then does it not dispel the darkness of sorrow in this child's heart?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snēhattin kaḍalallē nī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tīrattil ñān nilkkunnu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Are you not the boundless ocean of love? I stand waiting upon your shore.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oru tuḷḷi prēmajalam nī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kanivōḍe nalkaṇam ammē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Mother! In your compassion, grant me a single drop of your love.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ammaykku makkaḷ ellām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tulyar ennōrttīḍunnu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remember that to you, all children are equal.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amma tan prēma-nilāvil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aliyānāy mōhikkunnu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Mother! I long to dissolve into the moonlight of your love.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</Words>
  <Application>Microsoft Office PowerPoint</Application>
  <PresentationFormat>On-screen Show (4:3)</PresentationFormat>
  <Paragraphs>13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ammē nin kaṇṇil viriyum</vt:lpstr>
      <vt:lpstr>ammē nin kaṇṇil viriyum kāruṇya-pūnilāvu entē ī kuññin manassile vēdana tan iruḷ nīkkīlā</vt:lpstr>
      <vt:lpstr>snēhattin kaḍalallē nī tīrattil ñān nilkkunnu</vt:lpstr>
      <vt:lpstr>oru tuḷḷi prēmajalam nī kanivōḍe nalkaṇam ammē</vt:lpstr>
      <vt:lpstr>ammaykku makkaḷ ellām tulyar ennōrttīḍunnu</vt:lpstr>
      <vt:lpstr>amma tan prēma-nilāvil aliyānāy mōhikkunnu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ammē nin kaṇṇil viriyum</dc:title>
  <dc:creator>Amrita</dc:creator>
  <cp:lastModifiedBy>Amrita</cp:lastModifiedBy>
  <cp:revision>1</cp:revision>
  <dcterms:created xsi:type="dcterms:W3CDTF">2025-07-26T13:07:08Z</dcterms:created>
  <dcterms:modified xsi:type="dcterms:W3CDTF">2025-07-26T13:07:43Z</dcterms:modified>
</cp:coreProperties>
</file>