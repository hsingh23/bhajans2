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15FC6-922E-45C2-A8E9-51ED7891F405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69733-6730-4387-B405-86B84996F1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15FC6-922E-45C2-A8E9-51ED7891F405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69733-6730-4387-B405-86B84996F1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15FC6-922E-45C2-A8E9-51ED7891F405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69733-6730-4387-B405-86B84996F1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15FC6-922E-45C2-A8E9-51ED7891F405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69733-6730-4387-B405-86B84996F1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15FC6-922E-45C2-A8E9-51ED7891F405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69733-6730-4387-B405-86B84996F1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15FC6-922E-45C2-A8E9-51ED7891F405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69733-6730-4387-B405-86B84996F1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15FC6-922E-45C2-A8E9-51ED7891F405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69733-6730-4387-B405-86B84996F1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15FC6-922E-45C2-A8E9-51ED7891F405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69733-6730-4387-B405-86B84996F1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15FC6-922E-45C2-A8E9-51ED7891F405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69733-6730-4387-B405-86B84996F1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15FC6-922E-45C2-A8E9-51ED7891F405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69733-6730-4387-B405-86B84996F1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15FC6-922E-45C2-A8E9-51ED7891F405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69733-6730-4387-B405-86B84996F1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615FC6-922E-45C2-A8E9-51ED7891F405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69733-6730-4387-B405-86B84996F19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jani-mṛti suḷinīrḍ tikkondē yān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jani-mṛti suḷinīrḍ tikkondē yān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dik teriyande untude yān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I am caught in the whirlpool of birth and death, lost without any direction.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sarvalōkōg ādhāra īre sarvēśvarā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karuṇēdīd kāpule enna viśvēśvarā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O Lord —You are the substratum of all the worlds. O Lord of the Universe, please protect me with your compassion.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samsāra-bandhanōḍu mugyūji duḥkha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Worldly bondage always leads to endless sorrow.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sukha maḷebillada lekkanē kṣaṇika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Pleasures, like a rainbow of desires, are momentary and fleeting.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hṛdayaguḍiṫṫ jñāna-dīpōnu beḷagāle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Please light the lamp of knowledge in the shrine of my heart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cirantana āyina sādiḍ īre naḍapāle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—help me walk the path of eternal truth.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kālada pōyya kaiyyiḍd enna jārondu uṇḍu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The sands of time are slipping through my hands, my life is drifting away.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baduku kalpāvuna pāṭhōṇu teriyare uṇḍu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have still got to learn the many lessons that life teaches us.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malti puṇya oñje yeṅkalna beri barupuṇḍu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Only the acts of merit become our true and lasting wealth.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kōpa tāpa buḍudu malpuga śiva dhyānōnu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Let me dissolve my anger and sorrow by meditating on Shiva.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karmada kara dinjanaga pōḍu multu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When the pot of our deeds is full, the consequences can no longer be delayed.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ill āsti baṅgārn mūlē buḍudu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At the time of death, we must leave behind our house, wealth, gold, and all possessions.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nireḷādu īr kāpule enna karuṇāmayane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Compassionate One, protect me under your shelter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mōkṣa korudu kāpule īr muktēśvarane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—grant me liberation, O Mukteshvara...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viśvēśvarā… sarvēśvarā…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jagadīśvarā… yajñēśvarā…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Salutations to Lord Shiva, the supreme ruler of all worlds, the entire universe and the controller of all sacrifices.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</Words>
  <Application>Microsoft Office PowerPoint</Application>
  <PresentationFormat>On-screen Show (4:3)</PresentationFormat>
  <Paragraphs>33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jani-mṛti suḷinīrḍ tikkondē yān</vt:lpstr>
      <vt:lpstr>jani-mṛti suḷinīrḍ tikkondē yān dik teriyande untude yān</vt:lpstr>
      <vt:lpstr>sarvalōkōg ādhāra īre sarvēśvarā karuṇēdīd kāpule enna viśvēśvarā</vt:lpstr>
      <vt:lpstr>samsāra-bandhanōḍu mugyūji duḥkha</vt:lpstr>
      <vt:lpstr>sukha maḷebillada lekkanē kṣaṇika</vt:lpstr>
      <vt:lpstr>hṛdayaguḍiṫṫ jñāna-dīpōnu beḷagāle</vt:lpstr>
      <vt:lpstr>cirantana āyina sādiḍ īre naḍapāle</vt:lpstr>
      <vt:lpstr>kālada pōyya kaiyyiḍd enna jārondu uṇḍu</vt:lpstr>
      <vt:lpstr>baduku kalpāvuna pāṭhōṇu teriyare uṇḍu</vt:lpstr>
      <vt:lpstr>malti puṇya oñje yeṅkalna beri barupuṇḍu</vt:lpstr>
      <vt:lpstr>kōpa tāpa buḍudu malpuga śiva dhyānōnu</vt:lpstr>
      <vt:lpstr>karmada kara dinjanaga pōḍu multu</vt:lpstr>
      <vt:lpstr>ill āsti baṅgārn mūlē buḍudu</vt:lpstr>
      <vt:lpstr>nireḷādu īr kāpule enna karuṇāmayane</vt:lpstr>
      <vt:lpstr>mōkṣa korudu kāpule īr muktēśvarane</vt:lpstr>
      <vt:lpstr>viśvēśvarā… sarvēśvarā… jagadīśvarā… yajñēśvarā…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jani-mṛti suḷinīrḍ tikkondē yān</dc:title>
  <dc:creator>Amrita</dc:creator>
  <cp:lastModifiedBy>Amrita</cp:lastModifiedBy>
  <cp:revision>1</cp:revision>
  <dcterms:created xsi:type="dcterms:W3CDTF">2025-07-26T13:12:17Z</dcterms:created>
  <dcterms:modified xsi:type="dcterms:W3CDTF">2025-07-26T13:12:47Z</dcterms:modified>
</cp:coreProperties>
</file>