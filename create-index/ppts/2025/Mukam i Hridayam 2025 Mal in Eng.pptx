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FF040-051E-4202-AA2D-94F33C69916A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53C51-34F9-4B5D-A4C9-AA04ADF1F0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mūkam ī hṛdayam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mūkam ī hṛdayam pāḍum nin kīrttanam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kēḷkkātta bhāvam naḍiccīḍallē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Mother, do not pretend that you cannot hear the hymns my mute heart is singing.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kāruṇya-vāridhiyāya en amma nī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kāruṇyam alpavum ēkukillē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ocean of compassion—won’t you give me at least a drop of your grace?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nōvunnen hṛttaḍam aṙiyāte allamma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ventu nīṙīḍān vidhiccatāṇō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know this heart of mine that grieves for you. Please do not decree that I must forever bear this searing anguish.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onnum aṙiyāte takarunna hṛdayamāy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nin snēham tēḍi aṇaññīḍunnu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 know nothing—as I wander, searching for your love with a broken heart.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bāhyamāy kēṇīḍunnilla eṅkilum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nīṙi pukayunnen antaraṅgam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Even though my lips do not plead aloud, the pain within is unbearable.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entaparādhattinuḷḷa śikṣayāṇ-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ennōḍu colli taraṇam ammē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Mother, tell me—what wrong have I committed, that you have punished me thus?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teṫṫu tiruttuvān nērvazhi kāṭṭuvān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ammayall-āruṇḍu ī ulakil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Who but you, O Mother, can correct my faults and guide me to the right path?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nin prēma-bhaktiyil ninn-akaṫṫīḍallē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ninnil aliññu ñān tīrnniḍaṭṭe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Do not cast me away from the love and devotion I hold for you. Draw me near—let me merge into you, let me become one with you.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ammē… ammē… ammē…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Mother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mūkam ī hṛdayam</vt:lpstr>
      <vt:lpstr>mūkam ī hṛdayam pāḍum nin kīrttanam kēḷkkātta bhāvam naḍiccīḍallē</vt:lpstr>
      <vt:lpstr>kāruṇya-vāridhiyāya en amma nī kāruṇyam alpavum ēkukillē</vt:lpstr>
      <vt:lpstr>nōvunnen hṛttaḍam aṙiyāte allamma ventu nīṙīḍān vidhiccatāṇō</vt:lpstr>
      <vt:lpstr>onnum aṙiyāte takarunna hṛdayamāy nin snēham tēḍi aṇaññīḍunnu</vt:lpstr>
      <vt:lpstr>bāhyamāy kēṇīḍunnilla eṅkilum nīṙi pukayunnen antaraṅgam</vt:lpstr>
      <vt:lpstr>entaparādhattinuḷḷa śikṣayāṇ- ennōḍu colli taraṇam ammē</vt:lpstr>
      <vt:lpstr>teṫṫu tiruttuvān nērvazhi kāṭṭuvān ammayall-āruṇḍu ī ulakil</vt:lpstr>
      <vt:lpstr>nin prēma-bhaktiyil ninn-akaṫṫīḍallē ninnil aliññu ñān tīrnniḍaṭṭe</vt:lpstr>
      <vt:lpstr>ammē… ammē… ammē… ammē…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mūkam ī hṛdayam</dc:title>
  <dc:creator>Amrita</dc:creator>
  <cp:lastModifiedBy>Amrita</cp:lastModifiedBy>
  <cp:revision>1</cp:revision>
  <dcterms:created xsi:type="dcterms:W3CDTF">2025-07-18T10:51:10Z</dcterms:created>
  <dcterms:modified xsi:type="dcterms:W3CDTF">2025-07-18T10:52:10Z</dcterms:modified>
</cp:coreProperties>
</file>