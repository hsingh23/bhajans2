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6" r:id="rId2"/>
    <p:sldId id="290" r:id="rId3"/>
    <p:sldId id="291" r:id="rId4"/>
    <p:sldId id="287" r:id="rId5"/>
    <p:sldId id="292" r:id="rId6"/>
    <p:sldId id="288" r:id="rId7"/>
    <p:sldId id="293" r:id="rId8"/>
    <p:sldId id="289" r:id="rId9"/>
    <p:sldId id="294" r:id="rId10"/>
    <p:sldId id="29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62" d="100"/>
          <a:sy n="62" d="100"/>
        </p:scale>
        <p:origin x="-84" y="-7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8000" dirty="0" err="1"/>
              <a:t>mandānilan</a:t>
            </a:r>
            <a:endParaRPr lang="en-US" sz="8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dirty="0">
                <a:solidFill>
                  <a:srgbClr val="FFFF00"/>
                </a:solidFill>
              </a:rPr>
              <a:t>(Malayalam)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mandānilan</a:t>
            </a:r>
            <a:r>
              <a:rPr lang="en-US" sz="6000" dirty="0"/>
              <a:t> </a:t>
            </a:r>
            <a:r>
              <a:rPr lang="en-US" sz="6000" dirty="0" err="1"/>
              <a:t>tazhuki</a:t>
            </a:r>
            <a:r>
              <a:rPr lang="en-US" sz="6000" dirty="0"/>
              <a:t> </a:t>
            </a:r>
            <a:r>
              <a:rPr lang="en-US" sz="6000" dirty="0" err="1"/>
              <a:t>aṇaññu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vṛndāvanattil</a:t>
            </a:r>
            <a:r>
              <a:rPr lang="en-US" sz="6000" dirty="0"/>
              <a:t> </a:t>
            </a:r>
            <a:r>
              <a:rPr lang="en-US" sz="6000" dirty="0" err="1"/>
              <a:t>sugandham</a:t>
            </a:r>
            <a:r>
              <a:rPr lang="en-US" sz="6000" dirty="0"/>
              <a:t> </a:t>
            </a:r>
            <a:r>
              <a:rPr lang="en-US" sz="6000" dirty="0" err="1"/>
              <a:t>parannu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A gentle breeze drifted near, carrying with it a fragrance that filled all of Vrindavan.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sundari-gōpikā-chintayil</a:t>
            </a:r>
            <a:r>
              <a:rPr lang="en-US" sz="6000" dirty="0"/>
              <a:t> </a:t>
            </a:r>
            <a:r>
              <a:rPr lang="en-US" sz="6000" dirty="0" err="1"/>
              <a:t>āke</a:t>
            </a:r>
            <a:r>
              <a:rPr lang="en-US" sz="6000" dirty="0"/>
              <a:t> </a:t>
            </a:r>
            <a:br>
              <a:rPr lang="en-US" sz="6000" dirty="0"/>
            </a:br>
            <a:r>
              <a:rPr lang="en-US" sz="6000" dirty="0" err="1"/>
              <a:t>gōvinda-mukhāmbujam</a:t>
            </a:r>
            <a:r>
              <a:rPr lang="en-US" sz="6000" dirty="0"/>
              <a:t> </a:t>
            </a:r>
            <a:r>
              <a:rPr lang="en-US" sz="6000" dirty="0" err="1"/>
              <a:t>ēkam</a:t>
            </a:r>
            <a:r>
              <a:rPr lang="en-US" sz="6000" dirty="0"/>
              <a:t> </a:t>
            </a:r>
            <a:r>
              <a:rPr lang="en-US" sz="6000" dirty="0" err="1"/>
              <a:t>viḍarnnu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In the thoughts of the lovely </a:t>
            </a:r>
            <a:r>
              <a:rPr lang="en-US" sz="5400" dirty="0" err="1">
                <a:solidFill>
                  <a:srgbClr val="FFFF00"/>
                </a:solidFill>
              </a:rPr>
              <a:t>Gopika</a:t>
            </a:r>
            <a:r>
              <a:rPr lang="en-US" sz="5400" dirty="0">
                <a:solidFill>
                  <a:srgbClr val="FFFF00"/>
                </a:solidFill>
              </a:rPr>
              <a:t>, the vision of </a:t>
            </a:r>
            <a:r>
              <a:rPr lang="en-US" sz="5400" dirty="0" err="1">
                <a:solidFill>
                  <a:srgbClr val="FFFF00"/>
                </a:solidFill>
              </a:rPr>
              <a:t>Govinda’s</a:t>
            </a:r>
            <a:r>
              <a:rPr lang="en-US" sz="5400" dirty="0">
                <a:solidFill>
                  <a:srgbClr val="FFFF00"/>
                </a:solidFill>
              </a:rPr>
              <a:t> face began to blossom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nandanandana-nētraṅgaḷ</a:t>
            </a:r>
            <a:r>
              <a:rPr lang="en-US" sz="6000" dirty="0"/>
              <a:t> inn-</a:t>
            </a:r>
            <a:r>
              <a:rPr lang="en-US" sz="6000" dirty="0" err="1"/>
              <a:t>ennōḍu</a:t>
            </a:r>
            <a:r>
              <a:rPr lang="en-US" sz="6000" dirty="0"/>
              <a:t> - </a:t>
            </a:r>
            <a:r>
              <a:rPr lang="en-US" sz="6000" dirty="0" err="1"/>
              <a:t>chollum</a:t>
            </a:r>
            <a:r>
              <a:rPr lang="en-US" sz="6000" dirty="0"/>
              <a:t> </a:t>
            </a:r>
            <a:r>
              <a:rPr lang="en-US" sz="6000" dirty="0" err="1"/>
              <a:t>kavitaykk-ētoru</a:t>
            </a:r>
            <a:r>
              <a:rPr lang="en-US" sz="6000" dirty="0"/>
              <a:t> </a:t>
            </a:r>
            <a:r>
              <a:rPr lang="en-US" sz="6000" dirty="0" err="1"/>
              <a:t>rāgam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With what music shall I tune the poem that </a:t>
            </a:r>
            <a:r>
              <a:rPr lang="en-US" sz="6000" dirty="0" err="1">
                <a:solidFill>
                  <a:srgbClr val="FFFF00"/>
                </a:solidFill>
              </a:rPr>
              <a:t>Nanda’s</a:t>
            </a:r>
            <a:r>
              <a:rPr lang="en-US" sz="6000" dirty="0">
                <a:solidFill>
                  <a:srgbClr val="FFFF00"/>
                </a:solidFill>
              </a:rPr>
              <a:t> son will speak through his eyes? 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ētākilum</a:t>
            </a:r>
            <a:r>
              <a:rPr lang="en-US" sz="6000" dirty="0"/>
              <a:t> </a:t>
            </a:r>
            <a:r>
              <a:rPr lang="en-US" sz="6000" dirty="0" err="1"/>
              <a:t>aten</a:t>
            </a:r>
            <a:r>
              <a:rPr lang="en-US" sz="6000" dirty="0"/>
              <a:t> </a:t>
            </a:r>
            <a:r>
              <a:rPr lang="en-US" sz="6000" dirty="0" err="1"/>
              <a:t>rāgaṅgaḷ</a:t>
            </a:r>
            <a:r>
              <a:rPr lang="en-US" sz="6000" dirty="0"/>
              <a:t> </a:t>
            </a:r>
            <a:r>
              <a:rPr lang="en-US" sz="6000" dirty="0" err="1"/>
              <a:t>māychu</a:t>
            </a:r>
            <a:r>
              <a:rPr lang="en-US" sz="6000" dirty="0"/>
              <a:t> - </a:t>
            </a:r>
            <a:r>
              <a:rPr lang="en-US" sz="6000" dirty="0" err="1"/>
              <a:t>manda-mandam</a:t>
            </a:r>
            <a:r>
              <a:rPr lang="en-US" sz="6000" dirty="0"/>
              <a:t> </a:t>
            </a:r>
            <a:r>
              <a:rPr lang="en-US" sz="6000" dirty="0" err="1"/>
              <a:t>virāgata</a:t>
            </a:r>
            <a:r>
              <a:rPr lang="en-US" sz="6000" dirty="0"/>
              <a:t> </a:t>
            </a:r>
            <a:r>
              <a:rPr lang="en-US" sz="6000" dirty="0" err="1"/>
              <a:t>ēkum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Whatever it may be, it will soothe my passions and gently lead me toward detachment.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chandrikōpamitam</a:t>
            </a:r>
            <a:r>
              <a:rPr lang="en-US" sz="6000" dirty="0"/>
              <a:t> </a:t>
            </a:r>
            <a:r>
              <a:rPr lang="en-US" sz="6000" dirty="0" err="1"/>
              <a:t>nandippicchiḍum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mandasmitam</a:t>
            </a:r>
            <a:r>
              <a:rPr lang="en-US" sz="6000" dirty="0"/>
              <a:t> </a:t>
            </a:r>
            <a:r>
              <a:rPr lang="en-US" sz="6000" dirty="0" err="1"/>
              <a:t>entennōḍu</a:t>
            </a:r>
            <a:r>
              <a:rPr lang="en-US" sz="6000" dirty="0"/>
              <a:t> </a:t>
            </a:r>
            <a:r>
              <a:rPr lang="en-US" sz="6000" dirty="0" err="1"/>
              <a:t>chollum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What will his smile, more radiant than moonlight, say to me? 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entākilum</a:t>
            </a:r>
            <a:r>
              <a:rPr lang="en-US" sz="6000" dirty="0"/>
              <a:t> </a:t>
            </a:r>
            <a:r>
              <a:rPr lang="en-US" sz="6000" dirty="0" err="1"/>
              <a:t>aten</a:t>
            </a:r>
            <a:r>
              <a:rPr lang="en-US" sz="6000" dirty="0"/>
              <a:t> </a:t>
            </a:r>
            <a:r>
              <a:rPr lang="en-US" sz="6000" dirty="0" err="1"/>
              <a:t>antaraṅgattin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kandaram</a:t>
            </a:r>
            <a:r>
              <a:rPr lang="en-US" sz="6000" dirty="0"/>
              <a:t> </a:t>
            </a:r>
            <a:r>
              <a:rPr lang="en-US" sz="6000" dirty="0" err="1"/>
              <a:t>āke</a:t>
            </a:r>
            <a:r>
              <a:rPr lang="en-US" sz="6000" dirty="0"/>
              <a:t> </a:t>
            </a:r>
            <a:r>
              <a:rPr lang="en-US" sz="6000" dirty="0" err="1"/>
              <a:t>śōbhitam</a:t>
            </a:r>
            <a:r>
              <a:rPr lang="en-US" sz="6000" dirty="0"/>
              <a:t> </a:t>
            </a:r>
            <a:r>
              <a:rPr lang="en-US" sz="6000" dirty="0" err="1"/>
              <a:t>ākkum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Whatever it speaks, it will illuminate the hidden cave of my heart.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pullāṅkuzhal</a:t>
            </a:r>
            <a:r>
              <a:rPr lang="en-US" sz="6000" dirty="0"/>
              <a:t> </a:t>
            </a:r>
            <a:r>
              <a:rPr lang="en-US" sz="6000" dirty="0" err="1"/>
              <a:t>innu</a:t>
            </a:r>
            <a:r>
              <a:rPr lang="en-US" sz="6000" dirty="0"/>
              <a:t> </a:t>
            </a:r>
            <a:r>
              <a:rPr lang="en-US" sz="6000" dirty="0" err="1"/>
              <a:t>pozhikkuvat-ētu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chollārnna</a:t>
            </a:r>
            <a:r>
              <a:rPr lang="en-US" sz="6000" dirty="0"/>
              <a:t> </a:t>
            </a:r>
            <a:r>
              <a:rPr lang="en-US" sz="6000" dirty="0" err="1"/>
              <a:t>śīlin</a:t>
            </a:r>
            <a:r>
              <a:rPr lang="en-US" sz="6000" dirty="0"/>
              <a:t> </a:t>
            </a:r>
            <a:r>
              <a:rPr lang="en-US" sz="6000" dirty="0" err="1"/>
              <a:t>nāda-taraṅgam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>
                <a:solidFill>
                  <a:srgbClr val="FFFF00"/>
                </a:solidFill>
              </a:rPr>
              <a:t>What lovely message will his flute’s sweet melody whisper to me? 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ētākilum</a:t>
            </a:r>
            <a:r>
              <a:rPr lang="en-US" sz="6000" dirty="0"/>
              <a:t> ā </a:t>
            </a:r>
            <a:r>
              <a:rPr lang="en-US" sz="6000" dirty="0" err="1"/>
              <a:t>nādam</a:t>
            </a:r>
            <a:r>
              <a:rPr lang="en-US" sz="6000" dirty="0"/>
              <a:t> en </a:t>
            </a:r>
            <a:r>
              <a:rPr lang="en-US" sz="6000" dirty="0" err="1"/>
              <a:t>mānasam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vallāt-alayunnat-illāte</a:t>
            </a:r>
            <a:r>
              <a:rPr lang="en-US" sz="6000" dirty="0"/>
              <a:t> </a:t>
            </a:r>
            <a:r>
              <a:rPr lang="en-US" sz="6000" dirty="0" err="1"/>
              <a:t>ākkum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>
                <a:solidFill>
                  <a:srgbClr val="FFFF00"/>
                </a:solidFill>
              </a:rPr>
              <a:t>Whatever it is, it will calm the restless wanderings of my mind.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smtClean="0"/>
              <a:t>Krishna … </a:t>
            </a:r>
            <a:r>
              <a:rPr lang="en-US" sz="6000" dirty="0" err="1" smtClean="0"/>
              <a:t>Govinda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Nandananda</a:t>
            </a:r>
            <a:r>
              <a:rPr lang="en-US" sz="6000" dirty="0" smtClean="0"/>
              <a:t>… </a:t>
            </a:r>
            <a:r>
              <a:rPr lang="en-US" sz="6000" dirty="0" err="1" smtClean="0"/>
              <a:t>Govinda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smtClean="0">
                <a:solidFill>
                  <a:srgbClr val="FFFF00"/>
                </a:solidFill>
              </a:rPr>
              <a:t>O Krishna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2861</TotalTime>
  <Words>173</Words>
  <Application>Microsoft Office PowerPoint</Application>
  <PresentationFormat>On-screen Show (4:3)</PresentationFormat>
  <Paragraphs>31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mandānilan</vt:lpstr>
      <vt:lpstr>mandānilan tazhuki aṇaññu vṛndāvanattil sugandham parannu</vt:lpstr>
      <vt:lpstr>sundari-gōpikā-chintayil āke  gōvinda-mukhāmbujam ēkam viḍarnnu</vt:lpstr>
      <vt:lpstr>nandanandana-nētraṅgaḷ inn-ennōḍu - chollum kavitaykk-ētoru rāgam</vt:lpstr>
      <vt:lpstr>ētākilum aten rāgaṅgaḷ māychu - manda-mandam virāgata ēkum</vt:lpstr>
      <vt:lpstr>chandrikōpamitam nandippicchiḍum mandasmitam entennōḍu chollum</vt:lpstr>
      <vt:lpstr>entākilum aten antaraṅgattin kandaram āke śōbhitam ākkum</vt:lpstr>
      <vt:lpstr>pullāṅkuzhal innu pozhikkuvat-ētu chollārnna śīlin nāda-taraṅgam</vt:lpstr>
      <vt:lpstr>ētākilum ā nādam en mānasam vallāt-alayunnat-illāte ākkum</vt:lpstr>
      <vt:lpstr>Krishna … Govinda Nandananda… Govinda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320</cp:revision>
  <dcterms:created xsi:type="dcterms:W3CDTF">2006-08-16T00:00:00Z</dcterms:created>
  <dcterms:modified xsi:type="dcterms:W3CDTF">2025-05-27T12:22:50Z</dcterms:modified>
</cp:coreProperties>
</file>