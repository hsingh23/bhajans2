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427A3-B172-4E8A-A87A-5B6C8B9F262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7724E-ECDF-42D7-8E1C-5312EE042B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āyiram nāvuṇḍ-ennālum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āyiram nāvuṇḍ-ennālum ārāl vāzhttiḍān āvum ī rūpam?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nīrada-śyāmaḷa-rūpam ennamma nin kōmaḷa rūpam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Even if we spoke with a thousand tongues, how could we ever praise your glory enough? Who could truly describe the dark blue splendour of your form—the wondrous beauty of my Mother?</a:t>
            </a:r>
            <a:endParaRPr lang="en-US" sz="4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taṅkattiṅkaḷ tikavil-aṇiññō amma nin ponmukhaśrī?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 kallōlam aḍiyaṙa vaccō nin kolusinnu kāyal?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Does the silvery full moon borrow the radiance of your face? Do the gentle waves echo the soft chime of your tinkling anklets?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kaṇṇiṇa tan azhaku pakarnnō cāru-nīlōlpalaṅgaḷ?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Do the blue lotuses take on the beauty of your eyes, O Mother?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smtClean="0">
                <a:solidFill>
                  <a:srgbClr val="FFFFFF"/>
                </a:solidFill>
                <a:latin typeface="Calibri"/>
              </a:rPr>
              <a:t>nitya-saundaryamē nin kazhalkkīzhil viśvam ennum namippū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ammē viśvam ennum namippū…</a:t>
            </a:r>
            <a:endParaRPr lang="en-US" sz="5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Eternally beautiful one, the universe bows at your feet! Mother, the whole universe offers its reverence.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smtClean="0">
                <a:solidFill>
                  <a:srgbClr val="FFFFFF"/>
                </a:solidFill>
                <a:latin typeface="Calibri"/>
              </a:rPr>
              <a:t>cantam cintum naṙumulla nin divya-gandham kavarnnō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mandam vīśum… kuḷir pavananum nin kara-sparśam ēṫṫō? </a:t>
            </a:r>
            <a:endParaRPr lang="en-US" sz="5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Do the fragrant jasmine flowers steal your divine scent? Does the softly moving breeze imitate the tenderness of your touch?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anticcōppāy citaṙi vitaṙī nin kuṙikkuṅkumamō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Is it your sindoor that spreads across the sky as the purple hue of dusk?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smtClean="0">
                <a:solidFill>
                  <a:srgbClr val="FFFFFF"/>
                </a:solidFill>
                <a:latin typeface="Calibri"/>
              </a:rPr>
              <a:t>nitya-saundaryamē nin kazhalkkīzhil viśvam ennum namippū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ammē viśvam ennum namippū…</a:t>
            </a:r>
            <a:endParaRPr lang="en-US" sz="5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Eternally beautiful one, the universe bows at your feet! Mother, the whole universe offers its reverence.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kārmukil nin rucira tanuvin śyāma-varṇam pakarnnō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pāḍum kōkilam kaṭṭeḍuttō nin bhāva pīyūṣa gītam?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Do the rainclouds borrow their dark hue from the splendour of your form? Did the singing koel steal from you its ambrosial songs of love and longing?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mōdam cērkkān pularoḷi ōrttō nin madhusmēra-pūram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Does the dawn wear your lovely smile to awaken joy in every heart?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smtClean="0">
                <a:solidFill>
                  <a:srgbClr val="FFFFFF"/>
                </a:solidFill>
                <a:latin typeface="Calibri"/>
              </a:rPr>
              <a:t>nitya-saundaryamē nin kazhalkkīzhil viśvam ennum namippū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ammē viśvam ennum namippū…</a:t>
            </a:r>
            <a:endParaRPr lang="en-US" sz="5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Eternally beautiful one, the universe bows at your feet! Mother, the whole universe offers its reverence.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hṛdayēśvari bhuvana-sundarī…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paramēśvari patita-pāvanī…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 Amriteswari, beauty of this world, supreme goddess, purifier of the fallen,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śruti-bōdhini sujana-pālinī…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mana-mōhini sukha-dāyini jaya jaya jaya tripura-sundari… 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</a:rPr>
              <a:t>the one revealed through the Vedas, 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protector of the virtuous, enchantress of our hearts,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bestower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 of bliss… Victory to Tripura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Sundari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, the highest form of the Great Goddess!</a:t>
            </a:r>
            <a:endParaRPr lang="en-US" sz="45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310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āyiram nāvuṇḍ-ennālum</vt:lpstr>
      <vt:lpstr>āyiram nāvuṇḍ-ennālum ārāl vāzhttiḍān āvum ī rūpam? nīrada-śyāmaḷa-rūpam ennamma nin kōmaḷa rūpam</vt:lpstr>
      <vt:lpstr>taṅkattiṅkaḷ tikavil-aṇiññō amma nin ponmukhaśrī? tan kallōlam aḍiyaṙa vaccō nin kolusinnu kāyal? </vt:lpstr>
      <vt:lpstr>nin kaṇṇiṇa tan azhaku pakarnnō cāru-nīlōlpalaṅgaḷ? </vt:lpstr>
      <vt:lpstr>nitya-saundaryamē nin kazhalkkīzhil viśvam ennum namippū ammē viśvam ennum namippū…</vt:lpstr>
      <vt:lpstr>cantam cintum naṙumulla nin divya-gandham kavarnnō mandam vīśum… kuḷir pavananum nin kara-sparśam ēṫṫō? </vt:lpstr>
      <vt:lpstr>anticcōppāy citaṙi vitaṙī nin kuṙikkuṅkumamō</vt:lpstr>
      <vt:lpstr>nitya-saundaryamē nin kazhalkkīzhil viśvam ennum namippū ammē viśvam ennum namippū…</vt:lpstr>
      <vt:lpstr>kārmukil nin rucira tanuvin śyāma-varṇam pakarnnō pāḍum kōkilam kaṭṭeḍuttō nin bhāva pīyūṣa gītam? </vt:lpstr>
      <vt:lpstr>mōdam cērkkān pularoḷi ōrttō nin madhusmēra-pūram</vt:lpstr>
      <vt:lpstr>nitya-saundaryamē nin kazhalkkīzhil viśvam ennum namippū ammē viśvam ennum namippū…</vt:lpstr>
      <vt:lpstr>hṛdayēśvari bhuvana-sundarī… paramēśvari patita-pāvanī…</vt:lpstr>
      <vt:lpstr>śruti-bōdhini sujana-pālinī… mana-mōhini sukha-dāyini jaya jaya jaya tripura-sundari…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āyiram nāvuṇḍ-ennālum</dc:title>
  <dc:creator>Amrita</dc:creator>
  <cp:lastModifiedBy>Amrita</cp:lastModifiedBy>
  <cp:revision>2</cp:revision>
  <dcterms:created xsi:type="dcterms:W3CDTF">2025-07-16T04:53:25Z</dcterms:created>
  <dcterms:modified xsi:type="dcterms:W3CDTF">2025-07-16T08:36:47Z</dcterms:modified>
</cp:coreProperties>
</file>