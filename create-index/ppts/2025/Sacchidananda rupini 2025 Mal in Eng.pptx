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551D2-A165-42D0-A72C-E43BA6183E27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3B0F-6FB3-415E-9CD5-4A4370AF8DA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saccidānanda-rūpiṇī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saccidānanda-rūpiṇī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śuddha-bōdha svarūpiṇī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Your form is truth, existence, and bliss—the very essence of pure awareness.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enne entinu dūre nīkki nī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māya bādhiccu māzhkuvānō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śivē… śivē…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Shive, why do you keep me at a distance? Am I to live my life lost in the delusion of your illusion?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dēham ennorī nīrkkumiḷayil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mōham ārnnu maṙannu satyavum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have grown attached to this body, as fragile and fleeting as a water bubble. I have forgotten the truth,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dvēṣa-rāga-malīmasam manam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dōṣamāṫṫi viśūddhi ēkū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śivē… śivē…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my mind is tainted by attachment and aversion. O Shive, cleanse my faults and purify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āgamārkkande śōbha ēlkkilum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āmayaṅgaḷ maṙaññiḍāykayāl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Though the radiant sun of the Vedas shines upon me, the maladies of my mind still cling to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āśrayiccitu kāḷikē aham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āṫṫi nin padam ēṫṫumō…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śivē… śivē…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I have sought refuge at the feet of Kalika. O Shive, will you not destroy my ego and lead me to merge at your lotus feet?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saccidānanda-rūpiṇī</vt:lpstr>
      <vt:lpstr>saccidānanda-rūpiṇī śuddha-bōdha svarūpiṇī</vt:lpstr>
      <vt:lpstr>enne entinu dūre nīkki nī māya bādhiccu māzhkuvānō śivē… śivē…</vt:lpstr>
      <vt:lpstr>dēham ennorī nīrkkumiḷayil mōham ārnnu maṙannu satyavum</vt:lpstr>
      <vt:lpstr>dvēṣa-rāga-malīmasam manam dōṣamāṫṫi viśūddhi ēkū śivē… śivē…</vt:lpstr>
      <vt:lpstr>āgamārkkande śōbha ēlkkilum āmayaṅgaḷ maṙaññiḍāykayāl</vt:lpstr>
      <vt:lpstr>āśrayiccitu kāḷikē aham āṫṫi nin padam ēṫṫumō…  śivē… śivē…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saccidānanda-rūpiṇī</dc:title>
  <dc:creator>Amrita</dc:creator>
  <cp:lastModifiedBy>Amrita</cp:lastModifiedBy>
  <cp:revision>1</cp:revision>
  <dcterms:created xsi:type="dcterms:W3CDTF">2025-06-20T08:47:15Z</dcterms:created>
  <dcterms:modified xsi:type="dcterms:W3CDTF">2025-06-20T08:48:04Z</dcterms:modified>
</cp:coreProperties>
</file>