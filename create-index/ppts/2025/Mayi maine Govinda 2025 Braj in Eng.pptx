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6B910-126B-4C7E-A5E4-11AAB718D80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A149C-3BAA-47C4-85CA-9D5BE5F1BE0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māyī… mainē…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(Braj)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māyī… mainē… gōvinda līnō mōl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māyī mainē gōvinda līnō mōl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 have bought Govinda at a price…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kōyī kahē sastā… kōyī kahē mahngā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kōyī kahē sastā kōyī kahē mahngā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līnō tarāzū tōl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Some say it was cheap, some say it was expensive—but I bought him by weighing him on the scale of yearning.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kōyī kahē ghar meiṅ… kōyī kahē ban meiṅ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kōyī kahē ghar meiṅ kōyī kahē ban meiṅ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rādhā kē saṅg kilōl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Some say he is in the home, some say he is in the forest—but he is engaged in playful love with Radha.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kē prabhu… giridhar nāgar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āvat prēm kē mōl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He is Meera’s Lord, Giridhar Nagar—he comes only at the price of love.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māyī… mainē…</vt:lpstr>
      <vt:lpstr>māyī… mainē… gōvinda līnō mōl māyī mainē gōvinda līnō mōl</vt:lpstr>
      <vt:lpstr>kōyī kahē sastā… kōyī kahē mahngā kōyī kahē sastā kōyī kahē mahngā līnō tarāzū tōl</vt:lpstr>
      <vt:lpstr>kōyī kahē ghar meiṅ… kōyī kahē ban meiṅ kōyī kahē ghar meiṅ kōyī kahē ban meiṅ rādhā kē saṅg kilōl</vt:lpstr>
      <vt:lpstr>mīrā kē prabhu… giridhar nāgar āvat prēm kē mōl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māyī… mainē…</dc:title>
  <dc:creator>Amrita</dc:creator>
  <cp:lastModifiedBy>Amrita</cp:lastModifiedBy>
  <cp:revision>1</cp:revision>
  <dcterms:created xsi:type="dcterms:W3CDTF">2025-08-01T17:18:18Z</dcterms:created>
  <dcterms:modified xsi:type="dcterms:W3CDTF">2025-08-01T17:18:56Z</dcterms:modified>
</cp:coreProperties>
</file>