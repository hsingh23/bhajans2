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38BE5-A34C-4222-95F0-33AF6A6D899C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90DE1-CFD5-45AD-A252-50CDCD9A94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karaḷil kanal eriyunnu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sv-SE" sz="6400" smtClean="0">
                <a:solidFill>
                  <a:srgbClr val="FFFFFF"/>
                </a:solidFill>
                <a:latin typeface="Calibri"/>
              </a:rPr>
              <a:t>karaḷil kanal eriyunnu - atin</a:t>
            </a:r>
            <a:br>
              <a:rPr lang="sv-SE" sz="6400" smtClean="0">
                <a:solidFill>
                  <a:srgbClr val="FFFFFF"/>
                </a:solidFill>
                <a:latin typeface="Calibri"/>
              </a:rPr>
            </a:br>
            <a:r>
              <a:rPr lang="sv-SE" sz="6400" smtClean="0">
                <a:solidFill>
                  <a:srgbClr val="FFFFFF"/>
                </a:solidFill>
                <a:latin typeface="Calibri"/>
              </a:rPr>
              <a:t>phalamāy manam varaḷunnu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smouldering embers within have parched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kuḷirmazhyāy nī peytāl en mana-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vallari taḷiriḍum ammē (2)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O Mother, if you come as cool, gentle rain, the creeper of my heart will bloom.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nin kaniv-uṙavil ariyāt-azhalukaḷ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ozhukum mizhinīr puzhayāy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your compassionate embrace, sorrows will unknowingly flow out as rivers of tears.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ozhuki ozhuki nin prēmāmbudhiyil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aṇayum oru-nāḷ ammē (2)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	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Caried by that river, I will reach your ocean of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kātarayām ñān ādaravōḍ-en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hṛdayam pūjā-malarāy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Yearning to be one with you, I have offered my heart as a flower at your feet,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tṛṣṇa veḍiññ-akatāril pīṭham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orukki cēvaḍi paṇiyān (2)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 deep reverence. Renouncing all desires, I have made my heart a sacred shrine for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varumō hṛttil oru nāḷ ammē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sukṛtam ahō! onnōrttāl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O Mother! Won't you one day arrive in my heart? What bliss it is to imagine that!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cinmōhana-rūpam akatāril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teḷiyaṭṭē manam uṇaraṭṭe (2) 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your enchanting form shine within, and may my mind awaken.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</Words>
  <Application>Microsoft Office PowerPoint</Application>
  <PresentationFormat>On-screen Show (4:3)</PresentationFormat>
  <Paragraphs>20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karaḷil kanal eriyunnu</vt:lpstr>
      <vt:lpstr>karaḷil kanal eriyunnu - atin phalamāy manam varaḷunnu</vt:lpstr>
      <vt:lpstr>kuḷirmazhyāy nī peytāl en mana- vallari taḷiriḍum ammē (2) </vt:lpstr>
      <vt:lpstr>nin kaniv-uṙavil ariyāt-azhalukaḷ ozhukum mizhinīr puzhayāy</vt:lpstr>
      <vt:lpstr>ozhuki ozhuki nin prēmāmbudhiyil aṇayum oru-nāḷ ammē (2) </vt:lpstr>
      <vt:lpstr>kātarayām ñān ādaravōḍ-en hṛdayam pūjā-malarāy</vt:lpstr>
      <vt:lpstr>tṛṣṇa veḍiññ-akatāril pīṭham orukki cēvaḍi paṇiyān (2) </vt:lpstr>
      <vt:lpstr>varumō hṛttil oru nāḷ ammē sukṛtam ahō! onnōrttāl</vt:lpstr>
      <vt:lpstr>cinmōhana-rūpam akatāril teḷiyaṭṭē manam uṇaraṭṭe (2)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karaḷil kanal eriyunnu</dc:title>
  <dc:creator>Amrita</dc:creator>
  <cp:lastModifiedBy>Amrita</cp:lastModifiedBy>
  <cp:revision>1</cp:revision>
  <dcterms:created xsi:type="dcterms:W3CDTF">2025-06-07T11:28:51Z</dcterms:created>
  <dcterms:modified xsi:type="dcterms:W3CDTF">2025-06-07T11:30:32Z</dcterms:modified>
</cp:coreProperties>
</file>