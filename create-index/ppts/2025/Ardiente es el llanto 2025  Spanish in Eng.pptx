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7B14290-8B2C-4A72-8DB0-8C40CCB6DB01}" type="datetimeFigureOut">
              <a:rPr lang="en-US" smtClean="0"/>
              <a:pPr/>
              <a:t>10/21/2025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824E23-CC3A-4BEB-873C-6482DF1725F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Ardiente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es</a:t>
            </a:r>
            <a:r>
              <a:rPr lang="en-US" sz="6600" dirty="0" smtClean="0">
                <a:solidFill>
                  <a:srgbClr val="FFFFFF"/>
                </a:solidFill>
                <a:latin typeface="Calibri"/>
              </a:rPr>
              <a:t> el </a:t>
            </a:r>
            <a:r>
              <a:rPr lang="en-US" sz="6600" dirty="0" err="1" smtClean="0">
                <a:solidFill>
                  <a:srgbClr val="FFFFFF"/>
                </a:solidFill>
                <a:latin typeface="Calibri"/>
              </a:rPr>
              <a:t>llanto</a:t>
            </a:r>
            <a:endParaRPr lang="en-US" sz="6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(2025)</a:t>
            </a:r>
          </a:p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Spanish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Ardiente es </a:t>
            </a: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el llanto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del alma que clama / 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por unas gotitas</a:t>
            </a:r>
            <a:br>
              <a:rPr lang="es-ES" sz="5600" dirty="0" smtClean="0">
                <a:solidFill>
                  <a:srgbClr val="FFFFFF"/>
                </a:solidFill>
                <a:latin typeface="Calibri"/>
              </a:rPr>
            </a:br>
            <a:r>
              <a:rPr lang="es-ES" sz="5600" dirty="0" smtClean="0">
                <a:solidFill>
                  <a:srgbClr val="FFFFFF"/>
                </a:solidFill>
                <a:latin typeface="Calibri"/>
              </a:rPr>
              <a:t>de amor infinito</a:t>
            </a:r>
            <a:endParaRPr lang="en-US" sz="5600" dirty="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soul’s cry blazes with yearning for a few drops of infinite love.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6600" smtClean="0">
                <a:solidFill>
                  <a:srgbClr val="FFFFFF"/>
                </a:solidFill>
                <a:latin typeface="Calibri"/>
              </a:rPr>
              <a:t>y es dulce presencia</a:t>
            </a:r>
            <a:br>
              <a:rPr lang="es-ES" sz="6600" smtClean="0">
                <a:solidFill>
                  <a:srgbClr val="FFFFFF"/>
                </a:solidFill>
                <a:latin typeface="Calibri"/>
              </a:rPr>
            </a:br>
            <a:r>
              <a:rPr lang="es-ES" sz="6600" smtClean="0">
                <a:solidFill>
                  <a:srgbClr val="FFFFFF"/>
                </a:solidFill>
                <a:latin typeface="Calibri"/>
              </a:rPr>
              <a:t>la madre divina /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The Divine Mother is a sweet presence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6600" smtClean="0">
                <a:solidFill>
                  <a:srgbClr val="FFFFFF"/>
                </a:solidFill>
                <a:latin typeface="Calibri"/>
              </a:rPr>
              <a:t>misterio brillante</a:t>
            </a:r>
            <a:br>
              <a:rPr lang="en-US" sz="6600" smtClean="0">
                <a:solidFill>
                  <a:srgbClr val="FFFFFF"/>
                </a:solidFill>
                <a:latin typeface="Calibri"/>
              </a:rPr>
            </a:br>
            <a:r>
              <a:rPr lang="en-US" sz="6600" smtClean="0">
                <a:solidFill>
                  <a:srgbClr val="FFFFFF"/>
                </a:solidFill>
                <a:latin typeface="Calibri"/>
              </a:rPr>
              <a:t>susurro de paz</a:t>
            </a:r>
            <a:endParaRPr lang="en-US" sz="6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600" smtClean="0">
                <a:solidFill>
                  <a:srgbClr val="FFFF00"/>
                </a:solidFill>
                <a:latin typeface="Calibri"/>
              </a:rPr>
              <a:t>—a shining mystery, a whisper of peace.</a:t>
            </a:r>
            <a:endParaRPr lang="en-US" sz="6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n-US" sz="5600" smtClean="0">
                <a:solidFill>
                  <a:srgbClr val="FFFFFF"/>
                </a:solidFill>
                <a:latin typeface="Calibri"/>
              </a:rPr>
              <a:t>llenas de gozo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llenas de amor, amma /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amma… amma…</a:t>
            </a:r>
            <a:br>
              <a:rPr lang="en-US" sz="5600" smtClean="0">
                <a:solidFill>
                  <a:srgbClr val="FFFFFF"/>
                </a:solidFill>
                <a:latin typeface="Calibri"/>
              </a:rPr>
            </a:br>
            <a:r>
              <a:rPr lang="en-US" sz="5600" smtClean="0">
                <a:solidFill>
                  <a:srgbClr val="FFFFFF"/>
                </a:solidFill>
                <a:latin typeface="Calibri"/>
              </a:rPr>
              <a:t>amma… amma…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700" smtClean="0">
                <a:solidFill>
                  <a:srgbClr val="FFFF00"/>
                </a:solidFill>
                <a:latin typeface="Calibri"/>
              </a:rPr>
              <a:t>You fill me with joy, you fill me with love, Mother. You fill me with joy, you fill me with love.</a:t>
            </a:r>
            <a:endParaRPr lang="en-US" sz="57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smtClean="0">
                <a:solidFill>
                  <a:srgbClr val="FFFFFF"/>
                </a:solidFill>
                <a:latin typeface="Calibri"/>
              </a:rPr>
              <a:t>se quema la flama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y perfuma el camino 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de aquel que te busca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en profundo silencio 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5600" smtClean="0">
                <a:solidFill>
                  <a:srgbClr val="FFFF00"/>
                </a:solidFill>
                <a:latin typeface="Calibri"/>
              </a:rPr>
              <a:t>The flame burns and perfumes the path of the one who seeks you in deep silence.</a:t>
            </a:r>
            <a:endParaRPr lang="en-US" sz="56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-1"/>
            <a:ext cx="9144000" cy="3429000"/>
          </a:xfrm>
        </p:spPr>
        <p:txBody>
          <a:bodyPr wrap="square" anchor="ctr">
            <a:noAutofit/>
          </a:bodyPr>
          <a:lstStyle/>
          <a:p>
            <a:r>
              <a:rPr lang="es-ES" sz="5600" smtClean="0">
                <a:solidFill>
                  <a:srgbClr val="FFFFFF"/>
                </a:solidFill>
                <a:latin typeface="Calibri"/>
              </a:rPr>
              <a:t>y es dulce presencia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la madre divina / 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misterio brillante</a:t>
            </a:r>
            <a:br>
              <a:rPr lang="es-ES" sz="5600" smtClean="0">
                <a:solidFill>
                  <a:srgbClr val="FFFFFF"/>
                </a:solidFill>
                <a:latin typeface="Calibri"/>
              </a:rPr>
            </a:br>
            <a:r>
              <a:rPr lang="es-ES" sz="5600" smtClean="0">
                <a:solidFill>
                  <a:srgbClr val="FFFFFF"/>
                </a:solidFill>
                <a:latin typeface="Calibri"/>
              </a:rPr>
              <a:t>susurro de paz</a:t>
            </a:r>
            <a:endParaRPr lang="en-US" sz="5600">
              <a:solidFill>
                <a:srgbClr val="FFFFFF"/>
              </a:solidFill>
              <a:latin typeface="Calibri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429000"/>
            <a:ext cx="9144000" cy="3429000"/>
          </a:xfrm>
        </p:spPr>
        <p:txBody>
          <a:bodyPr wrap="square" anchor="ctr" anchorCtr="1">
            <a:noAutofit/>
          </a:bodyPr>
          <a:lstStyle/>
          <a:p>
            <a:r>
              <a:rPr lang="en-US" sz="6100" smtClean="0">
                <a:solidFill>
                  <a:srgbClr val="FFFF00"/>
                </a:solidFill>
                <a:latin typeface="Calibri"/>
              </a:rPr>
              <a:t>The Divine Mother is a sweet presence—a shining mystery, a whisper of peace.</a:t>
            </a:r>
            <a:endParaRPr lang="en-US" sz="6100">
              <a:solidFill>
                <a:srgbClr val="FFFF00"/>
              </a:solidFill>
              <a:latin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115</Words>
  <Application>Microsoft Office PowerPoint</Application>
  <PresentationFormat>On-screen Show 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Ardiente es el llanto</vt:lpstr>
      <vt:lpstr>Ardiente es el llanto del alma que clama /  por unas gotitas de amor infinito</vt:lpstr>
      <vt:lpstr>y es dulce presencia la madre divina /</vt:lpstr>
      <vt:lpstr>misterio brillante susurro de paz</vt:lpstr>
      <vt:lpstr>llenas de gozo llenas de amor, amma / amma… amma… amma… amma…</vt:lpstr>
      <vt:lpstr>se quema la flama y perfuma el camino  de aquel que te busca en profundo silencio </vt:lpstr>
      <vt:lpstr>y es dulce presencia la madre divina /  misterio brillante susurro de paz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caliente es el llanto</dc:title>
  <dc:creator>Amrita</dc:creator>
  <cp:lastModifiedBy>AMMA</cp:lastModifiedBy>
  <cp:revision>2</cp:revision>
  <dcterms:created xsi:type="dcterms:W3CDTF">2025-09-22T11:18:38Z</dcterms:created>
  <dcterms:modified xsi:type="dcterms:W3CDTF">2025-10-21T09:10:58Z</dcterms:modified>
</cp:coreProperties>
</file>