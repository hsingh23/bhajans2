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U/tSkGwnFhZYcIEcOYlBcZ9Jr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88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 dirty="0" err="1"/>
              <a:t>śambhō</a:t>
            </a:r>
            <a:r>
              <a:rPr lang="en-US" sz="5400" dirty="0"/>
              <a:t> </a:t>
            </a:r>
            <a:r>
              <a:rPr lang="en-US" sz="5400" dirty="0" err="1"/>
              <a:t>śambhō</a:t>
            </a:r>
            <a:r>
              <a:rPr lang="en-US" sz="5400" dirty="0"/>
              <a:t> </a:t>
            </a:r>
            <a:r>
              <a:rPr lang="en-US" sz="5400" dirty="0" err="1" smtClean="0"/>
              <a:t>śambhō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smtClean="0"/>
              <a:t>(Telugu 2025)</a:t>
            </a:r>
            <a:endParaRPr sz="5400" dirty="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śambhō śambhō śambhō śambhō anarādā manasā</a:t>
            </a:r>
            <a:br>
              <a:rPr lang="en-US" sz="5400"/>
            </a:br>
            <a:r>
              <a:rPr lang="en-US" sz="5400"/>
              <a:t>śambhu-bhajana rañjimpanu vākkunu jihvanu ivvarādā</a:t>
            </a:r>
            <a:endParaRPr sz="54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Mind, why don’t you call out “Shambho Shambho”? Why not offer your speech and tongue to revel in Shambho’s bhajans?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aṅkili tericiyu hara hara ani nī jaṅku tīralēdā</a:t>
            </a:r>
            <a:br>
              <a:rPr lang="en-US" sz="5400"/>
            </a:br>
            <a:r>
              <a:rPr lang="en-US" sz="5400"/>
              <a:t>maṅku budhulu māniyu paraśiva śaṅkara anarādā</a:t>
            </a:r>
            <a:endParaRPr sz="54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does your hesitation to utter “Hara Hara” still remain? Why cling to your stubbornness instead of calling out “Parashiva, Shankara!”? 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enta kālamu cintincina nī kintē gati kādā - antalōnē nī jīvita kālamu antam ayipōdā</a:t>
            </a:r>
            <a:endParaRPr sz="54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However long you brood, will your fate truly change? And in the meantime, might your life not slip away then and there?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śambhō śambhō śambhō śambhō anarādā manasā</a:t>
            </a:r>
            <a:br>
              <a:rPr lang="en-US" sz="5400"/>
            </a:br>
            <a:r>
              <a:rPr lang="en-US" sz="5400"/>
              <a:t>śambhu-bhajana rañjimpanu vākkunu jihvanu ivvarādā</a:t>
            </a:r>
            <a:endParaRPr sz="54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Mind, why don’t you call out “Shambho Shambho”? Why not offer your speech and tongue to revel in Shambho’s bhajans?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śiva śiva ani uccāraṇa ceyyagā jihvayāḍalēdā – manasā</a:t>
            </a:r>
            <a:br>
              <a:rPr lang="en-US" sz="5400"/>
            </a:br>
            <a:r>
              <a:rPr lang="en-US" sz="5400"/>
              <a:t>manana cēsi manaḥsākṣi gā kaliya cūḍarādā</a:t>
            </a:r>
            <a:endParaRPr sz="54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 your tongue not capable of uttering the name of Shiva? Why don’t you let go of your excuses? Look around with a clear conscience.</a:t>
            </a:r>
            <a:endParaRPr sz="44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mōdambomduc kaivalyambunu munduga kānarādā – manāsā</a:t>
            </a:r>
            <a:br>
              <a:rPr lang="en-US" sz="5400"/>
            </a:br>
            <a:r>
              <a:rPr lang="en-US" sz="5400"/>
              <a:t>kaliyacūsiyō mānasambunanu sannutincarādā</a:t>
            </a:r>
            <a:endParaRPr sz="54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Mind, why do you delay in recognizing the supreme wisdom with patience? Why not open your eyes and appreciate this truth within yourself?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śambhō śambhō śambhō śambhō anarādā manasā</a:t>
            </a:r>
            <a:br>
              <a:rPr lang="en-US" sz="5400"/>
            </a:br>
            <a:r>
              <a:rPr lang="en-US" sz="5400"/>
              <a:t>śambhu-bhajana rañjimpanu vākkunu jihvanu ivvarādā</a:t>
            </a:r>
            <a:endParaRPr sz="54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Mind, why don’t you call out “Shambho Shambho”? Why not offer your speech and tongue to revel in Shambho’s bhajans?</a:t>
            </a:r>
            <a:endParaRPr sz="4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śivaśiva śaṅkara haraśiva śaṅkara śivuni talacarādā</a:t>
            </a:r>
            <a:br>
              <a:rPr lang="en-US" sz="5400"/>
            </a:br>
            <a:r>
              <a:rPr lang="en-US" sz="5400"/>
              <a:t>annapūrṇanu kaṇṇa talligā manana ceyyarādā</a:t>
            </a:r>
            <a:endParaRPr sz="540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don’t you see Shiva as Shiva Shankara, Hara Shankara? Why not regard Annapurna as your very own mother?</a:t>
            </a:r>
            <a:endParaRPr sz="54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On-screen Show (4:3)</PresentationFormat>
  <Paragraphs>26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śambhō śambhō śambhō (Telugu 2025)</vt:lpstr>
      <vt:lpstr>śambhō śambhō śambhō śambhō anarādā manasā śambhu-bhajana rañjimpanu vākkunu jihvanu ivvarādā</vt:lpstr>
      <vt:lpstr>aṅkili tericiyu hara hara ani nī jaṅku tīralēdā maṅku budhulu māniyu paraśiva śaṅkara anarādā</vt:lpstr>
      <vt:lpstr>enta kālamu cintincina nī kintē gati kādā - antalōnē nī jīvita kālamu antam ayipōdā</vt:lpstr>
      <vt:lpstr>śambhō śambhō śambhō śambhō anarādā manasā śambhu-bhajana rañjimpanu vākkunu jihvanu ivvarādā</vt:lpstr>
      <vt:lpstr>śiva śiva ani uccāraṇa ceyyagā jihvayāḍalēdā – manasā manana cēsi manaḥsākṣi gā kaliya cūḍarādā</vt:lpstr>
      <vt:lpstr>mōdambomduc kaivalyambunu munduga kānarādā – manāsā kaliyacūsiyō mānasambunanu sannutincarādā</vt:lpstr>
      <vt:lpstr>śambhō śambhō śambhō śambhō anarādā manasā śambhu-bhajana rañjimpanu vākkunu jihvanu ivvarādā</vt:lpstr>
      <vt:lpstr>śivaśiva śaṅkara haraśiva śaṅkara śivuni talacarādā annapūrṇanu kaṇṇa talligā manana ceyyarādā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śambhō śambhō śambhō (Telugu 2025)</dc:title>
  <dc:creator>amritam</dc:creator>
  <cp:lastModifiedBy>AMMA</cp:lastModifiedBy>
  <cp:revision>1</cp:revision>
  <dcterms:created xsi:type="dcterms:W3CDTF">2006-08-16T00:00:00Z</dcterms:created>
  <dcterms:modified xsi:type="dcterms:W3CDTF">2025-12-07T13:58:24Z</dcterms:modified>
</cp:coreProperties>
</file>