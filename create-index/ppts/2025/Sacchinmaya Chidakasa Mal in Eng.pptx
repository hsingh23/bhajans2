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30CB2-051B-4EEE-8FD3-D0AD92E8593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23039-4E9D-4125-9B04-641965BDB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saccinmayā cidākāśa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saccinmayā cidākāśa-sthitā nitya-sadāśivā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vandē’ham sarva pāpaṅgaḷ tīrkkuka kṛpāmbudhē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Eternal, ever auspicious Siva, who abides in the pure space of consciousness, truth and awareness, I bow down to you, O ocean of compassion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sarvēśvara sadākālam kāttu koḷḷuka ñaṅgaḷe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satyavum dharmavum nalla bōdhavum nalkaṇam vibhō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— cleanse us of all sins. O Lord of all, ever protect us always. Bestow upon us truth, righteousness, and noble understanding, O all-pervading, supreme one…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ennum eṅgum viḷaṅgīḍum saccidānandā daivamē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maṇṇilum dyōvilum pinne ennilum ninnilum bhavān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God of existence, consciousness, and bliss, whose eternal light shines everywhere, you are in the earth, in heaven, and beyond — within me and within yourself.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ñaṅgaḷkku vēṇḍat-ellām tannu rakṣiccu nityavum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dhanyar-ākkunna ninpādam tanne ñaṅgaḷkku daivatam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grant us all that we need and ever protect us; your blessed feet, which fulfil our lives, are equal to God.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jñānavum jayavum sākṣāl bhānuvum tārajālavum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bhūtavum bhāviyum pinne vartamānavum okke nī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knowledge and victory, the radiant sun and the starry constellation. You are the past, the future, and the present.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nīyallō dyōvum tējassum nīyallō daivamē niśayum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nīyallō kaḍalum kāṫṫum nīyallō dhātriyāyatum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You are the sky and the life-giving light, O God, you are also the night. You are the sea, and the wind, and you also became the Earth…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 nityam jñānam ānandam nī tanne mōkṣa-rūpavum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 ninde mahimayāl tanne viḷaṅgīḍunnu jagat prabhō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400" dirty="0" smtClean="0">
                <a:solidFill>
                  <a:srgbClr val="FFFF00"/>
                </a:solidFill>
              </a:rPr>
              <a:t>you are eternity, knowledge and bliss, you are the very embodiment of liberation. O Lord of the Universe, you shine through your own greatness</a:t>
            </a:r>
            <a:endParaRPr lang="en-US" sz="4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iravum pakalum sākṣāl mahimāvārnna ninpadam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pukazhttunnu ñaṅgaḷ aṅgaye bhagavāne viḷaṅguka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Day and night alike sing praise to your glorious feet, and we, too, worship you, O Lord — shine forth within us!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900" smtClean="0">
                <a:solidFill>
                  <a:srgbClr val="FFFFFF"/>
                </a:solidFill>
                <a:latin typeface="Calibri"/>
              </a:rPr>
              <a:t>jayikkuka jagannātha bhaktavatsalā brahmamē jayikkuka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saccidānandā karuṇā-sindhō jayikkuka</a:t>
            </a:r>
            <a:endParaRPr lang="en-US" sz="4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3700" smtClean="0">
                <a:solidFill>
                  <a:srgbClr val="FFFF00"/>
                </a:solidFill>
                <a:latin typeface="Calibri"/>
              </a:rPr>
              <a:t>Victory be to you, O Lord of the Universe, O beloved of devotees, O Supreme Brahman, victory to you! Victory be to you, O Embodiment of existence, consciousness, and bliss, O ocean of compassion, victory to you!</a:t>
            </a:r>
            <a:endParaRPr lang="en-US" sz="3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sīmayēṙum nin mahāsāgarē ñaṅgaḷ ākavē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muṅgaṇam poṅgaṇam pāpam pōkaṇam ēkaṇam sukham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boundless ocean of greatness, when we reach you let our sins sink and vanish, and let bliss alone arise.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daivamē hē dayāsindhō daivamē dīnarakṣakā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daivamē ninde kāruṇyam dīrghakālam varēṇamē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God, O ocean of mercy, O protector of the lowly, grant us your compassion for all time.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000" smtClean="0">
                <a:solidFill>
                  <a:srgbClr val="FFFFFF"/>
                </a:solidFill>
                <a:latin typeface="Calibri"/>
              </a:rPr>
              <a:t>sṛṣṭiccu ñaṅgaḷe pinne rakṣiccu vazhi pōle nī</a:t>
            </a:r>
            <a:br>
              <a:rPr lang="en-US" sz="4000" smtClean="0">
                <a:solidFill>
                  <a:srgbClr val="FFFFFF"/>
                </a:solidFill>
                <a:latin typeface="Calibri"/>
              </a:rPr>
            </a:br>
            <a:r>
              <a:rPr lang="en-US" sz="4000" smtClean="0">
                <a:solidFill>
                  <a:srgbClr val="FFFFFF"/>
                </a:solidFill>
                <a:latin typeface="Calibri"/>
              </a:rPr>
              <a:t>sṛṣṭāvē ninne ōrkkātta duṣṭarēyum kṛpākarāl</a:t>
            </a:r>
            <a:br>
              <a:rPr lang="en-US" sz="4000" smtClean="0">
                <a:solidFill>
                  <a:srgbClr val="FFFFFF"/>
                </a:solidFill>
                <a:latin typeface="Calibri"/>
              </a:rPr>
            </a:br>
            <a:r>
              <a:rPr lang="en-US" sz="4000" smtClean="0">
                <a:solidFill>
                  <a:srgbClr val="FFFFFF"/>
                </a:solidFill>
                <a:latin typeface="Calibri"/>
              </a:rPr>
              <a:t>siṣṭar-ākkēṇamē dēva viṣṭapēśa namōstutē</a:t>
            </a:r>
            <a:endParaRPr lang="en-US" sz="4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3900" smtClean="0">
                <a:solidFill>
                  <a:srgbClr val="FFFF00"/>
                </a:solidFill>
                <a:latin typeface="Calibri"/>
              </a:rPr>
              <a:t>O Creator, you have created and then protected us as needed. By your grace, transform even the wicked who forget you into the righteous and the pure. O Lord of the worlds, to you our reverent salutations…</a:t>
            </a:r>
            <a:endParaRPr lang="en-US" sz="3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anna-vastraṅgaḷum pinne maṇṇil vēṇḍa padārthavum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onnum pizha kūḍāte tannīḍunnu vibhō bhavān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Lord, the omniscient one, you bestow upon us unfailingly food, clothing, and all that is needed upon this earth.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śrī buddhan bhagavān kristu aḷḷā śrī paramēśvaran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śrīkṛṣṇan ennī pērōti ninne vāzhttunnu mānavar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Humanity praises you with many names as Buddha, as Bhagavan, as Christ, as Sri Parameswara, Sri Krishna—yet they all worship you alone.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ellām daivam orāḷ ennāl ñaṅgaḷkkokke aṙiññiḍān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aviḍutte kṛpā varṣam ñaṅgaḷil coriyēṇamē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Shower your grace upon us so that we may know that all is One, all is you alone.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ñaṅgaḷe kāttukoḷḷēṇam kāruṇya-vāridhē bhavān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namaskāram dēvadēva namaskāram parātparā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Protect us, O Ocean of Compassion, O Lord divine. Salutations to you, O Lord of gods, salutations to you, O Supreme transcendent One;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namaskāram cidānandā namaskāram jagatprabhō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dīpasandhānā sandhānā saccidānandā nirmalā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salutations to you, O consciousness and bliss incarnate, salutations to you, O Lord of the Universe. O Light of lights, O Embodiment of existence, consciousness, and bliss, pure one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nārāyaṇā yatīndrā tasmai namō namaḥ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… O Narayana, O Lord of ascetics, I bow again and again unto you…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625</Words>
  <Application>Microsoft Office PowerPoint</Application>
  <PresentationFormat>On-screen Show (4:3)</PresentationFormat>
  <Paragraphs>39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saccinmayā cidākāśa</vt:lpstr>
      <vt:lpstr>saccinmayā cidākāśa-sthitā nitya-sadāśivā vandē’ham sarva pāpaṅgaḷ tīrkkuka kṛpāmbudhē</vt:lpstr>
      <vt:lpstr>sarvēśvara sadākālam kāttu koḷḷuka ñaṅgaḷe satyavum dharmavum nalla bōdhavum nalkaṇam vibhō</vt:lpstr>
      <vt:lpstr>ennum eṅgum viḷaṅgīḍum saccidānandā daivamē maṇṇilum dyōvilum pinne ennilum ninnilum bhavān</vt:lpstr>
      <vt:lpstr>ñaṅgaḷkku vēṇḍat-ellām tannu rakṣiccu nityavum dhanyar-ākkunna ninpādam tanne ñaṅgaḷkku daivatam</vt:lpstr>
      <vt:lpstr>jñānavum jayavum sākṣāl bhānuvum tārajālavum bhūtavum bhāviyum pinne vartamānavum okke nī</vt:lpstr>
      <vt:lpstr>nīyallō dyōvum tējassum nīyallō daivamē niśayum nīyallō kaḍalum kāṫṫum nīyallō dhātriyāyatum</vt:lpstr>
      <vt:lpstr>nī nityam jñānam ānandam nī tanne mōkṣa-rūpavum nī ninde mahimayāl tanne viḷaṅgīḍunnu jagat prabhō</vt:lpstr>
      <vt:lpstr>iravum pakalum sākṣāl mahimāvārnna ninpadam  pukazhttunnu ñaṅgaḷ aṅgaye bhagavāne viḷaṅguka </vt:lpstr>
      <vt:lpstr>jayikkuka jagannātha bhaktavatsalā brahmamē jayikkuka saccidānandā karuṇā-sindhō jayikkuka</vt:lpstr>
      <vt:lpstr>sīmayēṙum nin mahāsāgarē ñaṅgaḷ ākavē muṅgaṇam poṅgaṇam pāpam pōkaṇam ēkaṇam sukham</vt:lpstr>
      <vt:lpstr>daivamē hē dayāsindhō daivamē dīnarakṣakā daivamē ninde kāruṇyam dīrghakālam varēṇamē</vt:lpstr>
      <vt:lpstr>sṛṣṭiccu ñaṅgaḷe pinne rakṣiccu vazhi pōle nī sṛṣṭāvē ninne ōrkkātta duṣṭarēyum kṛpākarāl siṣṭar-ākkēṇamē dēva viṣṭapēśa namōstutē</vt:lpstr>
      <vt:lpstr>anna-vastraṅgaḷum pinne maṇṇil vēṇḍa padārthavum onnum pizha kūḍāte tannīḍunnu vibhō bhavān</vt:lpstr>
      <vt:lpstr>śrī buddhan bhagavān kristu aḷḷā śrī paramēśvaran śrīkṛṣṇan ennī pērōti ninne vāzhttunnu mānavar</vt:lpstr>
      <vt:lpstr>ellām daivam orāḷ ennāl ñaṅgaḷkkokke aṙiññiḍān aviḍutte kṛpā varṣam ñaṅgaḷil coriyēṇamē</vt:lpstr>
      <vt:lpstr>ñaṅgaḷe kāttukoḷḷēṇam kāruṇya-vāridhē bhavān namaskāram dēvadēva namaskāram parātparā</vt:lpstr>
      <vt:lpstr>namaskāram cidānandā namaskāram jagatprabhō dīpasandhānā sandhānā saccidānandā nirmalā</vt:lpstr>
      <vt:lpstr>nārāyaṇā yatīndrā tasmai namō namaḥ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saccinmayā cidākāśa</dc:title>
  <dc:creator>Amrita</dc:creator>
  <cp:lastModifiedBy>Amrita</cp:lastModifiedBy>
  <cp:revision>2</cp:revision>
  <dcterms:created xsi:type="dcterms:W3CDTF">2025-10-12T18:51:27Z</dcterms:created>
  <dcterms:modified xsi:type="dcterms:W3CDTF">2025-10-13T14:40:21Z</dcterms:modified>
</cp:coreProperties>
</file>