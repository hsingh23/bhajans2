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D0699-411C-42C3-8384-B693AC2354F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7678D-ADC2-42E9-A371-3C610ACD30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D0699-411C-42C3-8384-B693AC2354F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7678D-ADC2-42E9-A371-3C610ACD30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D0699-411C-42C3-8384-B693AC2354F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7678D-ADC2-42E9-A371-3C610ACD30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D0699-411C-42C3-8384-B693AC2354F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7678D-ADC2-42E9-A371-3C610ACD30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D0699-411C-42C3-8384-B693AC2354F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7678D-ADC2-42E9-A371-3C610ACD30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D0699-411C-42C3-8384-B693AC2354F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7678D-ADC2-42E9-A371-3C610ACD30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D0699-411C-42C3-8384-B693AC2354F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7678D-ADC2-42E9-A371-3C610ACD30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D0699-411C-42C3-8384-B693AC2354F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7678D-ADC2-42E9-A371-3C610ACD30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D0699-411C-42C3-8384-B693AC2354F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7678D-ADC2-42E9-A371-3C610ACD30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D0699-411C-42C3-8384-B693AC2354F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7678D-ADC2-42E9-A371-3C610ACD30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D0699-411C-42C3-8384-B693AC2354F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7678D-ADC2-42E9-A371-3C610ACD30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D0699-411C-42C3-8384-B693AC2354F0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7678D-ADC2-42E9-A371-3C610ACD301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namma karmaphalava tānuṇḍu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(Kannada)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100" smtClean="0">
                <a:solidFill>
                  <a:srgbClr val="FFFFFF"/>
                </a:solidFill>
                <a:latin typeface="Calibri"/>
              </a:rPr>
              <a:t>namma karmaphalava tānuṇḍu</a:t>
            </a:r>
            <a:br>
              <a:rPr lang="en-US" sz="5100" smtClean="0">
                <a:solidFill>
                  <a:srgbClr val="FFFFFF"/>
                </a:solidFill>
                <a:latin typeface="Calibri"/>
              </a:rPr>
            </a:br>
            <a:r>
              <a:rPr lang="en-US" sz="5100" smtClean="0">
                <a:solidFill>
                  <a:srgbClr val="FFFFFF"/>
                </a:solidFill>
                <a:latin typeface="Calibri"/>
              </a:rPr>
              <a:t>vighna sarisi dāri sugama goḷisuva</a:t>
            </a:r>
            <a:br>
              <a:rPr lang="en-US" sz="5100" smtClean="0">
                <a:solidFill>
                  <a:srgbClr val="FFFFFF"/>
                </a:solidFill>
                <a:latin typeface="Calibri"/>
              </a:rPr>
            </a:br>
            <a:r>
              <a:rPr lang="en-US" sz="5100" smtClean="0">
                <a:solidFill>
                  <a:srgbClr val="FFFFFF"/>
                </a:solidFill>
                <a:latin typeface="Calibri"/>
              </a:rPr>
              <a:t>vighnēśvara ninage jayakāra jaya jayakāra</a:t>
            </a:r>
            <a:endParaRPr lang="en-US" sz="5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O Vighneshwara, you consume our karmaphala, remove the obstacles from our path, and make the way smooth for us to tread—victory to you!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garike sākemba dēvanivanu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He is a God so humble that he accepts even a single blade of Karuga grass as an offering.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bhaktarellarige tṛptiyāgali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To satisfy all his devotees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hasidahoṭṭe bēga tumbali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and to quickly fill every hungry stomach,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endu āśisuta… kaḍubu tindanu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he happily eats the modaka,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gabagabā gabagabā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gabagabā gabagabā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making the sounds gabagaba gabagaba!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vakratuṇḍaniva ēkadandanu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He is the one with the curved trunk and single tusk;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hoṭṭe tumbā kaḍubu tindanu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his belly full, he keeps eating modakas.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nelava kāṇade eḍavi biddanu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Not watching his step, he stumbles and falls to the ground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cauti-candranida kaṇḍu nakkanu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—this was seen by the fourth-day moon,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pakapakā pakapakā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pakapakā pakapakā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who laughed aloud, pakapaka!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ḍumma gaṇapana hoṭṭe nōḍu – hoysa hoysa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Look at big-bellied Ganapa—hoysa hoysa!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tiruvutiruva soṇḍila nōḍu – hoysa hoysa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Look at his swaying trunk—hoysa hoysa!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misukadiruva iliya nōḍu – hoysa hoysa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Look at his steady unmoving mouse—hoysa hoysa!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laḍḍu nōḍu – hoysa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Look at the laddu—hoysa!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kaḍubu nōḍu – hoysa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Look at the modaka—hoysa!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hoṭṭe nōḍu – hoysa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Look at the belly—hoysa!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soṇḍila nōḍu – hoysa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Look at the trunk—hoysa!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iliya nōḍu – hoysa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Look at the mouse—hoysa!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laḍḍu nōḍu – hoysa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Look at the laddu—hoysa!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kaḍubu nōḍu – hoysa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Look at the modaka—hoysa!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261</Words>
  <Application>Microsoft Office PowerPoint</Application>
  <PresentationFormat>On-screen Show (4:3)</PresentationFormat>
  <Paragraphs>45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namma karmaphalava tānuṇḍu</vt:lpstr>
      <vt:lpstr>namma karmaphalava tānuṇḍu vighna sarisi dāri sugama goḷisuva vighnēśvara ninage jayakāra jaya jayakāra</vt:lpstr>
      <vt:lpstr>garike sākemba dēvanivanu</vt:lpstr>
      <vt:lpstr>bhaktarellarige tṛptiyāgali</vt:lpstr>
      <vt:lpstr>hasidahoṭṭe bēga tumbali</vt:lpstr>
      <vt:lpstr>endu āśisuta… kaḍubu tindanu</vt:lpstr>
      <vt:lpstr>gabagabā gabagabā gabagabā gabagabā</vt:lpstr>
      <vt:lpstr>vakratuṇḍaniva ēkadandanu</vt:lpstr>
      <vt:lpstr>hoṭṭe tumbā kaḍubu tindanu</vt:lpstr>
      <vt:lpstr>nelava kāṇade eḍavi biddanu</vt:lpstr>
      <vt:lpstr>cauti-candranida kaṇḍu nakkanu</vt:lpstr>
      <vt:lpstr>pakapakā pakapakā pakapakā pakapakā</vt:lpstr>
      <vt:lpstr>ḍumma gaṇapana hoṭṭe nōḍu – hoysa hoysa</vt:lpstr>
      <vt:lpstr>tiruvutiruva soṇḍila nōḍu – hoysa hoysa</vt:lpstr>
      <vt:lpstr>misukadiruva iliya nōḍu – hoysa hoysa</vt:lpstr>
      <vt:lpstr>laḍḍu nōḍu – hoysa </vt:lpstr>
      <vt:lpstr>kaḍubu nōḍu – hoysa</vt:lpstr>
      <vt:lpstr>hoṭṭe nōḍu – hoysa</vt:lpstr>
      <vt:lpstr>soṇḍila nōḍu – hoysa</vt:lpstr>
      <vt:lpstr>iliya nōḍu – hoysa</vt:lpstr>
      <vt:lpstr>laḍḍu nōḍu – hoysa</vt:lpstr>
      <vt:lpstr>kaḍubu nōḍu – hoysa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namma karmaphalava tānuṇḍu</dc:title>
  <dc:creator>Amrita</dc:creator>
  <cp:lastModifiedBy>Amrita</cp:lastModifiedBy>
  <cp:revision>1</cp:revision>
  <dcterms:created xsi:type="dcterms:W3CDTF">2025-06-20T10:20:22Z</dcterms:created>
  <dcterms:modified xsi:type="dcterms:W3CDTF">2025-06-20T10:22:55Z</dcterms:modified>
</cp:coreProperties>
</file>