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DABAA-3619-42E7-8AA7-8501DE5EED8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57613-E2FA-4966-9B5E-19BE3D50677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malayinai uyarttiya gōkulakkaṇṇā!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malayinai uyarttiya gōkulakkaṇṇā! en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manadine uyarttiḍa tayaṅkuvatēnō?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 of Gokula, who lifted the mountain! Why do you hesitate to raise my mind towards you?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iḷavēnir kālamāy koḍuppavan nīyē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ilayutir kālamāy eḍuppavan nīyē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You are the one who gives in the tender season of early youth and the one who takes away in the ripening season of later years.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koḍuppatum eḍuppatum un līlai tānē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Both the giving and the taking are but your divine play.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 kaṇṇā en mun varuvāyō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dear Kanna, will you come before me?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kuṙunagayāl enaiyum kavarvāyō?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you, with your mischievous smile, steal me away as well?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uḷḷattai vāṭṭiḍum vēdanai tīravē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To heal the pain that withers the heart,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un kuzhal nādattin mellisai pōdumē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soft music of your flute alone is enough.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gītayin nāyakan nī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vēdattin sārattai tantavan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hero of the Gita; you are the one who has given the very essence of the Vedas.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mādhavanē unai nān maṙavēnē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un magimai nānum aṙiyēnē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Madhava, I will never forget you. And yet, I don't fully know your greatness.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 siram sūḍiḍum siṙu mayil tōgaiyāl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form, your head adorned with a small peacock feather,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eṅkaḷin dhyānattin uḷḷoḷi perukumē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deepens the inner light of our meditation.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jñānattin sūriyan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ñālattai oḷira seybavan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You are the sun of wisdom, the one who illumines the whole world.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giridhari…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vanamāli…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Kanna, lifter of Govardhana! O Kanna, the one who wears the garland of the forest!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malayinai uyarttiya gōkulakkaṇṇā!</vt:lpstr>
      <vt:lpstr>malayinai uyarttiya gōkulakkaṇṇā! en manadine uyarttiḍa tayaṅkuvatēnō? </vt:lpstr>
      <vt:lpstr>iḷavēnir kālamāy koḍuppavan nīyē ilayutir kālamāy eḍuppavan nīyē</vt:lpstr>
      <vt:lpstr>koḍuppatum eḍuppatum un līlai tānē</vt:lpstr>
      <vt:lpstr>en kaṇṇā en mun varuvāyō</vt:lpstr>
      <vt:lpstr>kuṙunagayāl enaiyum kavarvāyō? </vt:lpstr>
      <vt:lpstr>uḷḷattai vāṭṭiḍum vēdanai tīravē</vt:lpstr>
      <vt:lpstr>un kuzhal nādattin mellisai pōdumē</vt:lpstr>
      <vt:lpstr>gītayin nāyakan nī vēdattin sārattai tantavan nī</vt:lpstr>
      <vt:lpstr>mādhavanē unai nān maṙavēnē un magimai nānum aṙiyēnē</vt:lpstr>
      <vt:lpstr>un siram sūḍiḍum siṙu mayil tōgaiyāl</vt:lpstr>
      <vt:lpstr>eṅkaḷin dhyānattin uḷḷoḷi perukumē</vt:lpstr>
      <vt:lpstr>jñānattin sūriyan nī ñālattai oḷira seybavan nī</vt:lpstr>
      <vt:lpstr>kaṇṇā giridhari… kaṇṇā vanamāli…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malayinai uyarttiya gōkulakkaṇṇā!</dc:title>
  <dc:creator>Amrita</dc:creator>
  <cp:lastModifiedBy>Amrita</cp:lastModifiedBy>
  <cp:revision>1</cp:revision>
  <dcterms:created xsi:type="dcterms:W3CDTF">2025-09-22T11:32:43Z</dcterms:created>
  <dcterms:modified xsi:type="dcterms:W3CDTF">2025-09-22T11:33:29Z</dcterms:modified>
</cp:coreProperties>
</file>