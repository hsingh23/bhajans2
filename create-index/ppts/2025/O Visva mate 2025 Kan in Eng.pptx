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43107-237A-421E-B8AA-609FC8DF602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B6622-FB49-407B-ADC3-37EA2F0668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viśva-mātē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viśva-mātē ninna sundara-rūpavanu tōrisu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 of the Universe, reveal your radiant form to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ōmkāradalli ondāgiruva amma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who are one with the sacred sound 'Om'—O Divine Mother, let me behold your true form.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viśvamātē – ninna sundara rūpavanu tōrisu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 of the Universe, reveal your radiant form to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janana-maraṇada cakradinda nannanu mēlettu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Divine Mother, lift me beyond the endless cycle of birth and death.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dēvi tāyi dayaviṭṭu nannanu ninnatta karedōyyu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compassionate Mother, I call out to you with longing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nānu… ninna svanta maguvallavēnu?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—am I not your very own child?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dēvi… nannanu ninna divya maḍilallirisikō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Goddess, let me rest in your sacred lap.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nanna hṛdayadalli nī dhruva-tāre nanage dharma mārga tōrisu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my heart, you are the pole star—show me the path of dharma.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nanna manadalli jñāna-dīpavanu beḷagisu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Light the lamp of wisdom within my mind,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nānu… ninna svanta maguvallavēnu?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 Am I not your very own child?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dēvī… nannanu ninna divya-maḍilallirisikō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Goddess, let me rest in your divine lap.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jay mā… jay mā... jay mā… jay 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Mother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ō viśva-mātē</vt:lpstr>
      <vt:lpstr>ō viśva-mātē ninna sundara-rūpavanu tōrisu</vt:lpstr>
      <vt:lpstr>ōmkāradalli ondāgiruva amma</vt:lpstr>
      <vt:lpstr>ō viśvamātē – ninna sundara rūpavanu tōrisu</vt:lpstr>
      <vt:lpstr>janana-maraṇada cakradinda nannanu mēlettu</vt:lpstr>
      <vt:lpstr>ō dēvi tāyi dayaviṭṭu nannanu ninnatta karedōyyu</vt:lpstr>
      <vt:lpstr>nānu… ninna svanta maguvallavēnu? </vt:lpstr>
      <vt:lpstr>dēvi… nannanu ninna divya maḍilallirisikō</vt:lpstr>
      <vt:lpstr>nanna hṛdayadalli nī dhruva-tāre nanage dharma mārga tōrisu</vt:lpstr>
      <vt:lpstr>nanna manadalli jñāna-dīpavanu beḷagisu</vt:lpstr>
      <vt:lpstr>nānu… ninna svanta maguvallavēnu? </vt:lpstr>
      <vt:lpstr>dēvī… nannanu ninna divya-maḍilallirisikō</vt:lpstr>
      <vt:lpstr>jay mā… jay mā... jay mā… jay mā…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ō viśva-mātē</dc:title>
  <dc:creator>Amrita</dc:creator>
  <cp:lastModifiedBy>Amrita</cp:lastModifiedBy>
  <cp:revision>1</cp:revision>
  <dcterms:created xsi:type="dcterms:W3CDTF">2025-06-30T14:03:21Z</dcterms:created>
  <dcterms:modified xsi:type="dcterms:W3CDTF">2025-06-30T14:05:24Z</dcterms:modified>
</cp:coreProperties>
</file>