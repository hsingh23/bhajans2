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1" r:id="rId2"/>
    <p:sldId id="297" r:id="rId3"/>
    <p:sldId id="292" r:id="rId4"/>
    <p:sldId id="295" r:id="rId5"/>
    <p:sldId id="293" r:id="rId6"/>
    <p:sldId id="294" r:id="rId7"/>
    <p:sldId id="29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vardāni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durgā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(Hindi)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vardāni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jaya</a:t>
            </a:r>
            <a:r>
              <a:rPr lang="en-US" sz="6600" dirty="0" smtClean="0"/>
              <a:t> </a:t>
            </a:r>
            <a:r>
              <a:rPr lang="en-US" sz="6600" dirty="0" err="1" smtClean="0"/>
              <a:t>durgā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r>
              <a:rPr lang="en-US" sz="6600" dirty="0" smtClean="0"/>
              <a:t> - </a:t>
            </a:r>
            <a:r>
              <a:rPr lang="en-US" sz="6600" dirty="0" err="1" smtClean="0"/>
              <a:t>bhar</a:t>
            </a:r>
            <a:r>
              <a:rPr lang="en-US" sz="6600" dirty="0" smtClean="0"/>
              <a:t> </a:t>
            </a:r>
            <a:r>
              <a:rPr lang="en-US" sz="6600" dirty="0" err="1" smtClean="0"/>
              <a:t>dō</a:t>
            </a:r>
            <a:r>
              <a:rPr lang="en-US" sz="6600" dirty="0" smtClean="0"/>
              <a:t> man </a:t>
            </a:r>
            <a:r>
              <a:rPr lang="en-US" sz="6600" dirty="0" err="1" smtClean="0"/>
              <a:t>kō</a:t>
            </a:r>
            <a:r>
              <a:rPr lang="en-US" sz="6600" dirty="0" smtClean="0"/>
              <a:t> </a:t>
            </a:r>
            <a:r>
              <a:rPr lang="en-US" sz="6600" dirty="0" err="1" smtClean="0"/>
              <a:t>tumhārē</a:t>
            </a:r>
            <a:r>
              <a:rPr lang="en-US" sz="6600" dirty="0" smtClean="0"/>
              <a:t> </a:t>
            </a:r>
            <a:r>
              <a:rPr lang="en-US" sz="6600" dirty="0" err="1" smtClean="0"/>
              <a:t>ālōk</a:t>
            </a:r>
            <a:r>
              <a:rPr lang="en-US" sz="6600" dirty="0" smtClean="0"/>
              <a:t> </a:t>
            </a:r>
            <a:r>
              <a:rPr lang="en-US" sz="6600" dirty="0" err="1" smtClean="0"/>
              <a:t>sē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Mother, </a:t>
            </a:r>
            <a:r>
              <a:rPr lang="en-US" sz="5400" dirty="0" err="1" smtClean="0">
                <a:solidFill>
                  <a:srgbClr val="FFFF00"/>
                </a:solidFill>
              </a:rPr>
              <a:t>bestower</a:t>
            </a:r>
            <a:r>
              <a:rPr lang="en-US" sz="5400" dirty="0" smtClean="0">
                <a:solidFill>
                  <a:srgbClr val="FFFF00"/>
                </a:solidFill>
              </a:rPr>
              <a:t> of boons, victory to you, O Mother </a:t>
            </a:r>
            <a:r>
              <a:rPr lang="en-US" sz="5400" dirty="0" err="1" smtClean="0">
                <a:solidFill>
                  <a:srgbClr val="FFFF00"/>
                </a:solidFill>
              </a:rPr>
              <a:t>Durga</a:t>
            </a:r>
            <a:r>
              <a:rPr lang="en-US" sz="5400" dirty="0" smtClean="0">
                <a:solidFill>
                  <a:srgbClr val="FFFF00"/>
                </a:solidFill>
              </a:rPr>
              <a:t>! Fill this heart with your divine light, O Mother.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jhūktā</a:t>
            </a:r>
            <a:r>
              <a:rPr lang="en-US" sz="6600" dirty="0" smtClean="0"/>
              <a:t> </a:t>
            </a:r>
            <a:r>
              <a:rPr lang="en-US" sz="6600" dirty="0" err="1" smtClean="0"/>
              <a:t>hai</a:t>
            </a:r>
            <a:r>
              <a:rPr lang="en-US" sz="6600" dirty="0" smtClean="0"/>
              <a:t> </a:t>
            </a:r>
            <a:r>
              <a:rPr lang="en-US" sz="6600" dirty="0" err="1" smtClean="0"/>
              <a:t>caraṇōṅ</a:t>
            </a:r>
            <a:r>
              <a:rPr lang="en-US" sz="6600" dirty="0" smtClean="0"/>
              <a:t> </a:t>
            </a:r>
            <a:r>
              <a:rPr lang="en-US" sz="6600" dirty="0" err="1" smtClean="0"/>
              <a:t>meiṅ</a:t>
            </a:r>
            <a:r>
              <a:rPr lang="en-US" sz="6600" dirty="0" smtClean="0"/>
              <a:t> yah </a:t>
            </a:r>
            <a:r>
              <a:rPr lang="en-US" sz="6600" dirty="0" err="1" smtClean="0"/>
              <a:t>sansār</a:t>
            </a:r>
            <a:r>
              <a:rPr lang="en-US" sz="6600" dirty="0" smtClean="0"/>
              <a:t> - </a:t>
            </a:r>
            <a:r>
              <a:rPr lang="en-US" sz="6600" dirty="0" err="1" smtClean="0"/>
              <a:t>kartī</a:t>
            </a:r>
            <a:r>
              <a:rPr lang="en-US" sz="6600" dirty="0" smtClean="0"/>
              <a:t> </a:t>
            </a:r>
            <a:r>
              <a:rPr lang="en-US" sz="6600" dirty="0" err="1" smtClean="0"/>
              <a:t>hai</a:t>
            </a:r>
            <a:r>
              <a:rPr lang="en-US" sz="6600" dirty="0" smtClean="0"/>
              <a:t> </a:t>
            </a:r>
            <a:r>
              <a:rPr lang="en-US" sz="6600" dirty="0" err="1" smtClean="0"/>
              <a:t>tū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r>
              <a:rPr lang="en-US" sz="6600" dirty="0" smtClean="0"/>
              <a:t> </a:t>
            </a:r>
            <a:r>
              <a:rPr lang="en-US" sz="6600" dirty="0" err="1" smtClean="0"/>
              <a:t>sab</a:t>
            </a:r>
            <a:r>
              <a:rPr lang="en-US" sz="6600" dirty="0" smtClean="0"/>
              <a:t> </a:t>
            </a:r>
            <a:r>
              <a:rPr lang="en-US" sz="6600" dirty="0" err="1" smtClean="0"/>
              <a:t>kā</a:t>
            </a:r>
            <a:r>
              <a:rPr lang="en-US" sz="6600" dirty="0" smtClean="0"/>
              <a:t> </a:t>
            </a:r>
            <a:r>
              <a:rPr lang="en-US" sz="6600" dirty="0" err="1" smtClean="0"/>
              <a:t>uddhār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entire world bows down at your feet, O Mother, and you uplift and liberate all.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nihārō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r>
              <a:rPr lang="en-US" sz="6600" dirty="0" smtClean="0"/>
              <a:t>… </a:t>
            </a:r>
            <a:r>
              <a:rPr lang="en-US" sz="6600" dirty="0" err="1" smtClean="0"/>
              <a:t>āke</a:t>
            </a:r>
            <a:r>
              <a:rPr lang="en-US" sz="6600" dirty="0" smtClean="0"/>
              <a:t> man </a:t>
            </a:r>
            <a:r>
              <a:rPr lang="en-US" sz="6600" dirty="0" err="1" smtClean="0"/>
              <a:t>kō</a:t>
            </a:r>
            <a:r>
              <a:rPr lang="en-US" sz="6600" dirty="0" smtClean="0"/>
              <a:t> </a:t>
            </a:r>
            <a:r>
              <a:rPr lang="en-US" sz="6600" dirty="0" err="1" smtClean="0"/>
              <a:t>āj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miṭā</a:t>
            </a:r>
            <a:r>
              <a:rPr lang="en-US" sz="6600" dirty="0" smtClean="0"/>
              <a:t> </a:t>
            </a:r>
            <a:r>
              <a:rPr lang="en-US" sz="6600" dirty="0" err="1" smtClean="0"/>
              <a:t>dō</a:t>
            </a:r>
            <a:r>
              <a:rPr lang="en-US" sz="6600" dirty="0" smtClean="0"/>
              <a:t> man </a:t>
            </a:r>
            <a:r>
              <a:rPr lang="en-US" sz="6600" dirty="0" err="1" smtClean="0"/>
              <a:t>kā</a:t>
            </a:r>
            <a:r>
              <a:rPr lang="en-US" sz="6600" dirty="0" smtClean="0"/>
              <a:t> </a:t>
            </a:r>
            <a:r>
              <a:rPr lang="en-US" sz="6600" dirty="0" err="1" smtClean="0"/>
              <a:t>andhakār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Look </a:t>
            </a:r>
            <a:r>
              <a:rPr lang="en-US" sz="5400" dirty="0" smtClean="0">
                <a:solidFill>
                  <a:srgbClr val="FFFF00"/>
                </a:solidFill>
              </a:rPr>
              <a:t>upon me today, Mother—come into my heart and dispel the darkness within.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mā</a:t>
            </a:r>
            <a:r>
              <a:rPr lang="en-US" sz="6600" dirty="0" smtClean="0"/>
              <a:t>… ō… </a:t>
            </a:r>
            <a:r>
              <a:rPr lang="en-US" sz="6600" dirty="0" err="1" smtClean="0"/>
              <a:t>mā</a:t>
            </a:r>
            <a:r>
              <a:rPr lang="en-US" sz="6600" dirty="0" smtClean="0"/>
              <a:t>… </a:t>
            </a:r>
            <a:r>
              <a:rPr lang="en-US" sz="6600" dirty="0" err="1" smtClean="0"/>
              <a:t>mā</a:t>
            </a:r>
            <a:r>
              <a:rPr lang="en-US" sz="6600" dirty="0" smtClean="0"/>
              <a:t>… ō… </a:t>
            </a:r>
            <a:r>
              <a:rPr lang="en-US" sz="6600" dirty="0" err="1" smtClean="0"/>
              <a:t>mā</a:t>
            </a:r>
            <a:r>
              <a:rPr lang="en-US" sz="6600" dirty="0" smtClean="0"/>
              <a:t>… - </a:t>
            </a:r>
            <a:r>
              <a:rPr lang="en-US" sz="6600" dirty="0" err="1" smtClean="0"/>
              <a:t>mērī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r>
              <a:rPr lang="en-US" sz="6600" dirty="0" smtClean="0"/>
              <a:t>… 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pyārī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r>
              <a:rPr lang="en-US" sz="6600" dirty="0" smtClean="0"/>
              <a:t>… </a:t>
            </a:r>
            <a:r>
              <a:rPr lang="en-US" sz="6600" dirty="0" err="1" smtClean="0"/>
              <a:t>janani</a:t>
            </a:r>
            <a:r>
              <a:rPr lang="en-US" sz="6600" dirty="0" smtClean="0"/>
              <a:t> </a:t>
            </a:r>
            <a:r>
              <a:rPr lang="en-US" sz="6600" dirty="0" err="1" smtClean="0"/>
              <a:t>mā</a:t>
            </a:r>
            <a:r>
              <a:rPr lang="en-US" sz="6600" dirty="0" smtClean="0"/>
              <a:t>…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O Mother, my Mother, darling Mother…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kartī</a:t>
            </a:r>
            <a:r>
              <a:rPr lang="en-US" sz="6000" dirty="0" smtClean="0"/>
              <a:t> </a:t>
            </a:r>
            <a:r>
              <a:rPr lang="en-US" sz="6000" dirty="0" err="1" smtClean="0"/>
              <a:t>hai</a:t>
            </a:r>
            <a:r>
              <a:rPr lang="en-US" sz="6000" dirty="0" smtClean="0"/>
              <a:t> </a:t>
            </a:r>
            <a:r>
              <a:rPr lang="en-US" sz="6000" dirty="0" err="1" smtClean="0"/>
              <a:t>tū</a:t>
            </a:r>
            <a:r>
              <a:rPr lang="en-US" sz="6000" dirty="0" smtClean="0"/>
              <a:t> </a:t>
            </a:r>
            <a:r>
              <a:rPr lang="en-US" sz="6000" dirty="0" err="1" smtClean="0"/>
              <a:t>kṛpā</a:t>
            </a:r>
            <a:r>
              <a:rPr lang="en-US" sz="6000" dirty="0" smtClean="0"/>
              <a:t> </a:t>
            </a:r>
            <a:r>
              <a:rPr lang="en-US" sz="6000" dirty="0" err="1" smtClean="0"/>
              <a:t>aparampār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tēri</a:t>
            </a:r>
            <a:r>
              <a:rPr lang="en-US" sz="6000" dirty="0" smtClean="0"/>
              <a:t> </a:t>
            </a:r>
            <a:r>
              <a:rPr lang="en-US" sz="6000" dirty="0" err="1" smtClean="0"/>
              <a:t>bhakti</a:t>
            </a:r>
            <a:r>
              <a:rPr lang="en-US" sz="6000" dirty="0" smtClean="0"/>
              <a:t> </a:t>
            </a:r>
            <a:r>
              <a:rPr lang="en-US" sz="6000" dirty="0" err="1" smtClean="0"/>
              <a:t>meiṅ</a:t>
            </a:r>
            <a:r>
              <a:rPr lang="en-US" sz="6000" dirty="0" smtClean="0"/>
              <a:t> </a:t>
            </a:r>
            <a:r>
              <a:rPr lang="en-US" sz="6000" dirty="0" err="1" smtClean="0"/>
              <a:t>magan</a:t>
            </a:r>
            <a:r>
              <a:rPr lang="en-US" sz="6000" dirty="0" smtClean="0"/>
              <a:t> </a:t>
            </a:r>
            <a:r>
              <a:rPr lang="en-US" sz="6000" dirty="0" err="1" smtClean="0"/>
              <a:t>hō</a:t>
            </a:r>
            <a:r>
              <a:rPr lang="en-US" sz="6000" dirty="0" smtClean="0"/>
              <a:t> man </a:t>
            </a:r>
            <a:r>
              <a:rPr lang="en-US" sz="6000" dirty="0" err="1" smtClean="0"/>
              <a:t>mērā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You bestow boundless grace, O Mother, and may my heart remain immersed in your devotion.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śīṣ</a:t>
            </a:r>
            <a:r>
              <a:rPr lang="en-US" sz="6000" dirty="0" smtClean="0"/>
              <a:t> </a:t>
            </a:r>
            <a:r>
              <a:rPr lang="en-US" sz="6000" dirty="0" err="1" smtClean="0"/>
              <a:t>pē</a:t>
            </a:r>
            <a:r>
              <a:rPr lang="en-US" sz="6000" dirty="0" smtClean="0"/>
              <a:t> </a:t>
            </a:r>
            <a:r>
              <a:rPr lang="en-US" sz="6000" dirty="0" err="1" smtClean="0"/>
              <a:t>rakh</a:t>
            </a:r>
            <a:r>
              <a:rPr lang="en-US" sz="6000" dirty="0" smtClean="0"/>
              <a:t> </a:t>
            </a:r>
            <a:r>
              <a:rPr lang="en-US" sz="6000" dirty="0" err="1" smtClean="0"/>
              <a:t>dō</a:t>
            </a:r>
            <a:r>
              <a:rPr lang="en-US" sz="6000" dirty="0" smtClean="0"/>
              <a:t> </a:t>
            </a:r>
            <a:r>
              <a:rPr lang="en-US" sz="6000" dirty="0" err="1" smtClean="0"/>
              <a:t>vardāni</a:t>
            </a:r>
            <a:r>
              <a:rPr lang="en-US" sz="6000" dirty="0" smtClean="0"/>
              <a:t> </a:t>
            </a:r>
            <a:r>
              <a:rPr lang="en-US" sz="6000" dirty="0" err="1" smtClean="0"/>
              <a:t>hāth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karō</a:t>
            </a:r>
            <a:r>
              <a:rPr lang="en-US" sz="6000" dirty="0" smtClean="0"/>
              <a:t> </a:t>
            </a:r>
            <a:r>
              <a:rPr lang="en-US" sz="6000" dirty="0" err="1" smtClean="0"/>
              <a:t>mā</a:t>
            </a:r>
            <a:r>
              <a:rPr lang="en-US" sz="6000" dirty="0" smtClean="0"/>
              <a:t> </a:t>
            </a:r>
            <a:r>
              <a:rPr lang="en-US" sz="6000" dirty="0" err="1" smtClean="0"/>
              <a:t>tum</a:t>
            </a:r>
            <a:r>
              <a:rPr lang="en-US" sz="6000" dirty="0" smtClean="0"/>
              <a:t> </a:t>
            </a:r>
            <a:r>
              <a:rPr lang="en-US" sz="6000" dirty="0" err="1" smtClean="0"/>
              <a:t>karuṇā</a:t>
            </a:r>
            <a:r>
              <a:rPr lang="en-US" sz="6000" dirty="0" smtClean="0"/>
              <a:t> </a:t>
            </a:r>
            <a:r>
              <a:rPr lang="en-US" sz="6000" dirty="0" err="1" smtClean="0"/>
              <a:t>kī</a:t>
            </a:r>
            <a:r>
              <a:rPr lang="en-US" sz="6000" dirty="0" smtClean="0"/>
              <a:t> </a:t>
            </a:r>
            <a:r>
              <a:rPr lang="en-US" sz="6000" dirty="0" err="1" smtClean="0"/>
              <a:t>barsāt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Place </a:t>
            </a:r>
            <a:r>
              <a:rPr lang="en-US" sz="5400" dirty="0" smtClean="0">
                <a:solidFill>
                  <a:srgbClr val="FFFF00"/>
                </a:solidFill>
              </a:rPr>
              <a:t>your boon-giving hand upon my head, Mother, and shower your compassion upon me.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181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vardāni mā jaya jaya durgā mā</vt:lpstr>
      <vt:lpstr>vardāni mā jaya jaya durgā mā - bhar dō man kō tumhārē ālōk sē mā</vt:lpstr>
      <vt:lpstr>jhūktā hai caraṇōṅ meiṅ yah sansār - kartī hai tū mā sab kā uddhār</vt:lpstr>
      <vt:lpstr>nihārō mā… āke man kō āj miṭā dō man kā andhakār</vt:lpstr>
      <vt:lpstr>mā… ō… mā… mā… ō… mā… - mērī mā…  pyārī mā… janani mā…</vt:lpstr>
      <vt:lpstr>kartī hai tū kṛpā aparampār tēri bhakti meiṅ magan hō man mērā</vt:lpstr>
      <vt:lpstr>śīṣ pē rakh dō vardāni hāth karō mā tum karuṇā kī barsāt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2025-05-26T08:26:05Z</dcterms:modified>
</cp:coreProperties>
</file>