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F0DF7-B38C-4080-AA0E-E96CB082BEF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40F03-FF1A-4936-8955-B004F34099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lakṣmi nṛsimha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lakṣmi nṛsimha karuṇākā karālamba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O Lakshmi Narasimha, ocean of compassion and strength, extend your mighty hand to lift up the downtrodden and helpless.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dīnōṅ kō dō apnē kar kā ālamba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your protective grace be the support that steadies those who falter.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sansār kī laharōṅ meiṅ ḍūbā yē man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kṛpā-dṛṣṭi sē dō mujhkō jīvan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This mind, tossed and submerged in the waves of worldly life, longs to live again through your merciful gaze.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nāth kṛpā nidhi, caranōṅ meiṅ śaraṇ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Lord, treasure-house of grace, I surrender at your 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bhav sē pār karō, dō karāvalamba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Carry me across the ocean of becoming—give me your hand to hold, and let it be my support.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lakṣmi nṛsimha…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Lakshmi Narasimha!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jalatē hūē bhay kē van meiṅ khaḍā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tērāhi nām bas sahārā baḍā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stand amidst the burning forest of fear, surrounded on all sides—your name alone is the strength I cling to.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bhakta-vatsal tu trātā bhava-sāgar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protector of your devotees, savior across the sea of worldly existence,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dīna-bandhu mērē dō karāvalamba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friend of the forlorn, reach out and steady me with your hand.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lakṣmi nṛsimha…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Lakshmi Narasimha!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hiraṇyakaśipu kō mārā bankē tukāl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prahlād kē liyē āyā bankē ḍhāl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brought death to the demon Hiranyakashipu and became a shield and refuge for Prahlad.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vaisē hi mujhkō bhī thāmō prabhō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the same way, grasp me also, O Lord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nṛsimha dēva dō karāvalamba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—Narasimha Deva, offer me your supporting hand.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lakṣmi nṛsimha…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Lakshmi Narasimha!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māyā kē bandhan meiṅ jakaṭā hūā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ajñān meiṅ ḍubā bhramit aur thakā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Bound tightly in the snares of illusion, drowned in ignorance, lost and weary, I wander.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satya aur sēvā kā bhāv jagā 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Awaken in me the spirit of truth and selfless service.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jaga prabhō ab dō karāvalamba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 of the universe, now grant me the support of your hand.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Office PowerPoint</Application>
  <PresentationFormat>On-screen Show (4:3)</PresentationFormat>
  <Paragraphs>37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hē lakṣmi nṛsimha</vt:lpstr>
      <vt:lpstr>hē lakṣmi nṛsimha karuṇākā karālamba</vt:lpstr>
      <vt:lpstr>dīnōṅ kō dō apnē kar kā ālamba</vt:lpstr>
      <vt:lpstr>sansār kī laharōṅ meiṅ ḍūbā yē man kṛpā-dṛṣṭi sē dō mujhkō jīvan</vt:lpstr>
      <vt:lpstr>nāth kṛpā nidhi, caranōṅ meiṅ śaraṇ</vt:lpstr>
      <vt:lpstr>bhav sē pār karō, dō karāvalamba</vt:lpstr>
      <vt:lpstr>hē lakṣmi nṛsimha…</vt:lpstr>
      <vt:lpstr>jalatē hūē bhay kē van meiṅ khaḍā tērāhi nām bas sahārā baḍā</vt:lpstr>
      <vt:lpstr>bhakta-vatsal tu trātā bhava-sāgar</vt:lpstr>
      <vt:lpstr>dīna-bandhu mērē dō karāvalamba</vt:lpstr>
      <vt:lpstr>hē lakṣmi nṛsimha…</vt:lpstr>
      <vt:lpstr>hiraṇyakaśipu kō mārā bankē tukāl prahlād kē liyē āyā bankē ḍhāl</vt:lpstr>
      <vt:lpstr>vaisē hi mujhkō bhī thāmō prabhō</vt:lpstr>
      <vt:lpstr>hē nṛsimha dēva dō karāvalamba</vt:lpstr>
      <vt:lpstr>hē lakṣmi nṛsimha…</vt:lpstr>
      <vt:lpstr>māyā kē bandhan meiṅ jakaṭā hūā ajñān meiṅ ḍubā bhramit aur thakā</vt:lpstr>
      <vt:lpstr>satya aur sēvā kā bhāv jagā dē</vt:lpstr>
      <vt:lpstr>hē jaga prabhō ab dō karāvalamba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hē lakṣmi nṛsimha</dc:title>
  <dc:creator>Amrita</dc:creator>
  <cp:lastModifiedBy>Amrita</cp:lastModifiedBy>
  <cp:revision>1</cp:revision>
  <dcterms:created xsi:type="dcterms:W3CDTF">2025-08-06T11:57:44Z</dcterms:created>
  <dcterms:modified xsi:type="dcterms:W3CDTF">2025-08-06T11:58:03Z</dcterms:modified>
</cp:coreProperties>
</file>