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1" d="100"/>
          <a:sy n="111" d="100"/>
        </p:scale>
        <p:origin x="-1628" y="-6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133A366-69CD-4309-AA6E-78A6686DC2C2}" type="datetimeFigureOut">
              <a:rPr lang="en-US" smtClean="0"/>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3E8DA3-4653-4D35-B781-5F3118CD877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133A366-69CD-4309-AA6E-78A6686DC2C2}" type="datetimeFigureOut">
              <a:rPr lang="en-US" smtClean="0"/>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3E8DA3-4653-4D35-B781-5F3118CD877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133A366-69CD-4309-AA6E-78A6686DC2C2}" type="datetimeFigureOut">
              <a:rPr lang="en-US" smtClean="0"/>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3E8DA3-4653-4D35-B781-5F3118CD877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133A366-69CD-4309-AA6E-78A6686DC2C2}" type="datetimeFigureOut">
              <a:rPr lang="en-US" smtClean="0"/>
              <a:t>8/1/2025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3E8DA3-4653-4D35-B781-5F3118CD877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133A366-69CD-4309-AA6E-78A6686DC2C2}" type="datetimeFigureOut">
              <a:rPr lang="en-US" smtClean="0"/>
              <a:t>8/1/2025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3E8DA3-4653-4D35-B781-5F3118CD877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133A366-69CD-4309-AA6E-78A6686DC2C2}" type="datetimeFigureOut">
              <a:rPr lang="en-US" smtClean="0"/>
              <a:t>8/1/2025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3E8DA3-4653-4D35-B781-5F3118CD877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33A366-69CD-4309-AA6E-78A6686DC2C2}" type="datetimeFigureOut">
              <a:rPr lang="en-US" smtClean="0"/>
              <a:t>8/1/2025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3E8DA3-4653-4D35-B781-5F3118CD877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133A366-69CD-4309-AA6E-78A6686DC2C2}" type="datetimeFigureOut">
              <a:rPr lang="en-US" smtClean="0"/>
              <a:t>8/1/2025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3E8DA3-4653-4D35-B781-5F3118CD877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133A366-69CD-4309-AA6E-78A6686DC2C2}" type="datetimeFigureOut">
              <a:rPr lang="en-US" smtClean="0"/>
              <a:t>8/1/2025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3E8DA3-4653-4D35-B781-5F3118CD877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133A366-69CD-4309-AA6E-78A6686DC2C2}" type="datetimeFigureOut">
              <a:rPr lang="en-US" smtClean="0"/>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3E8DA3-4653-4D35-B781-5F3118CD877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133A366-69CD-4309-AA6E-78A6686DC2C2}" type="datetimeFigureOut">
              <a:rPr lang="en-US" smtClean="0"/>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3E8DA3-4653-4D35-B781-5F3118CD877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33A366-69CD-4309-AA6E-78A6686DC2C2}" type="datetimeFigureOut">
              <a:rPr lang="en-US" smtClean="0"/>
              <a:t>8/1/2025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3E8DA3-4653-4D35-B781-5F3118CD877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svarātmikē amba praṇavātmikē</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2025</a:t>
            </a:r>
          </a:p>
          <a:p>
            <a:r>
              <a:rPr lang="en-US" sz="6600" smtClean="0">
                <a:solidFill>
                  <a:srgbClr val="FFFF00"/>
                </a:solidFill>
                <a:latin typeface="Calibri"/>
              </a:rPr>
              <a:t>(Malayalam)</a:t>
            </a:r>
            <a:endParaRPr lang="en-US" sz="6600">
              <a:solidFill>
                <a:srgbClr val="FFFF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300" smtClean="0">
                <a:solidFill>
                  <a:srgbClr val="FFFFFF"/>
                </a:solidFill>
                <a:latin typeface="Calibri"/>
              </a:rPr>
              <a:t>svarātmikē amba praṇavātmikē</a:t>
            </a:r>
            <a:br>
              <a:rPr lang="en-US" sz="6300" smtClean="0">
                <a:solidFill>
                  <a:srgbClr val="FFFFFF"/>
                </a:solidFill>
                <a:latin typeface="Calibri"/>
              </a:rPr>
            </a:br>
            <a:r>
              <a:rPr lang="en-US" sz="6300" smtClean="0">
                <a:solidFill>
                  <a:srgbClr val="FFFFFF"/>
                </a:solidFill>
                <a:latin typeface="Calibri"/>
              </a:rPr>
              <a:t>ānanda-sundara nādātmikē</a:t>
            </a:r>
            <a:endParaRPr lang="en-US" sz="63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300" smtClean="0">
                <a:solidFill>
                  <a:srgbClr val="FFFF00"/>
                </a:solidFill>
                <a:latin typeface="Calibri"/>
              </a:rPr>
              <a:t>Mother! You are the vital essence of sound, the personification of the sacred syllable Om. You are the blissful, radiant soul of Nada, that dynamic, primordial vibration from which all creation arises.</a:t>
            </a:r>
            <a:endParaRPr lang="en-US" sz="4300">
              <a:solidFill>
                <a:srgbClr val="FFFF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800" smtClean="0">
                <a:solidFill>
                  <a:srgbClr val="FFFFFF"/>
                </a:solidFill>
                <a:latin typeface="Calibri"/>
              </a:rPr>
              <a:t>amṛtātmikē amba prēmātmikē</a:t>
            </a:r>
            <a:br>
              <a:rPr lang="en-US" sz="5800" smtClean="0">
                <a:solidFill>
                  <a:srgbClr val="FFFFFF"/>
                </a:solidFill>
                <a:latin typeface="Calibri"/>
              </a:rPr>
            </a:br>
            <a:r>
              <a:rPr lang="en-US" sz="5800" smtClean="0">
                <a:solidFill>
                  <a:srgbClr val="FFFFFF"/>
                </a:solidFill>
                <a:latin typeface="Calibri"/>
              </a:rPr>
              <a:t>śuddha-svarūpē paramātmikē</a:t>
            </a:r>
            <a:endParaRPr lang="en-US" sz="58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000" smtClean="0">
                <a:solidFill>
                  <a:srgbClr val="FFFF00"/>
                </a:solidFill>
                <a:latin typeface="Calibri"/>
              </a:rPr>
              <a:t>Mother, you are the true Self within all beings, the embodiment of pure love, the essence of purity, the Supreme Self.</a:t>
            </a:r>
            <a:endParaRPr lang="en-US" sz="5000">
              <a:solidFill>
                <a:srgbClr val="FFFF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sapta-svaraṅgaḷ layikkum svarūpiṇī</a:t>
            </a:r>
            <a:br>
              <a:rPr lang="en-US" sz="6600" smtClean="0">
                <a:solidFill>
                  <a:srgbClr val="FFFFFF"/>
                </a:solidFill>
                <a:latin typeface="Calibri"/>
              </a:rPr>
            </a:br>
            <a:r>
              <a:rPr lang="en-US" sz="6600" smtClean="0">
                <a:solidFill>
                  <a:srgbClr val="FFFFFF"/>
                </a:solidFill>
                <a:latin typeface="Calibri"/>
              </a:rPr>
              <a:t>saṅgīta-vartini sarasvati</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In you, the seven notes of music merge and dissolve. You are Saraswati, the giver of music</a:t>
            </a:r>
            <a:endParaRPr lang="en-US" sz="5600">
              <a:solidFill>
                <a:srgbClr val="FFFF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ātmāvil unmāda bhāvam uṇarttunna</a:t>
            </a:r>
            <a:br>
              <a:rPr lang="en-US" sz="6600" smtClean="0">
                <a:solidFill>
                  <a:srgbClr val="FFFFFF"/>
                </a:solidFill>
                <a:latin typeface="Calibri"/>
              </a:rPr>
            </a:br>
            <a:r>
              <a:rPr lang="en-US" sz="6600" smtClean="0">
                <a:solidFill>
                  <a:srgbClr val="FFFFFF"/>
                </a:solidFill>
                <a:latin typeface="Calibri"/>
              </a:rPr>
              <a:t>ōmkāra-rūpiṇī sarasvatī</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—the divine form of the primordial Omkara, who awakens boundless joy within the inner self.</a:t>
            </a:r>
            <a:endParaRPr lang="en-US" sz="5600">
              <a:solidFill>
                <a:srgbClr val="FFFF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mānava-mānasam dīptam ākkīḍunna</a:t>
            </a:r>
            <a:br>
              <a:rPr lang="en-US" sz="6600" smtClean="0">
                <a:solidFill>
                  <a:srgbClr val="FFFFFF"/>
                </a:solidFill>
                <a:latin typeface="Calibri"/>
              </a:rPr>
            </a:br>
            <a:r>
              <a:rPr lang="en-US" sz="6600" smtClean="0">
                <a:solidFill>
                  <a:srgbClr val="FFFFFF"/>
                </a:solidFill>
                <a:latin typeface="Calibri"/>
              </a:rPr>
              <a:t>jñāna-pradāyinī sarasvatī</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300" smtClean="0">
                <a:solidFill>
                  <a:srgbClr val="FFFF00"/>
                </a:solidFill>
                <a:latin typeface="Calibri"/>
              </a:rPr>
              <a:t>O Saraswati, you illumine the human mind by bestowing true knowledge.</a:t>
            </a:r>
            <a:endParaRPr lang="en-US" sz="6300">
              <a:solidFill>
                <a:srgbClr val="FFFF0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vaikharī-nādamāy uḷḷil uṇarunna</a:t>
            </a:r>
            <a:br>
              <a:rPr lang="en-US" sz="6600" smtClean="0">
                <a:solidFill>
                  <a:srgbClr val="FFFFFF"/>
                </a:solidFill>
                <a:latin typeface="Calibri"/>
              </a:rPr>
            </a:br>
            <a:r>
              <a:rPr lang="en-US" sz="6600" smtClean="0">
                <a:solidFill>
                  <a:srgbClr val="FFFFFF"/>
                </a:solidFill>
                <a:latin typeface="Calibri"/>
              </a:rPr>
              <a:t>vāgīśvarī dēvī sarasvatī</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You are Vagishwari, goddess of eloquence, who arises within us as intelligent and articulate speech.</a:t>
            </a:r>
            <a:endParaRPr lang="en-US" sz="5600">
              <a:solidFill>
                <a:srgbClr val="FFFF00"/>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100" smtClean="0">
                <a:solidFill>
                  <a:srgbClr val="FFFFFF"/>
                </a:solidFill>
                <a:latin typeface="Calibri"/>
              </a:rPr>
              <a:t>nādāmbikē amba vēdāmbikē</a:t>
            </a:r>
            <a:br>
              <a:rPr lang="en-US" sz="6100" smtClean="0">
                <a:solidFill>
                  <a:srgbClr val="FFFFFF"/>
                </a:solidFill>
                <a:latin typeface="Calibri"/>
              </a:rPr>
            </a:br>
            <a:r>
              <a:rPr lang="en-US" sz="6100" smtClean="0">
                <a:solidFill>
                  <a:srgbClr val="FFFFFF"/>
                </a:solidFill>
                <a:latin typeface="Calibri"/>
              </a:rPr>
              <a:t>vidyā-pradāyini jagadambikē</a:t>
            </a:r>
            <a:endParaRPr lang="en-US" sz="61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200" smtClean="0">
                <a:solidFill>
                  <a:srgbClr val="FFFF00"/>
                </a:solidFill>
                <a:latin typeface="Calibri"/>
              </a:rPr>
              <a:t>Mother, you are Music, you are the Vedas, you are Jagadambika, the Mother of this universe who grants us the highest knowledge.</a:t>
            </a:r>
            <a:endParaRPr lang="en-US" sz="5200">
              <a:solidFill>
                <a:srgbClr val="FFFF00"/>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mṛdu-bhāṣiṇī amba mṛdu-hāsinī</a:t>
            </a:r>
            <a:br>
              <a:rPr lang="en-US" sz="6600" smtClean="0">
                <a:solidFill>
                  <a:srgbClr val="FFFFFF"/>
                </a:solidFill>
                <a:latin typeface="Calibri"/>
              </a:rPr>
            </a:br>
            <a:r>
              <a:rPr lang="en-US" sz="6600" smtClean="0">
                <a:solidFill>
                  <a:srgbClr val="FFFFFF"/>
                </a:solidFill>
                <a:latin typeface="Calibri"/>
              </a:rPr>
              <a:t>varadāyinī dēvī amṛtēśvarī</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O immortal Goddess, your speech is gentle, your smile tender, you bestow your blessings and grace upon us.</a:t>
            </a:r>
            <a:endParaRPr lang="en-US" sz="5600">
              <a:solidFill>
                <a:srgbClr val="FFFF00"/>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211</Words>
  <Application>Microsoft Office PowerPoint</Application>
  <PresentationFormat>On-screen Show (4:3)</PresentationFormat>
  <Paragraphs>19</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svarātmikē amba praṇavātmikē</vt:lpstr>
      <vt:lpstr>svarātmikē amba praṇavātmikē ānanda-sundara nādātmikē</vt:lpstr>
      <vt:lpstr>amṛtātmikē amba prēmātmikē śuddha-svarūpē paramātmikē</vt:lpstr>
      <vt:lpstr>sapta-svaraṅgaḷ layikkum svarūpiṇī saṅgīta-vartini sarasvati</vt:lpstr>
      <vt:lpstr>ātmāvil unmāda bhāvam uṇarttunna ōmkāra-rūpiṇī sarasvatī</vt:lpstr>
      <vt:lpstr>mānava-mānasam dīptam ākkīḍunna jñāna-pradāyinī sarasvatī</vt:lpstr>
      <vt:lpstr>vaikharī-nādamāy uḷḷil uṇarunna vāgīśvarī dēvī sarasvatī</vt:lpstr>
      <vt:lpstr>nādāmbikē amba vēdāmbikē vidyā-pradāyini jagadambikē</vt:lpstr>
      <vt:lpstr>mṛdu-bhāṣiṇī amba mṛdu-hāsinī varadāyinī dēvī amṛtēśvarī</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svarātmikē amba praṇavātmikē</dc:title>
  <dc:creator>Amrita</dc:creator>
  <cp:lastModifiedBy>Amrita</cp:lastModifiedBy>
  <cp:revision>1</cp:revision>
  <dcterms:created xsi:type="dcterms:W3CDTF">2025-08-01T17:35:18Z</dcterms:created>
  <dcterms:modified xsi:type="dcterms:W3CDTF">2025-08-01T17:35:39Z</dcterms:modified>
</cp:coreProperties>
</file>