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30161-28C4-4506-9A9A-965D3095338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5116B-3367-4D26-8C51-D0150410B31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nīla-vihāyasin vyāptiyilō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nīla-vihāyasin vyāptiyilō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nīla-niśīthini cārutayilō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In the vastness of the deep blue sky, in the beauty of the dark and silent night,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nabhasin nakṣatra-pūrṇimayilō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nāthē nin prēma-svarūpam…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in the star-strewn glow of the full moon’s light—O sovereign of the universe, are these not but manifestations of your boundless love?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nāthē nin prēma-svarūpam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are these not but manifestations of your boundless love?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arṇṇavattin praśāntiyilō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ārttirambīḍum alamālayilō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the serenity of the tranquil sea, in the roar of its untamed waves,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āzhakkaḍalin samṛddhiyilō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ādima-nādattin āndōḷanam… 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āndōḷanam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abundance of the deep blue ocean—do we not hear your movement, the primal sound of creation?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vasundharā-mātāvin kṣāntiyilō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vṛkṣa-sasyādikaḷin kuḷirmayilō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In Mother Earth's enduring grace, in the coolness of trees and green, living flora,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vindhyādi-parvata prauḍhiyilō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vāṇu-viḷaṅgum nin vaibhavaṅgaḷ… vaibhavaṅgaḷ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grandeur of mountains like the Vindhyas—is it there that your resplendent glory shines?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satyam śivam sundaram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saccidānanda-bhāvam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You are truth, auspiciousness and beauty, you are existence, consciousness and bliss.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159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nīla-vihāyasin vyāptiyilō</vt:lpstr>
      <vt:lpstr>nīla-vihāyasin vyāptiyilō nīla-niśīthini cārutayilō</vt:lpstr>
      <vt:lpstr>nabhasin nakṣatra-pūrṇimayilō nāthē nin prēma-svarūpam…</vt:lpstr>
      <vt:lpstr>nāthē nin prēma-svarūpam</vt:lpstr>
      <vt:lpstr>arṇṇavattin praśāntiyilō ārttirambīḍum alamālayilō</vt:lpstr>
      <vt:lpstr>āzhakkaḍalin samṛddhiyilō ādima-nādattin āndōḷanam…  āndōḷanam</vt:lpstr>
      <vt:lpstr>vasundharā-mātāvin kṣāntiyilō vṛkṣa-sasyādikaḷin kuḷirmayilō</vt:lpstr>
      <vt:lpstr>vindhyādi-parvata prauḍhiyilō vāṇu-viḷaṅgum nin vaibhavaṅgaḷ… vaibhavaṅgaḷ</vt:lpstr>
      <vt:lpstr>satyam śivam sundaram  saccidānanda-bhāvam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nīla-vihāyasin vyāptiyilō</dc:title>
  <dc:creator>Amrita</dc:creator>
  <cp:lastModifiedBy>Amrita</cp:lastModifiedBy>
  <cp:revision>2</cp:revision>
  <dcterms:created xsi:type="dcterms:W3CDTF">2025-07-25T10:37:46Z</dcterms:created>
  <dcterms:modified xsi:type="dcterms:W3CDTF">2025-07-25T10:51:52Z</dcterms:modified>
</cp:coreProperties>
</file>