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9B658-043C-41B1-84A5-20D9665B5F7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F7CCD-2671-4AD7-8B3B-DC626D17BB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māyālōkada marubhūmiyali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māyālōkada marubhūmiyali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aleyutihe andhakāra jāladi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the arid desert of this illusory world, I wander amidst a dark web of ignorance.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śivanē ajñāna timirava nīgisi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jñāna-jyōti beḷagisu hṛdayadi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Shiva, remove the cataract of delusion and kindle the light of knowledge in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ādiśivana kaṭākṣava nīḍi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mōha-mēghada mañju karagisi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Lord Shiva’s compassionate gaze falls upon us, the fog of delusion melts away like dew.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sōhaṁ emba sūryanu udisi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bhinnavalla nānu endu tiḷisiri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May the sun of soham (‘I am That’) dawn within me — please help me realize the truth that I am not separate.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sōham śivōham (2)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That, I am Shiva…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nijavannu maretu anyava nōḍi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manavu silukide bhava-bandhanadi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We have forgotten the Truth and perceive only duality. The mind is ensnared by worldly bonds.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śiva mahānāma sāgarava harisi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munnaḍēsu nanna mōkṣa mārgadi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May the ocean of Shiva’s great name flow through me and guide me onward on the path to liberation.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māyālōkada marubhūmiyali</vt:lpstr>
      <vt:lpstr>māyālōkada marubhūmiyali aleyutihe andhakāra jāladi</vt:lpstr>
      <vt:lpstr>śivanē ajñāna timirava nīgisi jñāna-jyōti beḷagisu hṛdayadi</vt:lpstr>
      <vt:lpstr>ādiśivana kaṭākṣava nīḍi mōha-mēghada mañju karagisi</vt:lpstr>
      <vt:lpstr>sōhaṁ emba sūryanu udisi bhinnavalla nānu endu tiḷisiri</vt:lpstr>
      <vt:lpstr>sōham śivōham (2) </vt:lpstr>
      <vt:lpstr>nijavannu maretu anyava nōḍi manavu silukide bhava-bandhanadi</vt:lpstr>
      <vt:lpstr>śiva mahānāma sāgarava harisi munnaḍēsu nanna mōkṣa mārgadi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māyālōkada marubhūmiyali</dc:title>
  <dc:creator>Amrita</dc:creator>
  <cp:lastModifiedBy>Amrita</cp:lastModifiedBy>
  <cp:revision>1</cp:revision>
  <dcterms:created xsi:type="dcterms:W3CDTF">2025-06-24T06:09:32Z</dcterms:created>
  <dcterms:modified xsi:type="dcterms:W3CDTF">2025-06-24T06:11:11Z</dcterms:modified>
</cp:coreProperties>
</file>