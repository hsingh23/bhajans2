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8DD6A-D0DC-4503-8F0C-466FB57343E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DA149-17E5-4416-AB11-A089268C882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 manass-amma tan pūvāḍi ākki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 manass-amma tan pūvāḍi ākki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ennammē atilēkk-ezhunnaḷḷaṇē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Mother! Make my mind a garden of flowers, and dwell within it as your sacred abode.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puñciri-pūnilāvil kuḷicc-en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citta-mālinyam nīṅgiḍaṇē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the impurities of my thoughts dissolve, bathed in the moonlight of your radiant smile.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ajñānam ākunna māyayil peṭṭu ñān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kaṇṇunīr-āzhiyil muṅgi ammē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I am lost in ignorance, ensnared by your divine illusion, drowning in a sea of sorrow and tears.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ammayām sūryan udicc-uyarnnilleṅkil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ī janmam ammē vṛthāvil ākum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If you, the divine sun, do not rise within my heart, this life will have been lived in vain.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satya-svarūpīṇi sūrya-tējasvini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ammē en hṛttil viḷaṅgēṇamē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you are the embodiment of truth, the brilliance of the sun.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kāruṇya-tīrttham pozhicc-en hṛdayattil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jñāna-prakāśam teḷikkēṇamē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Come, illumine the depths of my heart; let the holy waters of compassion flow within and awaken the radiant light of true knowledge.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tāvaka nāmamām tōṇi tuzhaññu ñān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samsāra-sāgarē nīṅgiḍunnu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 row the boat of your sacred name across the ocean of samsara.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kāṫṫilum kōḷilum peṭṭ-uzhannīḍāte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śrīpāda-padmattil cēṛttīḍaṇē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do not let me be swept away by tempests and fierce winds. Guide me safely to the haven of your lotus 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en manass-amma tan pūvāḍi ākki</vt:lpstr>
      <vt:lpstr>en manass-amma tan pūvāḍi ākki ennammē atilēkk-ezhunnaḷḷaṇē</vt:lpstr>
      <vt:lpstr>amma tan puñciri-pūnilāvil kuḷicc-en citta-mālinyam nīṅgiḍaṇē</vt:lpstr>
      <vt:lpstr>ajñānam ākunna māyayil peṭṭu ñān kaṇṇunīr-āzhiyil muṅgi ammē</vt:lpstr>
      <vt:lpstr>ammayām sūryan udicc-uyarnnilleṅkil ī janmam ammē vṛthāvil ākum</vt:lpstr>
      <vt:lpstr>satya-svarūpīṇi sūrya-tējasvini ammē en hṛttil viḷaṅgēṇamē</vt:lpstr>
      <vt:lpstr>kāruṇya-tīrttham pozhicc-en hṛdayattil jñāna-prakāśam teḷikkēṇamē</vt:lpstr>
      <vt:lpstr>tāvaka nāmamām tōṇi tuzhaññu ñān samsāra-sāgarē nīṅgiḍunnu</vt:lpstr>
      <vt:lpstr>kāṫṫilum kōḷilum peṭṭ-uzhannīḍāte śrīpāda-padmattil cēṛttīḍaṇē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manass-amma tan pūvāḍi ākki</dc:title>
  <dc:creator>Amrita</dc:creator>
  <cp:lastModifiedBy>Amrita</cp:lastModifiedBy>
  <cp:revision>1</cp:revision>
  <dcterms:created xsi:type="dcterms:W3CDTF">2025-06-24T06:15:44Z</dcterms:created>
  <dcterms:modified xsi:type="dcterms:W3CDTF">2025-06-24T06:16:51Z</dcterms:modified>
</cp:coreProperties>
</file>