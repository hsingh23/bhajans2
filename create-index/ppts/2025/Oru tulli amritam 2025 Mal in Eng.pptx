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795D-83E7-469C-BA80-7CFE657FBD63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3866-E77D-4BC8-B6A2-86A7FE4B70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795D-83E7-469C-BA80-7CFE657FBD63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3866-E77D-4BC8-B6A2-86A7FE4B70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795D-83E7-469C-BA80-7CFE657FBD63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3866-E77D-4BC8-B6A2-86A7FE4B70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795D-83E7-469C-BA80-7CFE657FBD63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3866-E77D-4BC8-B6A2-86A7FE4B70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795D-83E7-469C-BA80-7CFE657FBD63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3866-E77D-4BC8-B6A2-86A7FE4B70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795D-83E7-469C-BA80-7CFE657FBD63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3866-E77D-4BC8-B6A2-86A7FE4B70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795D-83E7-469C-BA80-7CFE657FBD63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3866-E77D-4BC8-B6A2-86A7FE4B70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795D-83E7-469C-BA80-7CFE657FBD63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3866-E77D-4BC8-B6A2-86A7FE4B70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795D-83E7-469C-BA80-7CFE657FBD63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3866-E77D-4BC8-B6A2-86A7FE4B70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795D-83E7-469C-BA80-7CFE657FBD63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3866-E77D-4BC8-B6A2-86A7FE4B70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795D-83E7-469C-BA80-7CFE657FBD63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3866-E77D-4BC8-B6A2-86A7FE4B70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2795D-83E7-469C-BA80-7CFE657FBD63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3866-E77D-4BC8-B6A2-86A7FE4B701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oru tuḷḷi-amṛtam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oru tuḷḷi-amṛtam nalkīḍuvān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tiruvuḷḷattil kaniv-ēkumō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Mother! Will you have the compassion to grant me a drop of nectar?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mativiṭṭu maruvunna mānasa-bhṛṅgattinu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madhuram tellu nalki aṇaccīḍumō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honeybee of my mind, wandering in delusion, may it be drawn near by a single drop of your sweetness.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rāgamēgha śūnyamāya vānil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nīla-varṇamāy amma vann-aṇayavē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In the inner sky, free from the clouds of desire, Mother, you appear as infinite blue.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śyāma pādaṅgaḷām nīla-padmaṅgaḷ en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hṛddēśśa viḍarnnīḍumē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Then, the blue lotuses of your radiant feet blossom within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manaḥ-bhṛṅgam madhu nukarnnīḍavē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ennēkkum pādē vilayiccīḍān 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As the honeybee of my heart drinks of your nectar, may I be absorbed in the radiance of your smile.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pūntiṅkaḷ pālōḷi tūkiḍaṇē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daḷaṅgaḷ kūmbi tuṇaccīḍaṇē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Close the petals of your lotus feet, and shelter me there forever.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oru tuḷḷi-amṛtam</vt:lpstr>
      <vt:lpstr>oru tuḷḷi-amṛtam nalkīḍuvān tiruvuḷḷattil kaniv-ēkumō</vt:lpstr>
      <vt:lpstr>mativiṭṭu maruvunna mānasa-bhṛṅgattinu madhuram tellu nalki aṇaccīḍumō</vt:lpstr>
      <vt:lpstr>rāgamēgha śūnyamāya vānil nīla-varṇamāy amma vann-aṇayavē</vt:lpstr>
      <vt:lpstr>śyāma pādaṅgaḷām nīla-padmaṅgaḷ en hṛddēśśa viḍarnnīḍumē</vt:lpstr>
      <vt:lpstr>manaḥ-bhṛṅgam madhu nukarnnīḍavē ennēkkum pādē vilayiccīḍān </vt:lpstr>
      <vt:lpstr>pūntiṅkaḷ pālōḷi tūkiḍaṇē daḷaṅgaḷ kūmbi tuṇaccīḍaṇē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oru tuḷḷi-amṛtam</dc:title>
  <dc:creator>Amrita</dc:creator>
  <cp:lastModifiedBy>Amrita</cp:lastModifiedBy>
  <cp:revision>1</cp:revision>
  <dcterms:created xsi:type="dcterms:W3CDTF">2025-09-03T12:39:03Z</dcterms:created>
  <dcterms:modified xsi:type="dcterms:W3CDTF">2025-09-03T12:39:31Z</dcterms:modified>
</cp:coreProperties>
</file>