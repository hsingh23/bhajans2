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91" r:id="rId2"/>
    <p:sldId id="299" r:id="rId3"/>
    <p:sldId id="298" r:id="rId4"/>
    <p:sldId id="292" r:id="rId5"/>
    <p:sldId id="293" r:id="rId6"/>
    <p:sldId id="300" r:id="rId7"/>
    <p:sldId id="296" r:id="rId8"/>
    <p:sldId id="294" r:id="rId9"/>
    <p:sldId id="301" r:id="rId10"/>
    <p:sldId id="297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7" autoAdjust="0"/>
    <p:restoredTop sz="86441" autoAdjust="0"/>
  </p:normalViewPr>
  <p:slideViewPr>
    <p:cSldViewPr>
      <p:cViewPr varScale="1">
        <p:scale>
          <a:sx n="85" d="100"/>
          <a:sy n="85" d="100"/>
        </p:scale>
        <p:origin x="-1234" y="-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62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1776F-C5E4-4D79-8409-3173ED07A66F}" type="datetimeFigureOut">
              <a:rPr lang="en-US" smtClean="0"/>
              <a:pPr/>
              <a:t>19-Jul-2025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84ED3-0A26-466E-9119-AEC6D927E7C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jaya</a:t>
            </a:r>
            <a:r>
              <a:rPr lang="en-US" sz="6600" dirty="0" smtClean="0"/>
              <a:t> </a:t>
            </a:r>
            <a:r>
              <a:rPr lang="en-US" sz="6600" dirty="0" err="1" smtClean="0"/>
              <a:t>śiva</a:t>
            </a:r>
            <a:r>
              <a:rPr lang="en-US" sz="6600" dirty="0" smtClean="0"/>
              <a:t> </a:t>
            </a:r>
            <a:r>
              <a:rPr lang="en-US" sz="6600" dirty="0" err="1" smtClean="0"/>
              <a:t>śaṅkara</a:t>
            </a:r>
            <a:r>
              <a:rPr lang="en-US" sz="6600" dirty="0" smtClean="0"/>
              <a:t> </a:t>
            </a:r>
            <a:r>
              <a:rPr lang="en-US" sz="6600" dirty="0" err="1" smtClean="0"/>
              <a:t>mahēśanē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2025</a:t>
            </a:r>
          </a:p>
          <a:p>
            <a:pPr algn="ctr"/>
            <a:r>
              <a:rPr lang="en-IN" sz="6600" dirty="0" smtClean="0">
                <a:solidFill>
                  <a:srgbClr val="FFFF00"/>
                </a:solidFill>
              </a:rPr>
              <a:t>(Kannada)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jaya</a:t>
            </a:r>
            <a:r>
              <a:rPr lang="en-US" sz="6600" dirty="0" smtClean="0"/>
              <a:t> </a:t>
            </a:r>
            <a:r>
              <a:rPr lang="en-US" sz="6600" dirty="0" err="1" smtClean="0"/>
              <a:t>śiva</a:t>
            </a:r>
            <a:r>
              <a:rPr lang="en-US" sz="6600" dirty="0" smtClean="0"/>
              <a:t> </a:t>
            </a:r>
            <a:r>
              <a:rPr lang="en-US" sz="6600" dirty="0" err="1" smtClean="0"/>
              <a:t>śaṅkara</a:t>
            </a:r>
            <a:r>
              <a:rPr lang="en-US" sz="6600" dirty="0" smtClean="0"/>
              <a:t> </a:t>
            </a:r>
            <a:r>
              <a:rPr lang="en-US" sz="6600" dirty="0" err="1" smtClean="0"/>
              <a:t>mahēśanē</a:t>
            </a:r>
            <a:r>
              <a:rPr lang="en-US" sz="6600" dirty="0" smtClean="0"/>
              <a:t/>
            </a:r>
            <a:br>
              <a:rPr lang="en-US" sz="6600" dirty="0" smtClean="0"/>
            </a:br>
            <a:r>
              <a:rPr lang="en-US" sz="6600" dirty="0" err="1" smtClean="0"/>
              <a:t>karuṇēya</a:t>
            </a:r>
            <a:r>
              <a:rPr lang="en-US" sz="6600" dirty="0" smtClean="0"/>
              <a:t> </a:t>
            </a:r>
            <a:r>
              <a:rPr lang="en-US" sz="6600" dirty="0" err="1" smtClean="0"/>
              <a:t>toru</a:t>
            </a:r>
            <a:r>
              <a:rPr lang="en-US" sz="6600" dirty="0" smtClean="0"/>
              <a:t> </a:t>
            </a:r>
            <a:r>
              <a:rPr lang="en-US" sz="6600" dirty="0" err="1" smtClean="0"/>
              <a:t>sadāśivanē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Hail </a:t>
            </a:r>
            <a:r>
              <a:rPr lang="en-US" sz="6600" dirty="0" err="1" smtClean="0">
                <a:solidFill>
                  <a:srgbClr val="FFFF00"/>
                </a:solidFill>
              </a:rPr>
              <a:t>Śaṅkara</a:t>
            </a:r>
            <a:r>
              <a:rPr lang="en-US" sz="6600" dirty="0" smtClean="0">
                <a:solidFill>
                  <a:srgbClr val="FFFF00"/>
                </a:solidFill>
              </a:rPr>
              <a:t>, the great Lord! O </a:t>
            </a:r>
            <a:r>
              <a:rPr lang="en-US" sz="6600" dirty="0" err="1" smtClean="0">
                <a:solidFill>
                  <a:srgbClr val="FFFF00"/>
                </a:solidFill>
              </a:rPr>
              <a:t>Sadāśiva</a:t>
            </a:r>
            <a:r>
              <a:rPr lang="en-US" sz="6600" dirty="0" smtClean="0">
                <a:solidFill>
                  <a:srgbClr val="FFFF00"/>
                </a:solidFill>
              </a:rPr>
              <a:t>, have mercy on us. 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bhava</a:t>
            </a:r>
            <a:r>
              <a:rPr lang="en-US" sz="6000" dirty="0" smtClean="0"/>
              <a:t> </a:t>
            </a:r>
            <a:r>
              <a:rPr lang="en-US" sz="6000" dirty="0" err="1" smtClean="0"/>
              <a:t>samsāradi</a:t>
            </a:r>
            <a:r>
              <a:rPr lang="en-US" sz="6000" dirty="0" smtClean="0"/>
              <a:t> 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baḷali</a:t>
            </a:r>
            <a:r>
              <a:rPr lang="en-US" sz="6000" dirty="0" smtClean="0"/>
              <a:t> </a:t>
            </a:r>
            <a:r>
              <a:rPr lang="en-US" sz="6000" dirty="0" err="1" smtClean="0"/>
              <a:t>toḷalide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rakṣaṇa</a:t>
            </a:r>
            <a:r>
              <a:rPr lang="en-US" sz="6000" dirty="0" smtClean="0"/>
              <a:t> </a:t>
            </a:r>
            <a:r>
              <a:rPr lang="en-US" sz="6000" dirty="0" err="1" smtClean="0"/>
              <a:t>nīḍu</a:t>
            </a:r>
            <a:r>
              <a:rPr lang="en-US" sz="6000" dirty="0" smtClean="0"/>
              <a:t> </a:t>
            </a:r>
            <a:r>
              <a:rPr lang="en-US" sz="6000" dirty="0" err="1" smtClean="0"/>
              <a:t>jaṭhādharanē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800" dirty="0" smtClean="0">
                <a:solidFill>
                  <a:srgbClr val="FFFF00"/>
                </a:solidFill>
              </a:rPr>
              <a:t>We are exhausted by the struggles in the ocean of transmigration and are about to drown. O Lord with matted hair, please protect us.</a:t>
            </a:r>
            <a:endParaRPr lang="en-US" sz="48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7200" dirty="0" err="1" smtClean="0"/>
              <a:t>śivāya</a:t>
            </a:r>
            <a:r>
              <a:rPr lang="en-US" sz="7200" dirty="0" smtClean="0"/>
              <a:t> </a:t>
            </a:r>
            <a:r>
              <a:rPr lang="en-US" sz="7200" dirty="0" err="1" smtClean="0"/>
              <a:t>namaḥ</a:t>
            </a:r>
            <a:r>
              <a:rPr lang="en-US" sz="7200" dirty="0" smtClean="0"/>
              <a:t> </a:t>
            </a:r>
            <a:r>
              <a:rPr lang="en-US" sz="7200" dirty="0" err="1" smtClean="0"/>
              <a:t>ōm</a:t>
            </a:r>
            <a:r>
              <a:rPr lang="en-US" sz="7200" dirty="0" smtClean="0"/>
              <a:t>, </a:t>
            </a:r>
            <a:br>
              <a:rPr lang="en-US" sz="7200" dirty="0" smtClean="0"/>
            </a:br>
            <a:r>
              <a:rPr lang="en-US" sz="7200" dirty="0" err="1" smtClean="0"/>
              <a:t>śivāya</a:t>
            </a:r>
            <a:r>
              <a:rPr lang="en-US" sz="7200" dirty="0" smtClean="0"/>
              <a:t> </a:t>
            </a:r>
            <a:r>
              <a:rPr lang="en-US" sz="7200" dirty="0" err="1" smtClean="0"/>
              <a:t>namaḥ</a:t>
            </a:r>
            <a:r>
              <a:rPr lang="en-US" sz="7200" dirty="0" smtClean="0"/>
              <a:t> </a:t>
            </a:r>
            <a:r>
              <a:rPr lang="en-US" sz="7200" dirty="0" err="1" smtClean="0"/>
              <a:t>ōm</a:t>
            </a:r>
            <a:r>
              <a:rPr lang="en-US" sz="7200" dirty="0" smtClean="0"/>
              <a:t>, </a:t>
            </a:r>
            <a:br>
              <a:rPr lang="en-US" sz="7200" dirty="0" smtClean="0"/>
            </a:br>
            <a:r>
              <a:rPr lang="en-US" sz="7200" dirty="0" err="1" smtClean="0"/>
              <a:t>ōm</a:t>
            </a:r>
            <a:r>
              <a:rPr lang="en-US" sz="7200" dirty="0" smtClean="0"/>
              <a:t> </a:t>
            </a:r>
            <a:r>
              <a:rPr lang="en-US" sz="7200" dirty="0" err="1" smtClean="0"/>
              <a:t>namaḥ</a:t>
            </a:r>
            <a:r>
              <a:rPr lang="en-US" sz="7200" dirty="0" smtClean="0"/>
              <a:t> </a:t>
            </a:r>
            <a:r>
              <a:rPr lang="en-US" sz="7200" dirty="0" err="1" smtClean="0"/>
              <a:t>śivāya</a:t>
            </a:r>
            <a:endParaRPr lang="en-US" sz="72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7200" dirty="0" smtClean="0">
                <a:solidFill>
                  <a:srgbClr val="FFFF00"/>
                </a:solidFill>
              </a:rPr>
              <a:t>Salutations to the auspicious one!</a:t>
            </a:r>
            <a:endParaRPr lang="en-US" sz="72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candrana</a:t>
            </a:r>
            <a:r>
              <a:rPr lang="en-US" sz="6000" dirty="0" smtClean="0"/>
              <a:t> </a:t>
            </a:r>
            <a:r>
              <a:rPr lang="en-US" sz="6000" dirty="0" err="1" smtClean="0"/>
              <a:t>śiradali</a:t>
            </a:r>
            <a:r>
              <a:rPr lang="en-US" sz="6000" dirty="0" smtClean="0"/>
              <a:t> </a:t>
            </a:r>
            <a:r>
              <a:rPr lang="en-US" sz="6000" dirty="0" err="1" smtClean="0"/>
              <a:t>muḍidiruvē</a:t>
            </a:r>
            <a:r>
              <a:rPr lang="en-US" sz="6000" dirty="0" smtClean="0"/>
              <a:t> </a:t>
            </a:r>
            <a:br>
              <a:rPr lang="en-US" sz="6000" dirty="0" smtClean="0"/>
            </a:br>
            <a:r>
              <a:rPr lang="en-US" sz="6000" dirty="0" err="1" smtClean="0"/>
              <a:t>parama</a:t>
            </a:r>
            <a:r>
              <a:rPr lang="en-US" sz="6000" dirty="0" smtClean="0"/>
              <a:t> </a:t>
            </a:r>
            <a:r>
              <a:rPr lang="en-US" sz="6000" dirty="0" err="1" smtClean="0"/>
              <a:t>gaṅgēyanu</a:t>
            </a:r>
            <a:r>
              <a:rPr lang="en-US" sz="6000" dirty="0" smtClean="0"/>
              <a:t> </a:t>
            </a:r>
            <a:r>
              <a:rPr lang="en-US" sz="6000" dirty="0" err="1" smtClean="0"/>
              <a:t>dharisiruvē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A crescent moon adorns Your head. The supreme Ganges springs from Your locks. 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kāmēśwara</a:t>
            </a:r>
            <a:r>
              <a:rPr lang="en-US" sz="6600" dirty="0" smtClean="0"/>
              <a:t> </a:t>
            </a:r>
            <a:r>
              <a:rPr lang="en-US" sz="6600" dirty="0" err="1" smtClean="0"/>
              <a:t>kātyāyanī</a:t>
            </a:r>
            <a:r>
              <a:rPr lang="en-US" sz="6600" dirty="0" smtClean="0"/>
              <a:t> </a:t>
            </a:r>
            <a:r>
              <a:rPr lang="en-US" sz="6600" dirty="0" err="1" smtClean="0"/>
              <a:t>patī</a:t>
            </a:r>
            <a:r>
              <a:rPr lang="en-US" sz="6600" dirty="0" smtClean="0"/>
              <a:t/>
            </a:r>
            <a:br>
              <a:rPr lang="en-US" sz="6600" dirty="0" smtClean="0"/>
            </a:br>
            <a:r>
              <a:rPr lang="en-US" sz="6600" dirty="0" err="1" smtClean="0"/>
              <a:t>nīnē</a:t>
            </a:r>
            <a:r>
              <a:rPr lang="en-US" sz="6600" dirty="0" smtClean="0"/>
              <a:t> </a:t>
            </a:r>
            <a:r>
              <a:rPr lang="en-US" sz="6600" dirty="0" err="1" smtClean="0"/>
              <a:t>namage</a:t>
            </a:r>
            <a:r>
              <a:rPr lang="en-US" sz="6600" dirty="0" smtClean="0"/>
              <a:t> </a:t>
            </a:r>
            <a:r>
              <a:rPr lang="en-US" sz="6600" dirty="0" err="1" smtClean="0"/>
              <a:t>sadā</a:t>
            </a:r>
            <a:r>
              <a:rPr lang="en-US" sz="6600" dirty="0" smtClean="0"/>
              <a:t> </a:t>
            </a:r>
            <a:r>
              <a:rPr lang="en-US" sz="6600" dirty="0" err="1" smtClean="0"/>
              <a:t>gati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O master of passion and Lord of Goddess </a:t>
            </a:r>
            <a:r>
              <a:rPr lang="en-US" sz="6000" dirty="0" err="1" smtClean="0">
                <a:solidFill>
                  <a:srgbClr val="FFFF00"/>
                </a:solidFill>
              </a:rPr>
              <a:t>Kātyāyinī</a:t>
            </a:r>
            <a:r>
              <a:rPr lang="en-US" sz="6000" dirty="0" smtClean="0">
                <a:solidFill>
                  <a:srgbClr val="FFFF00"/>
                </a:solidFill>
              </a:rPr>
              <a:t>, You are always our refuge.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7200" dirty="0" err="1" smtClean="0"/>
              <a:t>śivāya</a:t>
            </a:r>
            <a:r>
              <a:rPr lang="en-US" sz="7200" dirty="0" smtClean="0"/>
              <a:t> </a:t>
            </a:r>
            <a:r>
              <a:rPr lang="en-US" sz="7200" dirty="0" err="1" smtClean="0"/>
              <a:t>namaḥ</a:t>
            </a:r>
            <a:r>
              <a:rPr lang="en-US" sz="7200" dirty="0" smtClean="0"/>
              <a:t> </a:t>
            </a:r>
            <a:r>
              <a:rPr lang="en-US" sz="7200" dirty="0" err="1" smtClean="0"/>
              <a:t>ōm</a:t>
            </a:r>
            <a:r>
              <a:rPr lang="en-US" sz="7200" dirty="0" smtClean="0"/>
              <a:t>, </a:t>
            </a:r>
            <a:br>
              <a:rPr lang="en-US" sz="7200" dirty="0" smtClean="0"/>
            </a:br>
            <a:r>
              <a:rPr lang="en-US" sz="7200" dirty="0" err="1" smtClean="0"/>
              <a:t>śivāya</a:t>
            </a:r>
            <a:r>
              <a:rPr lang="en-US" sz="7200" dirty="0" smtClean="0"/>
              <a:t> </a:t>
            </a:r>
            <a:r>
              <a:rPr lang="en-US" sz="7200" dirty="0" err="1" smtClean="0"/>
              <a:t>namaḥ</a:t>
            </a:r>
            <a:r>
              <a:rPr lang="en-US" sz="7200" dirty="0" smtClean="0"/>
              <a:t> </a:t>
            </a:r>
            <a:r>
              <a:rPr lang="en-US" sz="7200" dirty="0" err="1" smtClean="0"/>
              <a:t>ōm</a:t>
            </a:r>
            <a:r>
              <a:rPr lang="en-US" sz="7200" dirty="0" smtClean="0"/>
              <a:t>, </a:t>
            </a:r>
            <a:br>
              <a:rPr lang="en-US" sz="7200" dirty="0" smtClean="0"/>
            </a:br>
            <a:r>
              <a:rPr lang="en-US" sz="7200" dirty="0" err="1" smtClean="0"/>
              <a:t>ōm</a:t>
            </a:r>
            <a:r>
              <a:rPr lang="en-US" sz="7200" dirty="0" smtClean="0"/>
              <a:t> </a:t>
            </a:r>
            <a:r>
              <a:rPr lang="en-US" sz="7200" dirty="0" err="1" smtClean="0"/>
              <a:t>namaḥ</a:t>
            </a:r>
            <a:r>
              <a:rPr lang="en-US" sz="7200" dirty="0" smtClean="0"/>
              <a:t> </a:t>
            </a:r>
            <a:r>
              <a:rPr lang="en-US" sz="7200" dirty="0" err="1" smtClean="0"/>
              <a:t>śivāya</a:t>
            </a:r>
            <a:endParaRPr lang="en-US" sz="72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7200" dirty="0" smtClean="0">
                <a:solidFill>
                  <a:srgbClr val="FFFF00"/>
                </a:solidFill>
              </a:rPr>
              <a:t>Salutations to the auspicious one!</a:t>
            </a:r>
            <a:endParaRPr lang="en-US" sz="72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mṛtyu</a:t>
            </a:r>
            <a:r>
              <a:rPr lang="en-US" sz="6600" dirty="0" smtClean="0"/>
              <a:t> </a:t>
            </a:r>
            <a:r>
              <a:rPr lang="en-US" sz="6600" dirty="0" err="1" smtClean="0"/>
              <a:t>bhayava</a:t>
            </a:r>
            <a:r>
              <a:rPr lang="en-US" sz="6600" dirty="0" smtClean="0"/>
              <a:t> </a:t>
            </a:r>
            <a:r>
              <a:rPr lang="en-US" sz="6600" dirty="0" err="1" smtClean="0"/>
              <a:t>nī</a:t>
            </a:r>
            <a:r>
              <a:rPr lang="en-US" sz="6600" dirty="0" smtClean="0"/>
              <a:t> </a:t>
            </a:r>
            <a:r>
              <a:rPr lang="en-US" sz="6600" dirty="0" err="1" smtClean="0"/>
              <a:t>nivārisu</a:t>
            </a:r>
            <a:r>
              <a:rPr lang="en-US" sz="6600" dirty="0" smtClean="0"/>
              <a:t/>
            </a:r>
            <a:br>
              <a:rPr lang="en-US" sz="6600" dirty="0" smtClean="0"/>
            </a:br>
            <a:r>
              <a:rPr lang="en-US" sz="6600" dirty="0" err="1" smtClean="0"/>
              <a:t>prēma</a:t>
            </a:r>
            <a:r>
              <a:rPr lang="en-US" sz="6600" dirty="0" smtClean="0"/>
              <a:t> </a:t>
            </a:r>
            <a:r>
              <a:rPr lang="en-US" sz="6600" dirty="0" err="1" smtClean="0"/>
              <a:t>bhakti</a:t>
            </a:r>
            <a:r>
              <a:rPr lang="en-US" sz="6600" dirty="0" smtClean="0"/>
              <a:t> </a:t>
            </a:r>
            <a:r>
              <a:rPr lang="en-US" sz="6600" dirty="0" err="1" smtClean="0"/>
              <a:t>dayapālisu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O Lord, please dispel the fear of death. Bestow on us love and devotion. 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abhaya</a:t>
            </a:r>
            <a:r>
              <a:rPr lang="en-US" sz="6600" dirty="0" smtClean="0"/>
              <a:t> </a:t>
            </a:r>
            <a:r>
              <a:rPr lang="en-US" sz="6600" dirty="0" err="1" smtClean="0"/>
              <a:t>nīḍemage</a:t>
            </a:r>
            <a:r>
              <a:rPr lang="en-US" sz="6600" dirty="0" smtClean="0"/>
              <a:t> </a:t>
            </a:r>
            <a:r>
              <a:rPr lang="en-US" sz="6600" dirty="0" err="1" smtClean="0"/>
              <a:t>rudrēśanē</a:t>
            </a:r>
            <a:r>
              <a:rPr lang="en-US" sz="6600" dirty="0" smtClean="0"/>
              <a:t/>
            </a:r>
            <a:br>
              <a:rPr lang="en-US" sz="6600" dirty="0" smtClean="0"/>
            </a:br>
            <a:r>
              <a:rPr lang="en-US" sz="6600" dirty="0" err="1" smtClean="0"/>
              <a:t>pādakeraguvē</a:t>
            </a:r>
            <a:r>
              <a:rPr lang="en-US" sz="6600" dirty="0" smtClean="0"/>
              <a:t> </a:t>
            </a:r>
            <a:r>
              <a:rPr lang="en-US" sz="6600" dirty="0" err="1" smtClean="0"/>
              <a:t>pālākṣanē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Lord </a:t>
            </a:r>
            <a:r>
              <a:rPr lang="en-US" sz="6000" dirty="0" err="1" smtClean="0">
                <a:solidFill>
                  <a:srgbClr val="FFFF00"/>
                </a:solidFill>
              </a:rPr>
              <a:t>Śiva</a:t>
            </a:r>
            <a:r>
              <a:rPr lang="en-US" sz="6000" dirty="0" smtClean="0">
                <a:solidFill>
                  <a:srgbClr val="FFFF00"/>
                </a:solidFill>
              </a:rPr>
              <a:t>, please protect us. We surrender to your holy feet.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7200" dirty="0" err="1" smtClean="0"/>
              <a:t>śivāya</a:t>
            </a:r>
            <a:r>
              <a:rPr lang="en-US" sz="7200" dirty="0" smtClean="0"/>
              <a:t> </a:t>
            </a:r>
            <a:r>
              <a:rPr lang="en-US" sz="7200" dirty="0" err="1" smtClean="0"/>
              <a:t>namaḥ</a:t>
            </a:r>
            <a:r>
              <a:rPr lang="en-US" sz="7200" dirty="0" smtClean="0"/>
              <a:t> </a:t>
            </a:r>
            <a:r>
              <a:rPr lang="en-US" sz="7200" dirty="0" err="1" smtClean="0"/>
              <a:t>ōm</a:t>
            </a:r>
            <a:r>
              <a:rPr lang="en-US" sz="7200" dirty="0" smtClean="0"/>
              <a:t>, </a:t>
            </a:r>
            <a:br>
              <a:rPr lang="en-US" sz="7200" dirty="0" smtClean="0"/>
            </a:br>
            <a:r>
              <a:rPr lang="en-US" sz="7200" dirty="0" err="1" smtClean="0"/>
              <a:t>śivāya</a:t>
            </a:r>
            <a:r>
              <a:rPr lang="en-US" sz="7200" dirty="0" smtClean="0"/>
              <a:t> </a:t>
            </a:r>
            <a:r>
              <a:rPr lang="en-US" sz="7200" dirty="0" err="1" smtClean="0"/>
              <a:t>namaḥ</a:t>
            </a:r>
            <a:r>
              <a:rPr lang="en-US" sz="7200" dirty="0" smtClean="0"/>
              <a:t> </a:t>
            </a:r>
            <a:r>
              <a:rPr lang="en-US" sz="7200" dirty="0" err="1" smtClean="0"/>
              <a:t>ōm</a:t>
            </a:r>
            <a:r>
              <a:rPr lang="en-US" sz="7200" dirty="0" smtClean="0"/>
              <a:t>, </a:t>
            </a:r>
            <a:br>
              <a:rPr lang="en-US" sz="7200" dirty="0" smtClean="0"/>
            </a:br>
            <a:r>
              <a:rPr lang="en-US" sz="7200" dirty="0" err="1" smtClean="0"/>
              <a:t>ōm</a:t>
            </a:r>
            <a:r>
              <a:rPr lang="en-US" sz="7200" dirty="0" smtClean="0"/>
              <a:t> </a:t>
            </a:r>
            <a:r>
              <a:rPr lang="en-US" sz="7200" dirty="0" err="1" smtClean="0"/>
              <a:t>namaḥ</a:t>
            </a:r>
            <a:r>
              <a:rPr lang="en-US" sz="7200" dirty="0" smtClean="0"/>
              <a:t> </a:t>
            </a:r>
            <a:r>
              <a:rPr lang="en-US" sz="7200" dirty="0" err="1" smtClean="0"/>
              <a:t>śivāya</a:t>
            </a:r>
            <a:endParaRPr lang="en-US" sz="72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7200" dirty="0" smtClean="0">
                <a:solidFill>
                  <a:srgbClr val="FFFF00"/>
                </a:solidFill>
              </a:rPr>
              <a:t>Salutations to the auspicious one!</a:t>
            </a:r>
            <a:endParaRPr lang="en-US" sz="72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2873</TotalTime>
  <Words>167</Words>
  <Application>Microsoft Office PowerPoint</Application>
  <PresentationFormat>On-screen Show (4:3)</PresentationFormat>
  <Paragraphs>31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jaya śiva śaṅkara mahēśanē</vt:lpstr>
      <vt:lpstr>jaya śiva śaṅkara mahēśanē karuṇēya toru sadāśivanē</vt:lpstr>
      <vt:lpstr>bhava samsāradi  baḷali toḷalide rakṣaṇa nīḍu jaṭhādharanē</vt:lpstr>
      <vt:lpstr>śivāya namaḥ ōm,  śivāya namaḥ ōm,  ōm namaḥ śivāya</vt:lpstr>
      <vt:lpstr>candrana śiradali muḍidiruvē  parama gaṅgēyanu dharisiruvē</vt:lpstr>
      <vt:lpstr>kāmēśwara kātyāyanī patī nīnē namage sadā gati</vt:lpstr>
      <vt:lpstr>śivāya namaḥ ōm,  śivāya namaḥ ōm,  ōm namaḥ śivāya</vt:lpstr>
      <vt:lpstr>mṛtyu bhayava nī nivārisu prēma bhakti dayapālisu</vt:lpstr>
      <vt:lpstr>abhaya nīḍemage rudrēśanē pādakeraguvē pālākṣanē</vt:lpstr>
      <vt:lpstr>śivāya namaḥ ōm,  śivāya namaḥ ōm,  ōm namaḥ śivāya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Cars Blocking the way</dc:title>
  <dc:creator>amritam</dc:creator>
  <cp:lastModifiedBy>AMMA</cp:lastModifiedBy>
  <cp:revision>330</cp:revision>
  <dcterms:created xsi:type="dcterms:W3CDTF">2006-08-16T00:00:00Z</dcterms:created>
  <dcterms:modified xsi:type="dcterms:W3CDTF">2025-07-19T14:45:36Z</dcterms:modified>
</cp:coreProperties>
</file>