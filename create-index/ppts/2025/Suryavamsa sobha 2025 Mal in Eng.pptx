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4FDF9-F612-430D-8448-3906BFCE90CE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DC71C-6398-44B8-A569-F11AEA31CB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sūryavamśa śōbha ēṫṫum rāmacandranō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500" smtClean="0">
                <a:solidFill>
                  <a:srgbClr val="FFFFFF"/>
                </a:solidFill>
                <a:latin typeface="Calibri"/>
              </a:rPr>
              <a:t>sūryavamśa śōbha ēṫṫum rāmacandranō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azhakuḷḷa paṭṭuḍuttu villumēnti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nilppū munisavidham vannu</a:t>
            </a:r>
            <a:br>
              <a:rPr lang="en-US" sz="4500" smtClean="0">
                <a:solidFill>
                  <a:srgbClr val="FFFFFF"/>
                </a:solidFill>
                <a:latin typeface="Calibri"/>
              </a:rPr>
            </a:br>
            <a:r>
              <a:rPr lang="en-US" sz="4500" smtClean="0">
                <a:solidFill>
                  <a:srgbClr val="FFFFFF"/>
                </a:solidFill>
                <a:latin typeface="Calibri"/>
              </a:rPr>
              <a:t>nilppū munisavidham</a:t>
            </a:r>
            <a:endParaRPr lang="en-US" sz="4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Sri Ramachandra, the radiant prince of the Solar Dynasty, stood beside Sage Vishwamitra, wearing royal robes, his bow and arrows in hand.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vīracāpa-bāṇavumāyi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lakṣmaṇanum uḍuttoruṅgi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Lakshmana, too, got ready to leave—brave and steadfast, his weapons at his side.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acchan āśīrvadicca bālar yātra tuḍaṅgī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munikku pinpē naḍa tuḍaṅgī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With their father’s blessings, the young brothers set forth on their journey, walking behind the sage.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mantrasiddhi aḍakkamuḷḷa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vidyakaḷ aṅgōrōnnāyi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One by one, Sage Vishwamitra whispered into their ears the many branches of knowledge, granting them even mantra siddhi—the spiritual power attained through mantras.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kātil ōtiya viśvāmitranum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tṛptanāyī sōdaran vinayarāyī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sage was content, having passed on all his powers to the princes, whose heads were bowed in humility.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tanatintō tāna tintō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tanatintō tāna tintō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tanatintō tāna tintō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tintinnārō taka tintinnārō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(A happy chorus)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tāṭakaye vadhiccu rāman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yajña-rakṣaṇam ceytu rāman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Rama slew the demoness Tataka and guarded Vishwamitra’s sacred yajña, striking down the rakshasas who sought to defile it.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tṛptanāya munikku pinpē yātra tuḍarnnu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raghukula śōbha ēṫṫi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With the sage walking ahead, calm and content, the princes followed behind—uplifting the name and glory of the noble Raghu lineage.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janaka-puriyil etti rāman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tryambakam aṅgeḍuttu rāman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Rama reached the kingdom of Sita’s noble father. There, he lifted and strung Shiva’s mighty bow, Tryambaka, and broke it with a thunderous crack.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villu kulaccu lakṣyam nēḍi sītaye vēṭṭu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jānaki janmam sārtthakamāy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Thus, he won the hand of Princess Sita, and Janaki’s life found its sacred purpose.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raghukulattinu kānti pakarnnu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vīranāyakan rāmacandran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valiant Rama brought everlasting glory to the lineage of Raghu.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rāma rāma sītārāma japiccīḍū hṛttil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manassinu pinpē alayātē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Let us not chase the restless wanderings of the mind, and chant, “Rama Rama Sita Rama” within our hearts.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sūryavamśa śōbha ēṫṫum rāmacandranō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azhakuḷḷa paṭṭuḍuttu villumēnti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Sri Ramachandra, the radiant prince of the Solar Dynasty, clad in royal robes, with bow and arrows in hand,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sitāsamētanāy vannu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nilppū hṛdayattil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has entered and taken his place within our hearts—with Sita, his beloved, standing by his side.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sūryavamśa śōbha ēṫṫum rāmacandranō</vt:lpstr>
      <vt:lpstr>sūryavamśa śōbha ēṫṫum rāmacandranō azhakuḷḷa paṭṭuḍuttu villumēnti nilppū munisavidham vannu nilppū munisavidham</vt:lpstr>
      <vt:lpstr>vīracāpa-bāṇavumāyi lakṣmaṇanum uḍuttoruṅgi</vt:lpstr>
      <vt:lpstr>acchan āśīrvadicca bālar yātra tuḍaṅgī munikku pinpē naḍa tuḍaṅgī</vt:lpstr>
      <vt:lpstr>mantrasiddhi aḍakkamuḷḷa vidyakaḷ aṅgōrōnnāyi</vt:lpstr>
      <vt:lpstr>kātil ōtiya viśvāmitranum tṛptanāyī sōdaran vinayarāyī</vt:lpstr>
      <vt:lpstr>tanatintō tāna tintō tanatintō tāna tintō tanatintō tāna tintō tintinnārō taka tintinnārō</vt:lpstr>
      <vt:lpstr>tāṭakaye vadhiccu rāman  yajña-rakṣaṇam ceytu rāman</vt:lpstr>
      <vt:lpstr>tṛptanāya munikku pinpē yātra tuḍarnnu raghukula śōbha ēṫṫi</vt:lpstr>
      <vt:lpstr>janaka-puriyil etti rāman tryambakam aṅgeḍuttu rāman</vt:lpstr>
      <vt:lpstr>villu kulaccu lakṣyam nēḍi sītaye vēṭṭu jānaki janmam sārtthakamāy</vt:lpstr>
      <vt:lpstr>raghukulattinu kānti pakarnnu vīranāyakan rāmacandran</vt:lpstr>
      <vt:lpstr>rāma rāma sītārāma japiccīḍū hṛttil manassinu pinpē alayātē</vt:lpstr>
      <vt:lpstr>sūryavamśa śōbha ēṫṫum rāmacandranō azhakuḷḷa paṭṭuḍuttu villumēnti</vt:lpstr>
      <vt:lpstr>sitāsamētanāy vannu nilppū hṛdayattil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sūryavamśa śōbha ēṫṫum rāmacandranō</dc:title>
  <dc:creator>Amrita</dc:creator>
  <cp:lastModifiedBy>Amrita</cp:lastModifiedBy>
  <cp:revision>1</cp:revision>
  <dcterms:created xsi:type="dcterms:W3CDTF">2025-07-25T13:05:34Z</dcterms:created>
  <dcterms:modified xsi:type="dcterms:W3CDTF">2025-07-25T13:06:01Z</dcterms:modified>
</cp:coreProperties>
</file>