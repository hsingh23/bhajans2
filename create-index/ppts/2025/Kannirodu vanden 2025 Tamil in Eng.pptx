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91" r:id="rId2"/>
    <p:sldId id="296" r:id="rId3"/>
    <p:sldId id="292" r:id="rId4"/>
    <p:sldId id="294" r:id="rId5"/>
    <p:sldId id="293" r:id="rId6"/>
    <p:sldId id="295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41" autoAdjust="0"/>
  </p:normalViewPr>
  <p:slideViewPr>
    <p:cSldViewPr>
      <p:cViewPr varScale="1">
        <p:scale>
          <a:sx n="85" d="100"/>
          <a:sy n="85" d="100"/>
        </p:scale>
        <p:origin x="-1234" y="-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26-Jul-2025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kaṇṇīrōḍu</a:t>
            </a:r>
            <a:r>
              <a:rPr lang="en-US" sz="6000" dirty="0" smtClean="0"/>
              <a:t> </a:t>
            </a:r>
            <a:r>
              <a:rPr lang="en-US" sz="6000" dirty="0" err="1" smtClean="0"/>
              <a:t>vandēn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6600" dirty="0" smtClean="0">
                <a:solidFill>
                  <a:srgbClr val="FFFF00"/>
                </a:solidFill>
              </a:rPr>
              <a:t>(Tamil)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kaṇṇīrōḍu</a:t>
            </a:r>
            <a:r>
              <a:rPr lang="en-US" sz="5400" dirty="0" smtClean="0"/>
              <a:t> </a:t>
            </a:r>
            <a:r>
              <a:rPr lang="en-US" sz="5400" dirty="0" err="1" smtClean="0"/>
              <a:t>vandēn</a:t>
            </a:r>
            <a:r>
              <a:rPr lang="en-US" sz="5400" dirty="0" smtClean="0"/>
              <a:t> </a:t>
            </a:r>
            <a:r>
              <a:rPr lang="en-US" sz="5400" dirty="0" err="1" smtClean="0"/>
              <a:t>ammā</a:t>
            </a:r>
            <a:r>
              <a:rPr lang="en-US" sz="5400" dirty="0" smtClean="0"/>
              <a:t> </a:t>
            </a:r>
            <a:r>
              <a:rPr lang="en-US" sz="5400" dirty="0" err="1" smtClean="0"/>
              <a:t>kavalai</a:t>
            </a:r>
            <a:r>
              <a:rPr lang="en-US" sz="5400" dirty="0" smtClean="0"/>
              <a:t> </a:t>
            </a:r>
            <a:r>
              <a:rPr lang="en-US" sz="5400" dirty="0" err="1" smtClean="0"/>
              <a:t>ellām</a:t>
            </a:r>
            <a:r>
              <a:rPr lang="en-US" sz="5400" dirty="0" smtClean="0"/>
              <a:t> </a:t>
            </a:r>
            <a:r>
              <a:rPr lang="en-US" sz="5400" dirty="0" err="1" smtClean="0"/>
              <a:t>marandu</a:t>
            </a:r>
            <a:r>
              <a:rPr lang="en-US" sz="5400" dirty="0" smtClean="0"/>
              <a:t> </a:t>
            </a:r>
            <a:r>
              <a:rPr lang="en-US" sz="5400" dirty="0" err="1" smtClean="0"/>
              <a:t>cendrēn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undan</a:t>
            </a:r>
            <a:r>
              <a:rPr lang="en-US" sz="5400" dirty="0" smtClean="0"/>
              <a:t> </a:t>
            </a:r>
            <a:r>
              <a:rPr lang="en-US" sz="5400" dirty="0" err="1" smtClean="0"/>
              <a:t>anbai</a:t>
            </a:r>
            <a:r>
              <a:rPr lang="en-US" sz="5400" dirty="0" smtClean="0"/>
              <a:t> </a:t>
            </a:r>
            <a:r>
              <a:rPr lang="en-US" sz="5400" dirty="0" err="1" smtClean="0"/>
              <a:t>ninaindēn</a:t>
            </a:r>
            <a:r>
              <a:rPr lang="en-US" sz="5400" dirty="0" smtClean="0"/>
              <a:t> </a:t>
            </a:r>
            <a:r>
              <a:rPr lang="en-US" sz="5400" dirty="0" err="1" smtClean="0"/>
              <a:t>ammā</a:t>
            </a:r>
            <a:r>
              <a:rPr lang="en-US" sz="5400" dirty="0" smtClean="0"/>
              <a:t> </a:t>
            </a:r>
            <a:r>
              <a:rPr lang="en-US" sz="5400" dirty="0" err="1" smtClean="0"/>
              <a:t>uḷḷam</a:t>
            </a:r>
            <a:r>
              <a:rPr lang="en-US" sz="5400" dirty="0" smtClean="0"/>
              <a:t> </a:t>
            </a:r>
            <a:r>
              <a:rPr lang="en-US" sz="5400" dirty="0" err="1" smtClean="0"/>
              <a:t>uruki</a:t>
            </a:r>
            <a:r>
              <a:rPr lang="en-US" sz="5400" dirty="0" smtClean="0"/>
              <a:t> </a:t>
            </a:r>
            <a:r>
              <a:rPr lang="en-US" sz="5400" dirty="0" err="1" smtClean="0"/>
              <a:t>nān</a:t>
            </a:r>
            <a:r>
              <a:rPr lang="en-US" sz="5400" dirty="0" smtClean="0"/>
              <a:t> </a:t>
            </a:r>
            <a:r>
              <a:rPr lang="en-US" sz="5400" dirty="0" err="1" smtClean="0"/>
              <a:t>azhudēn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400" dirty="0" smtClean="0">
                <a:solidFill>
                  <a:srgbClr val="FFFF00"/>
                </a:solidFill>
              </a:rPr>
              <a:t>O Mother, I was in tears when I came to you. But when I reached your presence, I forgot all my sorrow. Thinking of your love, O Mother, my heart melted and I wept.</a:t>
            </a:r>
            <a:endParaRPr lang="en-US" sz="4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azhumbōtu</a:t>
            </a:r>
            <a:r>
              <a:rPr lang="en-US" sz="5400" dirty="0" smtClean="0"/>
              <a:t> </a:t>
            </a:r>
            <a:r>
              <a:rPr lang="en-US" sz="5400" dirty="0" err="1" smtClean="0"/>
              <a:t>āṙutal</a:t>
            </a:r>
            <a:r>
              <a:rPr lang="en-US" sz="5400" dirty="0" smtClean="0"/>
              <a:t> </a:t>
            </a:r>
            <a:r>
              <a:rPr lang="en-US" sz="5400" dirty="0" err="1" smtClean="0"/>
              <a:t>tandāy</a:t>
            </a:r>
            <a:r>
              <a:rPr lang="en-US" sz="5400" dirty="0" smtClean="0"/>
              <a:t> </a:t>
            </a:r>
            <a:r>
              <a:rPr lang="en-US" sz="5400" dirty="0" err="1" smtClean="0"/>
              <a:t>vizhumbōtu</a:t>
            </a:r>
            <a:r>
              <a:rPr lang="en-US" sz="5400" dirty="0" smtClean="0"/>
              <a:t> </a:t>
            </a:r>
            <a:r>
              <a:rPr lang="en-US" sz="5400" dirty="0" err="1" smtClean="0"/>
              <a:t>karamāy</a:t>
            </a:r>
            <a:r>
              <a:rPr lang="en-US" sz="5400" dirty="0" smtClean="0"/>
              <a:t> </a:t>
            </a:r>
            <a:r>
              <a:rPr lang="en-US" sz="5400" dirty="0" err="1" smtClean="0"/>
              <a:t>vandāy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tozhumpōtu</a:t>
            </a:r>
            <a:r>
              <a:rPr lang="en-US" sz="5400" dirty="0" smtClean="0"/>
              <a:t>  </a:t>
            </a:r>
            <a:r>
              <a:rPr lang="en-US" sz="5400" dirty="0" err="1" smtClean="0"/>
              <a:t>tuṇaiyāy</a:t>
            </a:r>
            <a:r>
              <a:rPr lang="en-US" sz="5400" dirty="0" smtClean="0"/>
              <a:t> </a:t>
            </a:r>
            <a:r>
              <a:rPr lang="en-US" sz="5400" dirty="0" err="1" smtClean="0"/>
              <a:t>vandāy</a:t>
            </a:r>
            <a:r>
              <a:rPr lang="en-US" sz="5400" dirty="0" smtClean="0"/>
              <a:t> </a:t>
            </a:r>
            <a:r>
              <a:rPr lang="en-US" sz="5400" dirty="0" err="1" smtClean="0"/>
              <a:t>nīyē</a:t>
            </a:r>
            <a:r>
              <a:rPr lang="en-US" sz="5400" dirty="0" smtClean="0"/>
              <a:t> en </a:t>
            </a:r>
            <a:r>
              <a:rPr lang="en-US" sz="5400" dirty="0" err="1" smtClean="0"/>
              <a:t>tāy</a:t>
            </a:r>
            <a:r>
              <a:rPr lang="en-US" sz="5400" dirty="0" smtClean="0"/>
              <a:t> </a:t>
            </a:r>
            <a:r>
              <a:rPr lang="en-US" sz="5400" dirty="0" err="1" smtClean="0"/>
              <a:t>endrāy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400" dirty="0" smtClean="0">
                <a:solidFill>
                  <a:srgbClr val="FFFF00"/>
                </a:solidFill>
              </a:rPr>
              <a:t>O Mother, when I cried, you consoled me. When I stumbled, you extended a helping hand. When I prayed, you came as my companion, assuring me, </a:t>
            </a:r>
          </a:p>
          <a:p>
            <a:pPr algn="ctr"/>
            <a:r>
              <a:rPr lang="en-US" sz="4400" dirty="0" smtClean="0">
                <a:solidFill>
                  <a:srgbClr val="FFFF00"/>
                </a:solidFill>
              </a:rPr>
              <a:t>‘I am your Mother.’</a:t>
            </a:r>
            <a:endParaRPr lang="en-US" sz="4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tūkkattil</a:t>
            </a:r>
            <a:r>
              <a:rPr lang="en-US" sz="5400" dirty="0" smtClean="0"/>
              <a:t> </a:t>
            </a:r>
            <a:r>
              <a:rPr lang="en-US" sz="5400" dirty="0" err="1" smtClean="0"/>
              <a:t>kanavāy</a:t>
            </a:r>
            <a:r>
              <a:rPr lang="en-US" sz="5400" dirty="0" smtClean="0"/>
              <a:t> </a:t>
            </a:r>
            <a:r>
              <a:rPr lang="en-US" sz="5400" dirty="0" err="1" smtClean="0"/>
              <a:t>vandāy</a:t>
            </a:r>
            <a:r>
              <a:rPr lang="en-US" sz="5400" dirty="0" smtClean="0"/>
              <a:t> 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uṇṇum</a:t>
            </a:r>
            <a:r>
              <a:rPr lang="en-US" sz="5400" dirty="0" smtClean="0"/>
              <a:t> </a:t>
            </a:r>
            <a:r>
              <a:rPr lang="en-US" sz="5400" dirty="0" err="1" smtClean="0"/>
              <a:t>vēḷai</a:t>
            </a:r>
            <a:r>
              <a:rPr lang="en-US" sz="5400" dirty="0" smtClean="0"/>
              <a:t> </a:t>
            </a:r>
            <a:r>
              <a:rPr lang="en-US" sz="5400" dirty="0" err="1" smtClean="0"/>
              <a:t>uṇavāy</a:t>
            </a:r>
            <a:r>
              <a:rPr lang="en-US" sz="5400" dirty="0" smtClean="0"/>
              <a:t> </a:t>
            </a:r>
            <a:r>
              <a:rPr lang="en-US" sz="5400" dirty="0" err="1" smtClean="0"/>
              <a:t>vandāy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ēkattil</a:t>
            </a:r>
            <a:r>
              <a:rPr lang="en-US" sz="5400" dirty="0" smtClean="0"/>
              <a:t> </a:t>
            </a:r>
            <a:r>
              <a:rPr lang="en-US" sz="5400" dirty="0" err="1" smtClean="0"/>
              <a:t>ninaivāy</a:t>
            </a:r>
            <a:r>
              <a:rPr lang="en-US" sz="5400" dirty="0" smtClean="0"/>
              <a:t> </a:t>
            </a:r>
            <a:r>
              <a:rPr lang="en-US" sz="5400" dirty="0" err="1" smtClean="0"/>
              <a:t>vandu</a:t>
            </a:r>
            <a:r>
              <a:rPr lang="en-US" sz="5400" dirty="0" smtClean="0"/>
              <a:t> 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eppōtum</a:t>
            </a:r>
            <a:r>
              <a:rPr lang="en-US" sz="5400" dirty="0" smtClean="0"/>
              <a:t> </a:t>
            </a:r>
            <a:r>
              <a:rPr lang="en-US" sz="5400" dirty="0" err="1" smtClean="0"/>
              <a:t>nī</a:t>
            </a:r>
            <a:r>
              <a:rPr lang="en-US" sz="5400" dirty="0" smtClean="0"/>
              <a:t> </a:t>
            </a:r>
            <a:r>
              <a:rPr lang="en-US" sz="5400" dirty="0" err="1" smtClean="0"/>
              <a:t>irundāy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400" dirty="0" smtClean="0">
                <a:solidFill>
                  <a:srgbClr val="FFFF00"/>
                </a:solidFill>
              </a:rPr>
              <a:t>In sleep, you came as a sweet dream. When I eat, you came as nourishment. In moments of yearning, you came as recollection. You were always there.</a:t>
            </a:r>
            <a:endParaRPr lang="en-US" sz="4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vāḍumbōtu</a:t>
            </a:r>
            <a:r>
              <a:rPr lang="en-US" sz="5400" dirty="0" smtClean="0"/>
              <a:t> </a:t>
            </a:r>
            <a:r>
              <a:rPr lang="en-US" sz="5400" dirty="0" err="1" smtClean="0"/>
              <a:t>amaidi</a:t>
            </a:r>
            <a:r>
              <a:rPr lang="en-US" sz="5400" dirty="0" smtClean="0"/>
              <a:t> </a:t>
            </a:r>
            <a:r>
              <a:rPr lang="en-US" sz="5400" dirty="0" err="1" smtClean="0"/>
              <a:t>tandāy</a:t>
            </a:r>
            <a:r>
              <a:rPr lang="en-US" sz="5400" dirty="0" smtClean="0"/>
              <a:t> </a:t>
            </a:r>
            <a:r>
              <a:rPr lang="en-US" sz="5400" dirty="0" err="1" smtClean="0"/>
              <a:t>izhandapōtu</a:t>
            </a:r>
            <a:r>
              <a:rPr lang="en-US" sz="5400" dirty="0" smtClean="0"/>
              <a:t> </a:t>
            </a:r>
            <a:r>
              <a:rPr lang="en-US" sz="5400" dirty="0" err="1" smtClean="0"/>
              <a:t>tuṇivāy</a:t>
            </a:r>
            <a:r>
              <a:rPr lang="en-US" sz="5400" dirty="0" smtClean="0"/>
              <a:t> </a:t>
            </a:r>
            <a:r>
              <a:rPr lang="en-US" sz="5400" dirty="0" err="1" smtClean="0"/>
              <a:t>vandāy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tēḍumbōtu</a:t>
            </a:r>
            <a:r>
              <a:rPr lang="en-US" sz="5400" dirty="0" smtClean="0"/>
              <a:t> </a:t>
            </a:r>
            <a:r>
              <a:rPr lang="en-US" sz="5400" dirty="0" err="1" smtClean="0"/>
              <a:t>disaiyāy</a:t>
            </a:r>
            <a:r>
              <a:rPr lang="en-US" sz="5400" dirty="0" smtClean="0"/>
              <a:t> </a:t>
            </a:r>
            <a:r>
              <a:rPr lang="en-US" sz="5400" dirty="0" err="1" smtClean="0"/>
              <a:t>vandāy</a:t>
            </a:r>
            <a:r>
              <a:rPr lang="en-US" sz="5400" dirty="0" smtClean="0"/>
              <a:t> </a:t>
            </a:r>
            <a:r>
              <a:rPr lang="en-US" sz="5400" dirty="0" err="1" smtClean="0"/>
              <a:t>ilakkai</a:t>
            </a:r>
            <a:r>
              <a:rPr lang="en-US" sz="5400" dirty="0" smtClean="0"/>
              <a:t> </a:t>
            </a:r>
            <a:r>
              <a:rPr lang="en-US" sz="5400" dirty="0" err="1" smtClean="0"/>
              <a:t>nī</a:t>
            </a:r>
            <a:r>
              <a:rPr lang="en-US" sz="5400" dirty="0" smtClean="0"/>
              <a:t> </a:t>
            </a:r>
            <a:r>
              <a:rPr lang="en-US" sz="5400" dirty="0" err="1" smtClean="0"/>
              <a:t>kāṭṭi</a:t>
            </a:r>
            <a:r>
              <a:rPr lang="en-US" sz="5400" dirty="0" smtClean="0"/>
              <a:t> </a:t>
            </a:r>
            <a:r>
              <a:rPr lang="en-US" sz="5400" dirty="0" err="1" smtClean="0"/>
              <a:t>tandāy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400" dirty="0" smtClean="0">
                <a:solidFill>
                  <a:srgbClr val="FFFF00"/>
                </a:solidFill>
              </a:rPr>
              <a:t>In moments of sorrow, you offered solace. When I lost hope, you infused courage in me. When I searched, you came as a guide, showing me the spiritual goal. </a:t>
            </a:r>
            <a:endParaRPr lang="en-US" sz="4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iruḷil</a:t>
            </a:r>
            <a:r>
              <a:rPr lang="en-US" sz="5400" dirty="0" smtClean="0"/>
              <a:t> </a:t>
            </a:r>
            <a:r>
              <a:rPr lang="en-US" sz="5400" dirty="0" err="1" smtClean="0"/>
              <a:t>oḷiyāy</a:t>
            </a:r>
            <a:r>
              <a:rPr lang="en-US" sz="5400" dirty="0" smtClean="0"/>
              <a:t> </a:t>
            </a:r>
            <a:r>
              <a:rPr lang="en-US" sz="5400" dirty="0" err="1" smtClean="0"/>
              <a:t>vandu</a:t>
            </a:r>
            <a:r>
              <a:rPr lang="en-US" sz="5400" dirty="0" smtClean="0"/>
              <a:t> </a:t>
            </a:r>
            <a:r>
              <a:rPr lang="en-US" sz="5400" dirty="0" err="1" smtClean="0"/>
              <a:t>ariyāmai</a:t>
            </a:r>
            <a:r>
              <a:rPr lang="en-US" sz="5400" dirty="0" smtClean="0"/>
              <a:t> </a:t>
            </a:r>
            <a:r>
              <a:rPr lang="en-US" sz="5400" dirty="0" err="1" smtClean="0"/>
              <a:t>akaṫṫri</a:t>
            </a:r>
            <a:r>
              <a:rPr lang="en-US" sz="5400" dirty="0" smtClean="0"/>
              <a:t> </a:t>
            </a:r>
            <a:r>
              <a:rPr lang="en-US" sz="5400" dirty="0" err="1" smtClean="0"/>
              <a:t>tandāy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maruḷil</a:t>
            </a:r>
            <a:r>
              <a:rPr lang="en-US" sz="5400" dirty="0" smtClean="0"/>
              <a:t> </a:t>
            </a:r>
            <a:r>
              <a:rPr lang="en-US" sz="5400" dirty="0" err="1" smtClean="0"/>
              <a:t>teḷivai</a:t>
            </a:r>
            <a:r>
              <a:rPr lang="en-US" sz="5400" dirty="0" smtClean="0"/>
              <a:t> </a:t>
            </a:r>
            <a:r>
              <a:rPr lang="en-US" sz="5400" dirty="0" err="1" smtClean="0"/>
              <a:t>tandu</a:t>
            </a:r>
            <a:r>
              <a:rPr lang="en-US" sz="5400" dirty="0" smtClean="0"/>
              <a:t> </a:t>
            </a:r>
            <a:r>
              <a:rPr lang="en-US" sz="5400" dirty="0" err="1" smtClean="0"/>
              <a:t>aruḷāl</a:t>
            </a:r>
            <a:r>
              <a:rPr lang="en-US" sz="5400" dirty="0" smtClean="0"/>
              <a:t> </a:t>
            </a:r>
            <a:r>
              <a:rPr lang="en-US" sz="5400" dirty="0" err="1" smtClean="0"/>
              <a:t>nī</a:t>
            </a:r>
            <a:r>
              <a:rPr lang="en-US" sz="5400" dirty="0" smtClean="0"/>
              <a:t> </a:t>
            </a:r>
            <a:r>
              <a:rPr lang="en-US" sz="5400" dirty="0" err="1" smtClean="0"/>
              <a:t>unnaḍi</a:t>
            </a:r>
            <a:r>
              <a:rPr lang="en-US" sz="5400" dirty="0" smtClean="0"/>
              <a:t> </a:t>
            </a:r>
            <a:r>
              <a:rPr lang="en-US" sz="5400" dirty="0" err="1" smtClean="0"/>
              <a:t>cērttāy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400" dirty="0" smtClean="0">
                <a:solidFill>
                  <a:srgbClr val="FFFF00"/>
                </a:solidFill>
              </a:rPr>
              <a:t>In my dark moments, you came as light that dispelled my ignorance. When delusion overwhelmed me, you provided clarity and, with grace, led me to your feet.</a:t>
            </a:r>
            <a:endParaRPr lang="en-US" sz="4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2872</TotalTime>
  <Words>220</Words>
  <Application>Microsoft Office PowerPoint</Application>
  <PresentationFormat>On-screen Show (4:3)</PresentationFormat>
  <Paragraphs>20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kaṇṇīrōḍu vandēn</vt:lpstr>
      <vt:lpstr>kaṇṇīrōḍu vandēn ammā kavalai ellām marandu cendrēn undan anbai ninaindēn ammā uḷḷam uruki nān azhudēn</vt:lpstr>
      <vt:lpstr>azhumbōtu āṙutal tandāy vizhumbōtu karamāy vandāy tozhumpōtu  tuṇaiyāy vandāy nīyē en tāy endrāy</vt:lpstr>
      <vt:lpstr>tūkkattil kanavāy vandāy  uṇṇum vēḷai uṇavāy vandāy ēkattil ninaivāy vandu  eppōtum nī irundāy</vt:lpstr>
      <vt:lpstr>vāḍumbōtu amaidi tandāy izhandapōtu tuṇivāy vandāy tēḍumbōtu disaiyāy vandāy ilakkai nī kāṭṭi tandāy</vt:lpstr>
      <vt:lpstr>iruḷil oḷiyāy vandu ariyāmai akaṫṫri tandāy maruḷil teḷivai tandu aruḷāl nī unnaḍi cērttāy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AMMA</cp:lastModifiedBy>
  <cp:revision>327</cp:revision>
  <dcterms:created xsi:type="dcterms:W3CDTF">2006-08-16T00:00:00Z</dcterms:created>
  <dcterms:modified xsi:type="dcterms:W3CDTF">2025-07-26T14:34:59Z</dcterms:modified>
</cp:coreProperties>
</file>