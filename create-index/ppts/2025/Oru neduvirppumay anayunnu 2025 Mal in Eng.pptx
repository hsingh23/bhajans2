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86" r:id="rId2"/>
    <p:sldId id="292" r:id="rId3"/>
    <p:sldId id="289" r:id="rId4"/>
    <p:sldId id="287" r:id="rId5"/>
    <p:sldId id="290" r:id="rId6"/>
    <p:sldId id="288" r:id="rId7"/>
    <p:sldId id="29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41" autoAdjust="0"/>
  </p:normalViewPr>
  <p:slideViewPr>
    <p:cSldViewPr>
      <p:cViewPr varScale="1">
        <p:scale>
          <a:sx n="65" d="100"/>
          <a:sy n="65" d="100"/>
        </p:scale>
        <p:origin x="-147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oru</a:t>
            </a:r>
            <a:r>
              <a:rPr lang="en-US" sz="6000" dirty="0" smtClean="0"/>
              <a:t> </a:t>
            </a:r>
            <a:r>
              <a:rPr lang="en-US" sz="6000" dirty="0" err="1" smtClean="0"/>
              <a:t>neḍuvīrppumāy</a:t>
            </a:r>
            <a:r>
              <a:rPr lang="en-US" sz="6000" dirty="0" smtClean="0"/>
              <a:t> </a:t>
            </a:r>
            <a:r>
              <a:rPr lang="en-US" sz="6000" dirty="0" err="1" smtClean="0"/>
              <a:t>aṇayunnu</a:t>
            </a:r>
            <a:r>
              <a:rPr lang="en-US" sz="6000" dirty="0" smtClean="0"/>
              <a:t> </a:t>
            </a:r>
            <a:r>
              <a:rPr lang="en-US" sz="6000" dirty="0" err="1" smtClean="0"/>
              <a:t>ñān</a:t>
            </a:r>
            <a:r>
              <a:rPr lang="en-US" sz="6000" dirty="0" smtClean="0"/>
              <a:t> </a:t>
            </a:r>
            <a:r>
              <a:rPr lang="en-US" sz="6000" dirty="0" err="1" smtClean="0"/>
              <a:t>ammē</a:t>
            </a:r>
            <a:endParaRPr lang="en-US" sz="6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2025 </a:t>
            </a:r>
            <a:r>
              <a:rPr lang="en-US" sz="5400" smtClean="0">
                <a:solidFill>
                  <a:srgbClr val="FFFF00"/>
                </a:solidFill>
              </a:rPr>
              <a:t>(Malayalam)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oru</a:t>
            </a:r>
            <a:r>
              <a:rPr lang="en-US" sz="6000" dirty="0" smtClean="0"/>
              <a:t> </a:t>
            </a:r>
            <a:r>
              <a:rPr lang="en-US" sz="6000" dirty="0" err="1" smtClean="0"/>
              <a:t>neḍuvīrppumāy</a:t>
            </a:r>
            <a:r>
              <a:rPr lang="en-US" sz="6000" dirty="0" smtClean="0"/>
              <a:t> </a:t>
            </a:r>
            <a:r>
              <a:rPr lang="en-US" sz="6000" dirty="0" err="1" smtClean="0"/>
              <a:t>aṇayunnu</a:t>
            </a:r>
            <a:r>
              <a:rPr lang="en-US" sz="6000" dirty="0" smtClean="0"/>
              <a:t> </a:t>
            </a:r>
            <a:r>
              <a:rPr lang="en-US" sz="6000" dirty="0" err="1" smtClean="0"/>
              <a:t>ñān</a:t>
            </a:r>
            <a:r>
              <a:rPr lang="en-US" sz="6000" dirty="0" smtClean="0"/>
              <a:t> </a:t>
            </a:r>
            <a:r>
              <a:rPr lang="en-US" sz="6000" dirty="0" err="1" smtClean="0"/>
              <a:t>ammē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oru</a:t>
            </a:r>
            <a:r>
              <a:rPr lang="en-US" sz="6000" dirty="0" smtClean="0"/>
              <a:t> </a:t>
            </a:r>
            <a:r>
              <a:rPr lang="en-US" sz="6000" dirty="0" err="1" smtClean="0"/>
              <a:t>mātra</a:t>
            </a:r>
            <a:r>
              <a:rPr lang="en-US" sz="6000" dirty="0" smtClean="0"/>
              <a:t> </a:t>
            </a:r>
            <a:r>
              <a:rPr lang="en-US" sz="6000" dirty="0" err="1" smtClean="0"/>
              <a:t>enne</a:t>
            </a:r>
            <a:r>
              <a:rPr lang="en-US" sz="6000" dirty="0" smtClean="0"/>
              <a:t> </a:t>
            </a:r>
            <a:r>
              <a:rPr lang="en-US" sz="6000" dirty="0" err="1" smtClean="0"/>
              <a:t>nī</a:t>
            </a:r>
            <a:r>
              <a:rPr lang="en-US" sz="6000" dirty="0" smtClean="0"/>
              <a:t> </a:t>
            </a:r>
            <a:r>
              <a:rPr lang="en-US" sz="6000" dirty="0" err="1" smtClean="0"/>
              <a:t>nōkkukillē</a:t>
            </a:r>
            <a:endParaRPr lang="en-US" sz="6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O Mother, I come to you with a forlorn sigh—will you not glance upon me, even for a moment</a:t>
            </a:r>
            <a:r>
              <a:rPr lang="en-US" sz="5400" dirty="0" smtClean="0">
                <a:solidFill>
                  <a:srgbClr val="FFFF00"/>
                </a:solidFill>
              </a:rPr>
              <a:t>?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hṛdayattiloru</a:t>
            </a:r>
            <a:r>
              <a:rPr lang="en-US" sz="6000" dirty="0" smtClean="0"/>
              <a:t> </a:t>
            </a:r>
            <a:r>
              <a:rPr lang="en-US" sz="6000" dirty="0" err="1" smtClean="0"/>
              <a:t>tiri</a:t>
            </a:r>
            <a:r>
              <a:rPr lang="en-US" sz="6000" dirty="0" smtClean="0"/>
              <a:t> </a:t>
            </a:r>
            <a:r>
              <a:rPr lang="en-US" sz="6000" dirty="0" err="1" smtClean="0"/>
              <a:t>koḷutti</a:t>
            </a:r>
            <a:r>
              <a:rPr lang="en-US" sz="6000" dirty="0" smtClean="0"/>
              <a:t> </a:t>
            </a:r>
            <a:r>
              <a:rPr lang="en-US" sz="6000" dirty="0" err="1" smtClean="0"/>
              <a:t>vaykkām</a:t>
            </a:r>
            <a:r>
              <a:rPr lang="en-US" sz="6000" dirty="0" smtClean="0"/>
              <a:t> </a:t>
            </a:r>
            <a:r>
              <a:rPr lang="en-US" sz="6000" dirty="0" err="1" smtClean="0"/>
              <a:t>ennum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aṇayāte</a:t>
            </a:r>
            <a:r>
              <a:rPr lang="en-US" sz="6000" dirty="0" smtClean="0"/>
              <a:t> </a:t>
            </a:r>
            <a:r>
              <a:rPr lang="en-US" sz="6000" dirty="0" err="1" smtClean="0"/>
              <a:t>nīyatu</a:t>
            </a:r>
            <a:r>
              <a:rPr lang="en-US" sz="6000" dirty="0" smtClean="0"/>
              <a:t> </a:t>
            </a:r>
            <a:r>
              <a:rPr lang="en-US" sz="6000" dirty="0" err="1" smtClean="0"/>
              <a:t>kākkukille</a:t>
            </a:r>
            <a:endParaRPr lang="en-US" sz="6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I </a:t>
            </a:r>
            <a:r>
              <a:rPr lang="en-US" sz="6000" dirty="0" smtClean="0">
                <a:solidFill>
                  <a:srgbClr val="FFFF00"/>
                </a:solidFill>
              </a:rPr>
              <a:t>will ever light a lamp within my heart—will you not keep it burning bright?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smtClean="0"/>
              <a:t>ā </a:t>
            </a:r>
            <a:r>
              <a:rPr lang="en-US" sz="6000" dirty="0" err="1" smtClean="0"/>
              <a:t>tiru</a:t>
            </a:r>
            <a:r>
              <a:rPr lang="en-US" sz="6000" dirty="0" smtClean="0"/>
              <a:t> </a:t>
            </a:r>
            <a:r>
              <a:rPr lang="en-US" sz="6000" dirty="0" err="1" smtClean="0"/>
              <a:t>dīpam</a:t>
            </a:r>
            <a:r>
              <a:rPr lang="en-US" sz="6000" dirty="0" smtClean="0"/>
              <a:t> </a:t>
            </a:r>
            <a:r>
              <a:rPr lang="en-US" sz="6000" dirty="0" err="1" smtClean="0"/>
              <a:t>pradakṣiṇam</a:t>
            </a:r>
            <a:r>
              <a:rPr lang="en-US" sz="6000" dirty="0" smtClean="0"/>
              <a:t> </a:t>
            </a:r>
            <a:r>
              <a:rPr lang="en-US" sz="6000" dirty="0" err="1" smtClean="0"/>
              <a:t>ceytu</a:t>
            </a:r>
            <a:r>
              <a:rPr lang="en-US" sz="6000" dirty="0" smtClean="0"/>
              <a:t> </a:t>
            </a:r>
            <a:r>
              <a:rPr lang="en-US" sz="6000" dirty="0" err="1" smtClean="0"/>
              <a:t>nin</a:t>
            </a:r>
            <a:r>
              <a:rPr lang="en-US" sz="6000" dirty="0" smtClean="0"/>
              <a:t> - </a:t>
            </a:r>
            <a:r>
              <a:rPr lang="en-US" sz="6000" dirty="0" err="1" smtClean="0"/>
              <a:t>āyiram</a:t>
            </a:r>
            <a:r>
              <a:rPr lang="en-US" sz="6000" dirty="0" smtClean="0"/>
              <a:t> </a:t>
            </a:r>
            <a:r>
              <a:rPr lang="en-US" sz="6000" dirty="0" err="1" smtClean="0"/>
              <a:t>mantraṅgaḷ</a:t>
            </a:r>
            <a:r>
              <a:rPr lang="en-US" sz="6000" dirty="0" smtClean="0"/>
              <a:t> </a:t>
            </a:r>
            <a:r>
              <a:rPr lang="en-US" sz="6000" dirty="0" err="1" smtClean="0"/>
              <a:t>urukkazhikkām</a:t>
            </a:r>
            <a:endParaRPr lang="en-US" sz="6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Reverently circumambulating that sacred lamp, I will chant a thousand mantras in your praise</a:t>
            </a:r>
            <a:r>
              <a:rPr lang="en-US" sz="5400" dirty="0" smtClean="0">
                <a:solidFill>
                  <a:srgbClr val="FFFF00"/>
                </a:solidFill>
              </a:rPr>
              <a:t>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tāṅguvān</a:t>
            </a:r>
            <a:r>
              <a:rPr lang="en-US" sz="6000" dirty="0" smtClean="0"/>
              <a:t> </a:t>
            </a:r>
            <a:r>
              <a:rPr lang="en-US" sz="6000" dirty="0" err="1" smtClean="0"/>
              <a:t>ākātta</a:t>
            </a:r>
            <a:r>
              <a:rPr lang="en-US" sz="6000" dirty="0" smtClean="0"/>
              <a:t> </a:t>
            </a:r>
            <a:r>
              <a:rPr lang="en-US" sz="6000" dirty="0" err="1" smtClean="0"/>
              <a:t>bhārattāl</a:t>
            </a:r>
            <a:r>
              <a:rPr lang="en-US" sz="6000" dirty="0" smtClean="0"/>
              <a:t> </a:t>
            </a:r>
            <a:r>
              <a:rPr lang="en-US" sz="6000" dirty="0" err="1" smtClean="0"/>
              <a:t>hṛdayavum</a:t>
            </a:r>
            <a:r>
              <a:rPr lang="en-US" sz="6000" dirty="0" smtClean="0"/>
              <a:t>  </a:t>
            </a:r>
            <a:r>
              <a:rPr lang="en-US" sz="6000" dirty="0" err="1" smtClean="0"/>
              <a:t>taḷarumbōzhamma</a:t>
            </a:r>
            <a:r>
              <a:rPr lang="en-US" sz="6000" dirty="0" smtClean="0"/>
              <a:t> </a:t>
            </a:r>
            <a:r>
              <a:rPr lang="en-US" sz="6000" dirty="0" err="1" smtClean="0"/>
              <a:t>nī</a:t>
            </a:r>
            <a:r>
              <a:rPr lang="en-US" sz="6000" dirty="0" smtClean="0"/>
              <a:t> </a:t>
            </a:r>
            <a:r>
              <a:rPr lang="en-US" sz="6000" dirty="0" err="1" smtClean="0"/>
              <a:t>aṇayukillē</a:t>
            </a:r>
            <a:endParaRPr lang="en-US" sz="6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When </a:t>
            </a:r>
            <a:r>
              <a:rPr lang="en-US" sz="5400" dirty="0" smtClean="0">
                <a:solidFill>
                  <a:srgbClr val="FFFF00"/>
                </a:solidFill>
              </a:rPr>
              <a:t>my heart becomes burdened with unbearable sorrow, O Mother, will you not draw near?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cinta</a:t>
            </a:r>
            <a:r>
              <a:rPr lang="en-US" sz="6000" dirty="0" smtClean="0"/>
              <a:t> </a:t>
            </a:r>
            <a:r>
              <a:rPr lang="en-US" sz="6000" dirty="0" err="1" smtClean="0"/>
              <a:t>camaykkunna</a:t>
            </a:r>
            <a:r>
              <a:rPr lang="en-US" sz="6000" dirty="0" smtClean="0"/>
              <a:t> </a:t>
            </a:r>
            <a:r>
              <a:rPr lang="en-US" sz="6000" dirty="0" err="1" smtClean="0"/>
              <a:t>cakravyūham</a:t>
            </a:r>
            <a:r>
              <a:rPr lang="en-US" sz="6000" dirty="0" smtClean="0"/>
              <a:t> </a:t>
            </a:r>
            <a:r>
              <a:rPr lang="en-US" sz="6000" dirty="0" err="1" smtClean="0"/>
              <a:t>tannil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uyirināy</a:t>
            </a:r>
            <a:r>
              <a:rPr lang="en-US" sz="6000" dirty="0" smtClean="0"/>
              <a:t> </a:t>
            </a:r>
            <a:r>
              <a:rPr lang="en-US" sz="6000" dirty="0" err="1" smtClean="0"/>
              <a:t>piḍayunnī</a:t>
            </a:r>
            <a:r>
              <a:rPr lang="en-US" sz="6000" dirty="0" smtClean="0"/>
              <a:t> </a:t>
            </a:r>
            <a:r>
              <a:rPr lang="en-US" sz="6000" dirty="0" err="1" smtClean="0"/>
              <a:t>jīvanammē</a:t>
            </a:r>
            <a:endParaRPr lang="en-US" sz="6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O Mother, this being writhes in agony, trapped in the </a:t>
            </a:r>
            <a:r>
              <a:rPr lang="en-US" sz="5400" dirty="0" err="1" smtClean="0">
                <a:solidFill>
                  <a:srgbClr val="FFFF00"/>
                </a:solidFill>
              </a:rPr>
              <a:t>Chakravyuha</a:t>
            </a:r>
            <a:r>
              <a:rPr lang="en-US" sz="5400" dirty="0" smtClean="0">
                <a:solidFill>
                  <a:srgbClr val="FFFF00"/>
                </a:solidFill>
              </a:rPr>
              <a:t> of endless thoughts.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nin</a:t>
            </a:r>
            <a:r>
              <a:rPr lang="en-US" sz="6000" dirty="0" smtClean="0"/>
              <a:t> </a:t>
            </a:r>
            <a:r>
              <a:rPr lang="en-US" sz="6000" dirty="0" err="1" smtClean="0"/>
              <a:t>kṛpa</a:t>
            </a:r>
            <a:r>
              <a:rPr lang="en-US" sz="6000" dirty="0" smtClean="0"/>
              <a:t> </a:t>
            </a:r>
            <a:r>
              <a:rPr lang="en-US" sz="6000" dirty="0" err="1" smtClean="0"/>
              <a:t>onnallātinnilla</a:t>
            </a:r>
            <a:r>
              <a:rPr lang="en-US" sz="6000" dirty="0" smtClean="0"/>
              <a:t> en </a:t>
            </a:r>
            <a:r>
              <a:rPr lang="en-US" sz="6000" dirty="0" err="1" smtClean="0"/>
              <a:t>munnil</a:t>
            </a:r>
            <a:r>
              <a:rPr lang="en-US" sz="6000" dirty="0" smtClean="0"/>
              <a:t> </a:t>
            </a:r>
            <a:r>
              <a:rPr lang="en-US" sz="6000" dirty="0" err="1" smtClean="0"/>
              <a:t>coriyuvān</a:t>
            </a:r>
            <a:r>
              <a:rPr lang="en-US" sz="6000" dirty="0" smtClean="0"/>
              <a:t> </a:t>
            </a:r>
            <a:r>
              <a:rPr lang="en-US" sz="6000" dirty="0" err="1" smtClean="0"/>
              <a:t>tāmasam</a:t>
            </a:r>
            <a:r>
              <a:rPr lang="en-US" sz="6000" dirty="0" smtClean="0"/>
              <a:t> </a:t>
            </a:r>
            <a:r>
              <a:rPr lang="en-US" sz="6000" dirty="0" err="1" smtClean="0"/>
              <a:t>arutarutē</a:t>
            </a:r>
            <a:endParaRPr lang="en-US" sz="6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There </a:t>
            </a:r>
            <a:r>
              <a:rPr lang="en-US" sz="5400" dirty="0" smtClean="0">
                <a:solidFill>
                  <a:srgbClr val="FFFF00"/>
                </a:solidFill>
              </a:rPr>
              <a:t>is no way forward for me now but your grace alone. I beg you, O Mother, do not delay—shower your grace upon me.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2769</TotalTime>
  <Words>172</Words>
  <Application>Microsoft Office PowerPoint</Application>
  <PresentationFormat>On-screen Show (4:3)</PresentationFormat>
  <Paragraphs>21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oru neḍuvīrppumāy aṇayunnu ñān ammē</vt:lpstr>
      <vt:lpstr>oru neḍuvīrppumāy aṇayunnu ñān ammē oru mātra enne nī nōkkukillē</vt:lpstr>
      <vt:lpstr>hṛdayattiloru tiri koḷutti vaykkām ennum aṇayāte nīyatu kākkukille</vt:lpstr>
      <vt:lpstr>ā tiru dīpam pradakṣiṇam ceytu nin - āyiram mantraṅgaḷ urukkazhikkām</vt:lpstr>
      <vt:lpstr>tāṅguvān ākātta bhārattāl hṛdayavum  taḷarumbōzhamma nī aṇayukillē</vt:lpstr>
      <vt:lpstr>cinta camaykkunna cakravyūham tannil uyirināy piḍayunnī jīvanammē</vt:lpstr>
      <vt:lpstr>nin kṛpa onnallātinnilla en munnil coriyuvān tāmasam arutarutē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304</cp:revision>
  <dcterms:created xsi:type="dcterms:W3CDTF">2006-08-16T00:00:00Z</dcterms:created>
  <dcterms:modified xsi:type="dcterms:W3CDTF">2025-03-19T09:30:33Z</dcterms:modified>
</cp:coreProperties>
</file>