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AB6F-BB94-419B-8684-C98FDD778878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0EE22-4482-4D7E-B23D-77DD70086DA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nandri ammā kōḍi nandri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nandri ammā kōḍi nandri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Thank you, Mother, a crore times thank you,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kōḍi janaṅgaḷil enakkenna takuti ammā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un karam nīṭṭi ennai unniḍam sērttāy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Among crores of people, what worth did I have, Mother? You extended your hand and brought me to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aḷavaṫṫra aruḷ nī tandāyē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kaimmāṙu ennatān seyvēn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gave me boundless grace. What can I possibly give in return, Mother?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nandri ammā kōḍi nandri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Thank you, Mother, a crore times thank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unnaḍiyil vāzhavaittāyē….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unnuḍanē pāḍavaittāyē…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made me live at your feet... You made me sing with you...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nān enna pizhai seytālum tirutti ennai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un anbāl aṇaittāyē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un anbāl aṇaittāyē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Even if I made a mistake, you corrected me and embraced me with your love. You embraced me with your love…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tāyē… karuṇai… kaḍalē…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 Ocean of compassion…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un anbirku takuti illayē…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unai aṙiya jñānam illayē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am not deserving of your love. I have no knowledge to understand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endrālum en vāzhvil eppozhutum ammā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priya sakhiyāy iruppāyē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priya sakhiyāy iruppāyē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Even so, O Mother, remain as my dearest friend, always in my life.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ammā… tāyē… karuṇai… kaḍalē…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 Ocean of compassion…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nandri ammā kōḍi nandri ammā</vt:lpstr>
      <vt:lpstr>nandri ammā kōḍi nandri ammā</vt:lpstr>
      <vt:lpstr>kōḍi janaṅgaḷil enakkenna takuti ammā un karam nīṭṭi ennai unniḍam sērttāy</vt:lpstr>
      <vt:lpstr>aḷavaṫṫra aruḷ nī tandāyē kaimmāṙu ennatān seyvēn ammā</vt:lpstr>
      <vt:lpstr>nandri ammā kōḍi nandri ammā</vt:lpstr>
      <vt:lpstr>unnaḍiyil vāzhavaittāyē…. unnuḍanē pāḍavaittāyē…</vt:lpstr>
      <vt:lpstr>nān enna pizhai seytālum tirutti ennai un anbāl aṇaittāyē un anbāl aṇaittāyē</vt:lpstr>
      <vt:lpstr>ammā… tāyē… karuṇai… kaḍalē…</vt:lpstr>
      <vt:lpstr>un anbirku takuti illayē… unai aṙiya jñānam illayē</vt:lpstr>
      <vt:lpstr>endrālum en vāzhvil eppozhutum ammā en priya sakhiyāy iruppāyē en priya sakhiyāy iruppāyē</vt:lpstr>
      <vt:lpstr>ammā… tāyē… karuṇai… kaḍalē…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nandri ammā kōḍi nandri ammā</dc:title>
  <dc:creator>Amrita</dc:creator>
  <cp:lastModifiedBy>Amrita</cp:lastModifiedBy>
  <cp:revision>1</cp:revision>
  <dcterms:created xsi:type="dcterms:W3CDTF">2025-07-28T13:20:35Z</dcterms:created>
  <dcterms:modified xsi:type="dcterms:W3CDTF">2025-07-28T13:20:58Z</dcterms:modified>
</cp:coreProperties>
</file>