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296" r:id="rId3"/>
    <p:sldId id="297" r:id="rId4"/>
    <p:sldId id="292" r:id="rId5"/>
    <p:sldId id="298" r:id="rId6"/>
    <p:sldId id="293" r:id="rId7"/>
    <p:sldId id="299" r:id="rId8"/>
    <p:sldId id="294" r:id="rId9"/>
    <p:sldId id="300" r:id="rId10"/>
    <p:sldId id="295" r:id="rId11"/>
    <p:sldId id="30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tanne</a:t>
            </a:r>
            <a:r>
              <a:rPr lang="en-US" sz="6600" dirty="0" smtClean="0"/>
              <a:t> </a:t>
            </a:r>
            <a:r>
              <a:rPr lang="en-US" sz="6600" dirty="0" err="1" smtClean="0"/>
              <a:t>pulariyum</a:t>
            </a:r>
            <a:r>
              <a:rPr lang="en-US" sz="6600" dirty="0" smtClean="0"/>
              <a:t> </a:t>
            </a:r>
            <a:r>
              <a:rPr lang="en-US" sz="6600" dirty="0" err="1" smtClean="0"/>
              <a:t>sandhyayum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tanne</a:t>
            </a:r>
            <a:r>
              <a:rPr lang="en-US" sz="6000" dirty="0" smtClean="0"/>
              <a:t> </a:t>
            </a:r>
            <a:r>
              <a:rPr lang="en-US" sz="6000" dirty="0" err="1" smtClean="0"/>
              <a:t>pulariyum</a:t>
            </a:r>
            <a:r>
              <a:rPr lang="en-US" sz="6000" dirty="0" smtClean="0"/>
              <a:t> </a:t>
            </a:r>
            <a:r>
              <a:rPr lang="en-US" sz="6000" dirty="0" err="1" smtClean="0"/>
              <a:t>sandhyayum</a:t>
            </a:r>
            <a:r>
              <a:rPr lang="en-US" sz="6000" dirty="0" smtClean="0"/>
              <a:t> </a:t>
            </a:r>
            <a:r>
              <a:rPr lang="en-US" sz="6000" dirty="0" err="1" smtClean="0"/>
              <a:t>rāvum</a:t>
            </a:r>
            <a:r>
              <a:rPr lang="en-US" sz="6000" dirty="0" smtClean="0"/>
              <a:t> ī</a:t>
            </a:r>
            <a:br>
              <a:rPr lang="en-US" sz="6000" dirty="0" smtClean="0"/>
            </a:br>
            <a:r>
              <a:rPr lang="en-US" sz="6000" dirty="0" err="1" smtClean="0"/>
              <a:t>kuḷir</a:t>
            </a:r>
            <a:r>
              <a:rPr lang="en-US" sz="6000" dirty="0" smtClean="0"/>
              <a:t> </a:t>
            </a:r>
            <a:r>
              <a:rPr lang="en-US" sz="6000" dirty="0" err="1" smtClean="0"/>
              <a:t>tūki</a:t>
            </a:r>
            <a:r>
              <a:rPr lang="en-US" sz="6000" dirty="0" smtClean="0"/>
              <a:t> </a:t>
            </a:r>
            <a:r>
              <a:rPr lang="en-US" sz="6000" dirty="0" err="1" smtClean="0"/>
              <a:t>aṇayunna</a:t>
            </a:r>
            <a:r>
              <a:rPr lang="en-US" sz="6000" dirty="0" smtClean="0"/>
              <a:t> </a:t>
            </a:r>
            <a:r>
              <a:rPr lang="en-US" sz="6000" dirty="0" err="1" smtClean="0"/>
              <a:t>pūntennalum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are the dawn, the evening, and the night; the cool, fragrant breeze;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tanne</a:t>
            </a:r>
            <a:r>
              <a:rPr lang="en-US" sz="6000" dirty="0" smtClean="0"/>
              <a:t> </a:t>
            </a:r>
            <a:r>
              <a:rPr lang="en-US" sz="6000" dirty="0" err="1" smtClean="0"/>
              <a:t>aruṇanum</a:t>
            </a:r>
            <a:r>
              <a:rPr lang="en-US" sz="6000" dirty="0" smtClean="0"/>
              <a:t> </a:t>
            </a:r>
            <a:r>
              <a:rPr lang="en-US" sz="6000" dirty="0" err="1" smtClean="0"/>
              <a:t>pūnilā-candranum</a:t>
            </a:r>
            <a:r>
              <a:rPr lang="en-US" sz="6000" dirty="0" smtClean="0"/>
              <a:t> -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tanne</a:t>
            </a:r>
            <a:r>
              <a:rPr lang="en-US" sz="6000" dirty="0" smtClean="0"/>
              <a:t> </a:t>
            </a:r>
            <a:r>
              <a:rPr lang="en-US" sz="6000" dirty="0" err="1" smtClean="0"/>
              <a:t>gaganavum</a:t>
            </a:r>
            <a:r>
              <a:rPr lang="en-US" sz="6000" dirty="0" smtClean="0"/>
              <a:t> </a:t>
            </a:r>
            <a:r>
              <a:rPr lang="en-US" sz="6000" dirty="0" err="1" smtClean="0"/>
              <a:t>viśvam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</a:t>
            </a:r>
            <a:r>
              <a:rPr lang="en-US" sz="5400" dirty="0" smtClean="0">
                <a:solidFill>
                  <a:srgbClr val="FFFF00"/>
                </a:solidFill>
              </a:rPr>
              <a:t>are the rising sun and the full moon; you are the sky and the entire universe, O Mother.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vāyuvum</a:t>
            </a:r>
            <a:r>
              <a:rPr lang="en-US" sz="6000" dirty="0" smtClean="0"/>
              <a:t> </a:t>
            </a:r>
            <a:r>
              <a:rPr lang="en-US" sz="6000" dirty="0" err="1" smtClean="0"/>
              <a:t>jalavum</a:t>
            </a:r>
            <a:r>
              <a:rPr lang="en-US" sz="6000" dirty="0" smtClean="0"/>
              <a:t> ī </a:t>
            </a:r>
            <a:r>
              <a:rPr lang="en-US" sz="6000" dirty="0" err="1" smtClean="0"/>
              <a:t>agniyum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tanne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nadiyum</a:t>
            </a:r>
            <a:r>
              <a:rPr lang="en-US" sz="6000" dirty="0" smtClean="0"/>
              <a:t> </a:t>
            </a:r>
            <a:r>
              <a:rPr lang="en-US" sz="6000" dirty="0" err="1" smtClean="0"/>
              <a:t>jaladhi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are the air, the water, and the fire; the rivers and the oceans, O Mother.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mazhayum</a:t>
            </a:r>
            <a:r>
              <a:rPr lang="en-US" sz="6600" dirty="0" smtClean="0"/>
              <a:t> </a:t>
            </a:r>
            <a:r>
              <a:rPr lang="en-US" sz="6600" dirty="0" smtClean="0"/>
              <a:t>ī </a:t>
            </a:r>
            <a:r>
              <a:rPr lang="en-US" sz="6600" dirty="0" err="1" smtClean="0"/>
              <a:t>ponveyil</a:t>
            </a:r>
            <a:r>
              <a:rPr lang="en-US" sz="6600" dirty="0" smtClean="0"/>
              <a:t> </a:t>
            </a:r>
            <a:r>
              <a:rPr lang="en-US" sz="6600" dirty="0" err="1" smtClean="0"/>
              <a:t>cantavum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tanne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aḍaviyum</a:t>
            </a:r>
            <a:r>
              <a:rPr lang="en-US" sz="6600" dirty="0" smtClean="0"/>
              <a:t> </a:t>
            </a:r>
            <a:r>
              <a:rPr lang="en-US" sz="6600" dirty="0" err="1" smtClean="0"/>
              <a:t>prakṛti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</a:t>
            </a:r>
            <a:r>
              <a:rPr lang="en-US" sz="6000" dirty="0" smtClean="0">
                <a:solidFill>
                  <a:srgbClr val="FFFF00"/>
                </a:solidFill>
              </a:rPr>
              <a:t>are the rain, the golden sunlight, the forest, and all of nature, O Mother.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mukilum</a:t>
            </a:r>
            <a:r>
              <a:rPr lang="en-US" sz="6600" dirty="0" smtClean="0"/>
              <a:t> ī </a:t>
            </a:r>
            <a:r>
              <a:rPr lang="en-US" sz="6600" dirty="0" err="1" smtClean="0"/>
              <a:t>tārāpathaṅgaḷum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tanne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akhilāṇḍa</a:t>
            </a:r>
            <a:r>
              <a:rPr lang="en-US" sz="6600" dirty="0" smtClean="0"/>
              <a:t> </a:t>
            </a:r>
            <a:r>
              <a:rPr lang="en-US" sz="6600" dirty="0" err="1" smtClean="0"/>
              <a:t>janani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are the clouds and the starry skies; the mother of the entire world, O Mother.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sṛṣṭiyum</a:t>
            </a:r>
            <a:r>
              <a:rPr lang="en-US" sz="6600" dirty="0" smtClean="0"/>
              <a:t> </a:t>
            </a:r>
            <a:r>
              <a:rPr lang="en-US" sz="6600" dirty="0" err="1" smtClean="0"/>
              <a:t>sraṣṭāvum</a:t>
            </a:r>
            <a:r>
              <a:rPr lang="en-US" sz="6600" dirty="0" smtClean="0"/>
              <a:t> </a:t>
            </a:r>
            <a:r>
              <a:rPr lang="en-US" sz="6600" dirty="0" err="1" smtClean="0"/>
              <a:t>sṛṣṭi-jālaṅgaḷum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jīvanum</a:t>
            </a:r>
            <a:r>
              <a:rPr lang="en-US" sz="6600" dirty="0" smtClean="0"/>
              <a:t> </a:t>
            </a:r>
            <a:r>
              <a:rPr lang="en-US" sz="6600" dirty="0" err="1" smtClean="0"/>
              <a:t>prāṇan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</a:t>
            </a:r>
            <a:r>
              <a:rPr lang="en-US" sz="5400" dirty="0" smtClean="0">
                <a:solidFill>
                  <a:srgbClr val="FFFF00"/>
                </a:solidFill>
              </a:rPr>
              <a:t>are the creation and the creator, all beings in creation, and their very life and breath, O Mother.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brāhmiyum</a:t>
            </a:r>
            <a:r>
              <a:rPr lang="en-US" sz="6000" dirty="0" smtClean="0"/>
              <a:t> </a:t>
            </a:r>
            <a:r>
              <a:rPr lang="en-US" sz="6000" dirty="0" err="1" smtClean="0"/>
              <a:t>brahmavum</a:t>
            </a:r>
            <a:r>
              <a:rPr lang="en-US" sz="6000" dirty="0" smtClean="0"/>
              <a:t> </a:t>
            </a:r>
            <a:r>
              <a:rPr lang="en-US" sz="6000" dirty="0" err="1" smtClean="0"/>
              <a:t>ambikē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tanne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paramātma</a:t>
            </a:r>
            <a:r>
              <a:rPr lang="en-US" sz="6000" dirty="0" smtClean="0"/>
              <a:t> </a:t>
            </a:r>
            <a:r>
              <a:rPr lang="en-US" sz="6000" dirty="0" err="1" smtClean="0"/>
              <a:t>prēmam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you are Goddess and God, O Mother, the Supreme Self and Love.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jñānavum</a:t>
            </a:r>
            <a:r>
              <a:rPr lang="en-US" sz="6600" dirty="0" smtClean="0"/>
              <a:t> </a:t>
            </a:r>
            <a:r>
              <a:rPr lang="en-US" sz="6600" dirty="0" err="1" smtClean="0"/>
              <a:t>jñēyavum</a:t>
            </a:r>
            <a:r>
              <a:rPr lang="en-US" sz="6600" dirty="0" smtClean="0"/>
              <a:t> </a:t>
            </a:r>
            <a:r>
              <a:rPr lang="en-US" sz="6600" dirty="0" err="1" smtClean="0"/>
              <a:t>jñāna-svarūpavum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cinmayī</a:t>
            </a:r>
            <a:r>
              <a:rPr lang="en-US" sz="6600" dirty="0" smtClean="0"/>
              <a:t> </a:t>
            </a:r>
            <a:r>
              <a:rPr lang="en-US" sz="6600" dirty="0" err="1" smtClean="0"/>
              <a:t>ninnil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</a:t>
            </a:r>
            <a:r>
              <a:rPr lang="en-US" sz="5400" dirty="0" smtClean="0">
                <a:solidFill>
                  <a:srgbClr val="FFFF00"/>
                </a:solidFill>
              </a:rPr>
              <a:t>are knowledge, the knower, and the very form of knowledge—the embodiment of pure consciousness.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māyayum</a:t>
            </a:r>
            <a:r>
              <a:rPr lang="en-US" sz="6600" dirty="0" smtClean="0"/>
              <a:t> </a:t>
            </a:r>
            <a:r>
              <a:rPr lang="en-US" sz="6600" dirty="0" err="1" smtClean="0"/>
              <a:t>māyā-svarūpavum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tanne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sattayum</a:t>
            </a:r>
            <a:r>
              <a:rPr lang="en-US" sz="6600" dirty="0" smtClean="0"/>
              <a:t> </a:t>
            </a:r>
            <a:r>
              <a:rPr lang="en-US" sz="6600" dirty="0" err="1" smtClean="0"/>
              <a:t>satyam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are divine illusion and all its myriad of forms; you are the essence and truth, O Mother.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sukhavum</a:t>
            </a:r>
            <a:r>
              <a:rPr lang="en-US" sz="6600" dirty="0" smtClean="0"/>
              <a:t> </a:t>
            </a:r>
            <a:r>
              <a:rPr lang="en-US" sz="6600" dirty="0" err="1" smtClean="0"/>
              <a:t>duḥkhavum</a:t>
            </a:r>
            <a:r>
              <a:rPr lang="en-US" sz="6600" dirty="0" smtClean="0"/>
              <a:t> </a:t>
            </a:r>
            <a:r>
              <a:rPr lang="en-US" sz="6600" dirty="0" err="1" smtClean="0"/>
              <a:t>ānandavum</a:t>
            </a:r>
            <a:r>
              <a:rPr lang="en-US" sz="6600" dirty="0" smtClean="0"/>
              <a:t> </a:t>
            </a:r>
            <a:r>
              <a:rPr lang="en-US" sz="6600" dirty="0" err="1" smtClean="0"/>
              <a:t>nīyē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saccidānanda</a:t>
            </a:r>
            <a:r>
              <a:rPr lang="en-US" sz="6600" dirty="0" smtClean="0"/>
              <a:t> </a:t>
            </a:r>
            <a:r>
              <a:rPr lang="en-US" sz="6600" dirty="0" err="1" smtClean="0"/>
              <a:t>svarūpiṇi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</a:t>
            </a:r>
            <a:r>
              <a:rPr lang="en-US" sz="5400" dirty="0" smtClean="0">
                <a:solidFill>
                  <a:srgbClr val="FFFF00"/>
                </a:solidFill>
              </a:rPr>
              <a:t>are happiness, sorrow, and bliss—you who embody existence, consciousness, and bliss.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265</Words>
  <Application>Microsoft Office PowerPoint</Application>
  <PresentationFormat>On-screen Show (4:3)</PresentationFormat>
  <Paragraphs>34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nī tanne pulariyum sandhyayum</vt:lpstr>
      <vt:lpstr>nī tanne pulariyum sandhyayum rāvum ī kuḷir tūki aṇayunna pūntennalum</vt:lpstr>
      <vt:lpstr>nī tanne aruṇanum pūnilā-candranum - nī tanne gaganavum viśvam ammē</vt:lpstr>
      <vt:lpstr>vāyuvum jalavum ī agniyum nī tanne nadiyum jaladhi ammē</vt:lpstr>
      <vt:lpstr>mazhayum ī ponveyil cantavum nī tanne aḍaviyum prakṛti ammē</vt:lpstr>
      <vt:lpstr>mukilum ī tārāpathaṅgaḷum nī tanne akhilāṇḍa janani ammē</vt:lpstr>
      <vt:lpstr>sṛṣṭiyum sraṣṭāvum sṛṣṭi-jālaṅgaḷum jīvanum prāṇan ammē</vt:lpstr>
      <vt:lpstr>brāhmiyum brahmavum ambikē nī tanne paramātma prēmam ammē</vt:lpstr>
      <vt:lpstr>jñānavum jñēyavum jñāna-svarūpavum cinmayī ninnil ammē</vt:lpstr>
      <vt:lpstr>māyayum māyā-svarūpavum nī tanne sattayum satyam ammē</vt:lpstr>
      <vt:lpstr>sukhavum duḥkhavum ānandavum nīyē saccidānanda svarūpiṇi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2025-05-25T09:12:41Z</dcterms:modified>
</cp:coreProperties>
</file>