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DABDB-58A0-4372-9F86-38854E84FC1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0EA7F-5EAB-4B55-9BE0-5BCD0BD88DE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nityabandhō nityanirmalā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nityabandhō nityanirmalā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nityanirāmayanē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Shiva! Forever my own, the ever-pure, free from all sorrow,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sattāyi cittāyi nityam viḷaṅgunna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satya-sanātananē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Lord, supreme essence and pure consciousness!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śuddha caitanyamē śubhra-varṇṇāṅganē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siddhēśanē śivanē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Shiva, you remain as the boundless awareness itself, smearing sacred ash upon your body, granting your divine darshan in a pure white form.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baddhabhāvam nīkki nityam akakkāmbil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siddham-ākēṇamē nī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 are the Lord of all siddhas, the perfected beings. Abide within me always, remove my attachments, and kindle within me the light of supreme knowledge.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hānikaḷ nīkkuvān hālāhalatteyum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pānīyam ākkiyōnē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Lord, you drank the deadly halahala poison to save the world,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‘ñān’enna bōdham mahāviṣam nīkki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innānandam ēkukillē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will you not also remove the far more dangerous poison of ego within me, and lift me to the state of eternal bliss?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śūlam kapālavum cālē ḍamaruvum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phālāgniyum jaṭayum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In your hands, you hold the spear, the skull-bowl, and the damaru; your hair is thick and matted, your third eye blazes with the fire of divine wisdom.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tāriṇī-mātāvum ottuḷḷil ānanda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tāṇḍavam āḍān tozhām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I pray that you dance the blissful tandava within my heart, in union with Devi Parvati, the compassionate Mother who ferries us across the ocean of samsara.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śambhō śaṅkara pārvati ramaṇa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paśupati paramēśā x4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Lord Shiva, beloved of Devi Parvati, Supreme Lord of all living beings.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nityabandhō nityanirmalā</vt:lpstr>
      <vt:lpstr>nityabandhō nityanirmalā nityanirāmayanē</vt:lpstr>
      <vt:lpstr>sattāyi cittāyi nityam viḷaṅgunna satya-sanātananē</vt:lpstr>
      <vt:lpstr>śuddha caitanyamē śubhra-varṇṇāṅganē siddhēśanē śivanē</vt:lpstr>
      <vt:lpstr>baddhabhāvam nīkki nityam akakkāmbil siddham-ākēṇamē nī</vt:lpstr>
      <vt:lpstr>hānikaḷ nīkkuvān hālāhalatteyum pānīyam ākkiyōnē</vt:lpstr>
      <vt:lpstr>‘ñān’enna bōdham mahāviṣam nīkki innānandam ēkukillē</vt:lpstr>
      <vt:lpstr>śūlam kapālavum cālē ḍamaruvum phālāgniyum jaṭayum</vt:lpstr>
      <vt:lpstr>tāriṇī-mātāvum ottuḷḷil ānanda tāṇḍavam āḍān tozhām</vt:lpstr>
      <vt:lpstr>śambhō śaṅkara pārvati ramaṇa paśupati paramēśā x4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nityabandhō nityanirmalā</dc:title>
  <dc:creator>Amrita</dc:creator>
  <cp:lastModifiedBy>Amrita</cp:lastModifiedBy>
  <cp:revision>1</cp:revision>
  <dcterms:created xsi:type="dcterms:W3CDTF">2025-08-16T15:21:25Z</dcterms:created>
  <dcterms:modified xsi:type="dcterms:W3CDTF">2025-08-16T15:21:51Z</dcterms:modified>
</cp:coreProperties>
</file>