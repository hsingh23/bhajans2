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7" r:id="rId2"/>
    <p:sldId id="292" r:id="rId3"/>
    <p:sldId id="293" r:id="rId4"/>
    <p:sldId id="297" r:id="rId5"/>
    <p:sldId id="288" r:id="rId6"/>
    <p:sldId id="294" r:id="rId7"/>
    <p:sldId id="298" r:id="rId8"/>
    <p:sldId id="289" r:id="rId9"/>
    <p:sldId id="295" r:id="rId10"/>
    <p:sldId id="299" r:id="rId11"/>
    <p:sldId id="290" r:id="rId12"/>
    <p:sldId id="296" r:id="rId13"/>
    <p:sldId id="300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75" d="100"/>
          <a:sy n="75" d="100"/>
        </p:scale>
        <p:origin x="-152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31-Aug-2025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/>
              <a:t>ammā</a:t>
            </a:r>
            <a:r>
              <a:rPr lang="en-US" sz="6600" dirty="0"/>
              <a:t> </a:t>
            </a:r>
            <a:r>
              <a:rPr lang="en-US" sz="6600" dirty="0" err="1"/>
              <a:t>nī</a:t>
            </a:r>
            <a:r>
              <a:rPr lang="en-US" sz="6600" dirty="0"/>
              <a:t> </a:t>
            </a:r>
            <a:r>
              <a:rPr lang="en-US" sz="6600" dirty="0" err="1"/>
              <a:t>pōgum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7200" dirty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7200" dirty="0">
                <a:solidFill>
                  <a:srgbClr val="FFFF00"/>
                </a:solidFill>
              </a:rPr>
              <a:t>(Tamil)</a:t>
            </a:r>
            <a:endParaRPr lang="en-US" sz="7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ammā</a:t>
            </a:r>
            <a:r>
              <a:rPr lang="en-US" sz="6000" dirty="0"/>
              <a:t> </a:t>
            </a:r>
            <a:r>
              <a:rPr lang="en-US" sz="6000" dirty="0" err="1"/>
              <a:t>nī</a:t>
            </a:r>
            <a:r>
              <a:rPr lang="en-US" sz="6000" dirty="0"/>
              <a:t> </a:t>
            </a:r>
            <a:r>
              <a:rPr lang="en-US" sz="6000" dirty="0" err="1"/>
              <a:t>pōgum</a:t>
            </a:r>
            <a:r>
              <a:rPr lang="en-US" sz="6000" dirty="0"/>
              <a:t> </a:t>
            </a:r>
            <a:r>
              <a:rPr lang="en-US" sz="6000" dirty="0" err="1"/>
              <a:t>iḍam</a:t>
            </a:r>
            <a:r>
              <a:rPr lang="en-US" sz="6000" dirty="0"/>
              <a:t> </a:t>
            </a:r>
            <a:r>
              <a:rPr lang="en-US" sz="6000" dirty="0" err="1"/>
              <a:t>ellām</a:t>
            </a:r>
            <a:r>
              <a:rPr lang="en-US" sz="6000" dirty="0"/>
              <a:t> </a:t>
            </a:r>
            <a:r>
              <a:rPr lang="en-US" sz="6000" dirty="0" err="1"/>
              <a:t>koṇḍāṭṭam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unai</a:t>
            </a:r>
            <a:r>
              <a:rPr lang="en-US" sz="6000" dirty="0"/>
              <a:t> </a:t>
            </a:r>
            <a:r>
              <a:rPr lang="en-US" sz="6000" dirty="0" err="1"/>
              <a:t>nāḍi</a:t>
            </a:r>
            <a:r>
              <a:rPr lang="en-US" sz="6000" dirty="0"/>
              <a:t> </a:t>
            </a:r>
            <a:r>
              <a:rPr lang="en-US" sz="6000" dirty="0" err="1"/>
              <a:t>vandōmē</a:t>
            </a:r>
            <a:r>
              <a:rPr lang="en-US" sz="6000" dirty="0"/>
              <a:t> </a:t>
            </a:r>
            <a:r>
              <a:rPr lang="en-US" sz="6000" dirty="0" err="1"/>
              <a:t>vaṇḍāṭṭam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Mother, wherever you go, that place turns into a celebration. We come in search of you, like a swarm of bees.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vāzhkkaiyilē</a:t>
            </a:r>
            <a:r>
              <a:rPr lang="en-US" sz="6000" dirty="0"/>
              <a:t> </a:t>
            </a:r>
            <a:r>
              <a:rPr lang="en-US" sz="6000" dirty="0" err="1"/>
              <a:t>vandu</a:t>
            </a:r>
            <a:r>
              <a:rPr lang="en-US" sz="6000" dirty="0"/>
              <a:t> </a:t>
            </a:r>
            <a:r>
              <a:rPr lang="en-US" sz="6000" dirty="0" err="1"/>
              <a:t>sērum</a:t>
            </a:r>
            <a:r>
              <a:rPr lang="en-US" sz="6000" dirty="0"/>
              <a:t> </a:t>
            </a:r>
            <a:r>
              <a:rPr lang="en-US" sz="6000" dirty="0" err="1"/>
              <a:t>tiṇḍāṭṭam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unnaruḷāl</a:t>
            </a:r>
            <a:r>
              <a:rPr lang="en-US" sz="6000" dirty="0"/>
              <a:t> </a:t>
            </a:r>
            <a:r>
              <a:rPr lang="en-US" sz="6000" dirty="0" err="1"/>
              <a:t>paṙandiḍumē</a:t>
            </a:r>
            <a:r>
              <a:rPr lang="en-US" sz="6000" dirty="0"/>
              <a:t> </a:t>
            </a:r>
            <a:r>
              <a:rPr lang="en-US" sz="6000" dirty="0" err="1"/>
              <a:t>pañjāṭṭam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Life may bring its challenges, but in your grace, they disperse like </a:t>
            </a:r>
            <a:r>
              <a:rPr lang="en-US" sz="5400" dirty="0" err="1">
                <a:solidFill>
                  <a:srgbClr val="FFFF00"/>
                </a:solidFill>
              </a:rPr>
              <a:t>whisps</a:t>
            </a:r>
            <a:r>
              <a:rPr lang="en-US" sz="5400" dirty="0">
                <a:solidFill>
                  <a:srgbClr val="FFFF00"/>
                </a:solidFill>
              </a:rPr>
              <a:t> of cotton in the breeze.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ammā</a:t>
            </a:r>
            <a:r>
              <a:rPr lang="en-US" sz="6000" dirty="0"/>
              <a:t> </a:t>
            </a:r>
            <a:r>
              <a:rPr lang="en-US" sz="6000" dirty="0" err="1"/>
              <a:t>nī</a:t>
            </a:r>
            <a:r>
              <a:rPr lang="en-US" sz="6000" dirty="0"/>
              <a:t> </a:t>
            </a:r>
            <a:r>
              <a:rPr lang="en-US" sz="6000" dirty="0" err="1"/>
              <a:t>pōgum</a:t>
            </a:r>
            <a:r>
              <a:rPr lang="en-US" sz="6000" dirty="0"/>
              <a:t> </a:t>
            </a:r>
            <a:r>
              <a:rPr lang="en-US" sz="6000" dirty="0" err="1"/>
              <a:t>iḍam</a:t>
            </a:r>
            <a:r>
              <a:rPr lang="en-US" sz="6000" dirty="0"/>
              <a:t> </a:t>
            </a:r>
            <a:r>
              <a:rPr lang="en-US" sz="6000" dirty="0" err="1"/>
              <a:t>ellām</a:t>
            </a:r>
            <a:r>
              <a:rPr lang="en-US" sz="6000" dirty="0"/>
              <a:t> </a:t>
            </a:r>
            <a:r>
              <a:rPr lang="en-US" sz="6000" dirty="0" err="1"/>
              <a:t>koṇḍāṭṭam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unai</a:t>
            </a:r>
            <a:r>
              <a:rPr lang="en-US" sz="6000" dirty="0"/>
              <a:t> </a:t>
            </a:r>
            <a:r>
              <a:rPr lang="en-US" sz="6000" dirty="0" err="1"/>
              <a:t>nāḍi</a:t>
            </a:r>
            <a:r>
              <a:rPr lang="en-US" sz="6000" dirty="0"/>
              <a:t> </a:t>
            </a:r>
            <a:r>
              <a:rPr lang="en-US" sz="6000" dirty="0" err="1"/>
              <a:t>vandōmē</a:t>
            </a:r>
            <a:r>
              <a:rPr lang="en-US" sz="6000" dirty="0"/>
              <a:t> </a:t>
            </a:r>
            <a:r>
              <a:rPr lang="en-US" sz="6000" dirty="0" err="1"/>
              <a:t>vaṇḍāṭṭam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Mother, wherever you go, that place turns into a celebration. We come in search of you, like a swarm of bees.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aruḷmāri</a:t>
            </a:r>
            <a:r>
              <a:rPr lang="en-US" sz="6000" dirty="0"/>
              <a:t> </a:t>
            </a:r>
            <a:r>
              <a:rPr lang="en-US" sz="6000" dirty="0" err="1"/>
              <a:t>vazhaṅgiḍum</a:t>
            </a:r>
            <a:r>
              <a:rPr lang="en-US" sz="6000" dirty="0"/>
              <a:t>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smtClean="0"/>
              <a:t>un </a:t>
            </a:r>
            <a:r>
              <a:rPr lang="en-US" sz="6000" dirty="0" err="1"/>
              <a:t>anbukkaram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karumāri</a:t>
            </a:r>
            <a:r>
              <a:rPr lang="en-US" sz="6000" dirty="0"/>
              <a:t> </a:t>
            </a:r>
            <a:r>
              <a:rPr lang="en-US" sz="6000" dirty="0" err="1"/>
              <a:t>paṇindōmē</a:t>
            </a:r>
            <a:r>
              <a:rPr lang="en-US" sz="6000" dirty="0"/>
              <a:t>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undan</a:t>
            </a:r>
            <a:r>
              <a:rPr lang="en-US" sz="6000" dirty="0" smtClean="0"/>
              <a:t> </a:t>
            </a:r>
            <a:r>
              <a:rPr lang="en-US" sz="6000" dirty="0" err="1"/>
              <a:t>padam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Mother, your loving hands shower us with grace. Goddess </a:t>
            </a:r>
            <a:r>
              <a:rPr lang="en-US" sz="5400" dirty="0" err="1">
                <a:solidFill>
                  <a:srgbClr val="FFFF00"/>
                </a:solidFill>
              </a:rPr>
              <a:t>Karumari</a:t>
            </a:r>
            <a:r>
              <a:rPr lang="en-US" sz="5400" dirty="0">
                <a:solidFill>
                  <a:srgbClr val="FFFF00"/>
                </a:solidFill>
              </a:rPr>
              <a:t>, we bow before your sacred feet.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vinaigaḷai</a:t>
            </a:r>
            <a:r>
              <a:rPr lang="en-US" sz="6000" dirty="0"/>
              <a:t> </a:t>
            </a:r>
            <a:r>
              <a:rPr lang="en-US" sz="6000" dirty="0" err="1"/>
              <a:t>aṙuthiḍum</a:t>
            </a:r>
            <a:r>
              <a:rPr lang="en-US" sz="6000" dirty="0"/>
              <a:t> </a:t>
            </a:r>
            <a:r>
              <a:rPr lang="en-US" sz="6000" dirty="0" err="1"/>
              <a:t>undan</a:t>
            </a:r>
            <a:r>
              <a:rPr lang="en-US" sz="6000" dirty="0"/>
              <a:t> </a:t>
            </a:r>
            <a:r>
              <a:rPr lang="en-US" sz="6000" dirty="0" err="1"/>
              <a:t>sūlam</a:t>
            </a:r>
            <a:r>
              <a:rPr lang="en-US" sz="6000" dirty="0"/>
              <a:t> - </a:t>
            </a:r>
            <a:r>
              <a:rPr lang="en-US" sz="6000" dirty="0" err="1"/>
              <a:t>piṇigaḷai</a:t>
            </a:r>
            <a:r>
              <a:rPr lang="en-US" sz="6000" dirty="0"/>
              <a:t> </a:t>
            </a:r>
            <a:r>
              <a:rPr lang="en-US" sz="6000" dirty="0" err="1"/>
              <a:t>tīrttiḍum</a:t>
            </a:r>
            <a:r>
              <a:rPr lang="en-US" sz="6000" dirty="0"/>
              <a:t> </a:t>
            </a:r>
            <a:r>
              <a:rPr lang="en-US" sz="6000" dirty="0" err="1"/>
              <a:t>padamalar</a:t>
            </a:r>
            <a:r>
              <a:rPr lang="en-US" sz="6000" dirty="0"/>
              <a:t> </a:t>
            </a:r>
            <a:r>
              <a:rPr lang="en-US" sz="6000" dirty="0" err="1"/>
              <a:t>darśanam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>
                <a:solidFill>
                  <a:srgbClr val="FFFF00"/>
                </a:solidFill>
              </a:rPr>
              <a:t>Your trident will eradicate our past karmas, the vision of your holy feet will heal our ailments.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ammā</a:t>
            </a:r>
            <a:r>
              <a:rPr lang="en-US" sz="6000" dirty="0"/>
              <a:t> </a:t>
            </a:r>
            <a:r>
              <a:rPr lang="en-US" sz="6000" dirty="0" err="1"/>
              <a:t>nī</a:t>
            </a:r>
            <a:r>
              <a:rPr lang="en-US" sz="6000" dirty="0"/>
              <a:t> </a:t>
            </a:r>
            <a:r>
              <a:rPr lang="en-US" sz="6000" dirty="0" err="1"/>
              <a:t>pōgum</a:t>
            </a:r>
            <a:r>
              <a:rPr lang="en-US" sz="6000" dirty="0"/>
              <a:t> </a:t>
            </a:r>
            <a:r>
              <a:rPr lang="en-US" sz="6000" dirty="0" err="1"/>
              <a:t>iḍam</a:t>
            </a:r>
            <a:r>
              <a:rPr lang="en-US" sz="6000" dirty="0"/>
              <a:t> </a:t>
            </a:r>
            <a:r>
              <a:rPr lang="en-US" sz="6000" dirty="0" err="1"/>
              <a:t>ellām</a:t>
            </a:r>
            <a:r>
              <a:rPr lang="en-US" sz="6000" dirty="0"/>
              <a:t> </a:t>
            </a:r>
            <a:r>
              <a:rPr lang="en-US" sz="6000" dirty="0" err="1"/>
              <a:t>koṇḍāṭṭam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unai</a:t>
            </a:r>
            <a:r>
              <a:rPr lang="en-US" sz="6000" dirty="0"/>
              <a:t> </a:t>
            </a:r>
            <a:r>
              <a:rPr lang="en-US" sz="6000" dirty="0" err="1"/>
              <a:t>nāḍi</a:t>
            </a:r>
            <a:r>
              <a:rPr lang="en-US" sz="6000" dirty="0"/>
              <a:t> </a:t>
            </a:r>
            <a:r>
              <a:rPr lang="en-US" sz="6000" dirty="0" err="1"/>
              <a:t>vandōmē</a:t>
            </a:r>
            <a:r>
              <a:rPr lang="en-US" sz="6000" dirty="0"/>
              <a:t> </a:t>
            </a:r>
            <a:r>
              <a:rPr lang="en-US" sz="6000" dirty="0" err="1"/>
              <a:t>vaṇḍāṭṭam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Mother, wherever you go, that place turns into a celebration. We come in search of you, like a swarm of bees.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pūmālai</a:t>
            </a:r>
            <a:r>
              <a:rPr lang="en-US" sz="6000" dirty="0"/>
              <a:t> </a:t>
            </a:r>
            <a:r>
              <a:rPr lang="en-US" sz="6000" dirty="0" err="1"/>
              <a:t>eḍuttu</a:t>
            </a:r>
            <a:r>
              <a:rPr lang="en-US" sz="6000" dirty="0"/>
              <a:t> </a:t>
            </a:r>
            <a:r>
              <a:rPr lang="en-US" sz="6000" dirty="0" err="1"/>
              <a:t>vandōm</a:t>
            </a:r>
            <a:r>
              <a:rPr lang="en-US" sz="6000" dirty="0"/>
              <a:t> </a:t>
            </a:r>
            <a:r>
              <a:rPr lang="en-US" sz="6000" dirty="0" err="1"/>
              <a:t>pārammā</a:t>
            </a:r>
            <a:r>
              <a:rPr lang="en-US" sz="6000" dirty="0"/>
              <a:t> - </a:t>
            </a:r>
            <a:r>
              <a:rPr lang="en-US" sz="6000" dirty="0" err="1"/>
              <a:t>pāmālai</a:t>
            </a:r>
            <a:r>
              <a:rPr lang="en-US" sz="6000" dirty="0"/>
              <a:t> </a:t>
            </a:r>
            <a:r>
              <a:rPr lang="en-US" sz="6000" dirty="0" err="1"/>
              <a:t>toḍuttu</a:t>
            </a:r>
            <a:r>
              <a:rPr lang="en-US" sz="6000" dirty="0"/>
              <a:t> </a:t>
            </a:r>
            <a:r>
              <a:rPr lang="en-US" sz="6000" dirty="0" err="1"/>
              <a:t>vandōm</a:t>
            </a:r>
            <a:r>
              <a:rPr lang="en-US" sz="6000" dirty="0"/>
              <a:t> </a:t>
            </a:r>
            <a:r>
              <a:rPr lang="en-US" sz="6000" dirty="0" err="1"/>
              <a:t>kēḷammā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100" dirty="0">
                <a:solidFill>
                  <a:srgbClr val="FFFF00"/>
                </a:solidFill>
              </a:rPr>
              <a:t>Please accept the flower garlands we have brought as offerings. Please listen to the song we have composed in your honor.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/>
              <a:t>tēnāga</a:t>
            </a:r>
            <a:r>
              <a:rPr lang="en-US" sz="6600" dirty="0"/>
              <a:t> </a:t>
            </a:r>
            <a:r>
              <a:rPr lang="en-US" sz="6600" dirty="0" err="1"/>
              <a:t>inittiḍum</a:t>
            </a:r>
            <a:r>
              <a:rPr lang="en-US" sz="6600" dirty="0"/>
              <a:t> un </a:t>
            </a:r>
            <a:r>
              <a:rPr lang="en-US" sz="6600" dirty="0" err="1"/>
              <a:t>pērammā</a:t>
            </a:r>
            <a:r>
              <a:rPr lang="en-US" sz="6600" dirty="0"/>
              <a:t> - </a:t>
            </a:r>
            <a:r>
              <a:rPr lang="en-US" sz="6600" dirty="0" err="1"/>
              <a:t>tiraḷāga</a:t>
            </a:r>
            <a:r>
              <a:rPr lang="en-US" sz="6600" dirty="0"/>
              <a:t> </a:t>
            </a:r>
            <a:r>
              <a:rPr lang="en-US" sz="6600" dirty="0" err="1"/>
              <a:t>unai</a:t>
            </a:r>
            <a:r>
              <a:rPr lang="en-US" sz="6600" dirty="0"/>
              <a:t> </a:t>
            </a:r>
            <a:r>
              <a:rPr lang="en-US" sz="6600" dirty="0" err="1"/>
              <a:t>vaṇaṅgum</a:t>
            </a:r>
            <a:r>
              <a:rPr lang="en-US" sz="6600" dirty="0"/>
              <a:t> </a:t>
            </a:r>
            <a:r>
              <a:rPr lang="en-US" sz="6600" dirty="0" err="1"/>
              <a:t>ūrammā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>
                <a:solidFill>
                  <a:srgbClr val="FFFF00"/>
                </a:solidFill>
              </a:rPr>
              <a:t>Your name is as sweet as honey. A great gathering of people will come together </a:t>
            </a:r>
          </a:p>
          <a:p>
            <a:pPr algn="ctr"/>
            <a:r>
              <a:rPr lang="en-US" sz="6000" dirty="0">
                <a:solidFill>
                  <a:srgbClr val="FFFF00"/>
                </a:solidFill>
              </a:rPr>
              <a:t>to worship you.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ammā</a:t>
            </a:r>
            <a:r>
              <a:rPr lang="en-US" sz="6000" dirty="0"/>
              <a:t> </a:t>
            </a:r>
            <a:r>
              <a:rPr lang="en-US" sz="6000" dirty="0" err="1"/>
              <a:t>nī</a:t>
            </a:r>
            <a:r>
              <a:rPr lang="en-US" sz="6000" dirty="0"/>
              <a:t> </a:t>
            </a:r>
            <a:r>
              <a:rPr lang="en-US" sz="6000" dirty="0" err="1"/>
              <a:t>pōgum</a:t>
            </a:r>
            <a:r>
              <a:rPr lang="en-US" sz="6000" dirty="0"/>
              <a:t> </a:t>
            </a:r>
            <a:r>
              <a:rPr lang="en-US" sz="6000" dirty="0" err="1"/>
              <a:t>iḍam</a:t>
            </a:r>
            <a:r>
              <a:rPr lang="en-US" sz="6000" dirty="0"/>
              <a:t> </a:t>
            </a:r>
            <a:r>
              <a:rPr lang="en-US" sz="6000" dirty="0" err="1"/>
              <a:t>ellām</a:t>
            </a:r>
            <a:r>
              <a:rPr lang="en-US" sz="6000" dirty="0"/>
              <a:t> </a:t>
            </a:r>
            <a:r>
              <a:rPr lang="en-US" sz="6000" dirty="0" err="1"/>
              <a:t>koṇḍāṭṭam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unai</a:t>
            </a:r>
            <a:r>
              <a:rPr lang="en-US" sz="6000" dirty="0"/>
              <a:t> </a:t>
            </a:r>
            <a:r>
              <a:rPr lang="en-US" sz="6000" dirty="0" err="1"/>
              <a:t>nāḍi</a:t>
            </a:r>
            <a:r>
              <a:rPr lang="en-US" sz="6000" dirty="0"/>
              <a:t> </a:t>
            </a:r>
            <a:r>
              <a:rPr lang="en-US" sz="6000" dirty="0" err="1"/>
              <a:t>vandōmē</a:t>
            </a:r>
            <a:r>
              <a:rPr lang="en-US" sz="6000" dirty="0"/>
              <a:t> </a:t>
            </a:r>
            <a:r>
              <a:rPr lang="en-US" sz="6000" dirty="0" err="1"/>
              <a:t>vaṇḍāṭṭam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Mother, wherever you go, that place turns into a celebration. We come in search of you, like a swarm of bees.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/>
              <a:t>kāḷiyammā</a:t>
            </a:r>
            <a:r>
              <a:rPr lang="en-US" sz="6600" dirty="0"/>
              <a:t> </a:t>
            </a:r>
            <a:r>
              <a:rPr lang="en-US" sz="6600" dirty="0" err="1"/>
              <a:t>nī</a:t>
            </a:r>
            <a:r>
              <a:rPr lang="en-US" sz="6600" dirty="0"/>
              <a:t> </a:t>
            </a:r>
            <a:r>
              <a:rPr lang="en-US" sz="6600" dirty="0" err="1"/>
              <a:t>irukka</a:t>
            </a:r>
            <a:r>
              <a:rPr lang="en-US" sz="6600" dirty="0"/>
              <a:t> </a:t>
            </a:r>
            <a:r>
              <a:rPr lang="en-US" sz="6600" dirty="0" err="1"/>
              <a:t>kavalaiyillai</a:t>
            </a:r>
            <a:r>
              <a:rPr lang="en-US" sz="6600" dirty="0"/>
              <a:t/>
            </a:r>
            <a:br>
              <a:rPr lang="en-US" sz="6600" dirty="0"/>
            </a:br>
            <a:r>
              <a:rPr lang="en-US" sz="6600" dirty="0" err="1"/>
              <a:t>dēviyin</a:t>
            </a:r>
            <a:r>
              <a:rPr lang="en-US" sz="6600" dirty="0"/>
              <a:t> </a:t>
            </a:r>
            <a:r>
              <a:rPr lang="en-US" sz="6600" dirty="0" err="1"/>
              <a:t>śaktikku</a:t>
            </a:r>
            <a:r>
              <a:rPr lang="en-US" sz="6600" dirty="0"/>
              <a:t> </a:t>
            </a:r>
            <a:r>
              <a:rPr lang="en-US" sz="6600" dirty="0" err="1"/>
              <a:t>ellaiyillai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Goddess Kali, we have no worries when you are by our side. O Devi, your power knows no limits.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smtClean="0"/>
              <a:t>sūliyammanin</a:t>
            </a:r>
            <a:r>
              <a:rPr lang="en-US" sz="6000" dirty="0" smtClean="0"/>
              <a:t> </a:t>
            </a:r>
            <a:r>
              <a:rPr lang="en-US" sz="6000" dirty="0" err="1"/>
              <a:t>anbirkō</a:t>
            </a:r>
            <a:r>
              <a:rPr lang="en-US" sz="6000" dirty="0"/>
              <a:t> </a:t>
            </a:r>
            <a:r>
              <a:rPr lang="en-US" sz="6000" dirty="0" err="1"/>
              <a:t>pañjamillai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nīyaṇḍri</a:t>
            </a:r>
            <a:r>
              <a:rPr lang="en-US" sz="6000" dirty="0"/>
              <a:t> </a:t>
            </a:r>
            <a:r>
              <a:rPr lang="en-US" sz="6000" dirty="0" err="1"/>
              <a:t>emakku</a:t>
            </a:r>
            <a:r>
              <a:rPr lang="en-US" sz="6000" dirty="0"/>
              <a:t> </a:t>
            </a:r>
            <a:r>
              <a:rPr lang="en-US" sz="6000" dirty="0" err="1"/>
              <a:t>vēṙu</a:t>
            </a:r>
            <a:r>
              <a:rPr lang="en-US" sz="6000" dirty="0"/>
              <a:t> </a:t>
            </a:r>
            <a:r>
              <a:rPr lang="en-US" sz="6000" dirty="0" err="1"/>
              <a:t>thañjamillai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Goddess </a:t>
            </a:r>
            <a:r>
              <a:rPr lang="en-US" sz="5400" dirty="0" err="1">
                <a:solidFill>
                  <a:srgbClr val="FFFF00"/>
                </a:solidFill>
              </a:rPr>
              <a:t>Sooli</a:t>
            </a:r>
            <a:r>
              <a:rPr lang="en-US" sz="5400" dirty="0">
                <a:solidFill>
                  <a:srgbClr val="FFFF00"/>
                </a:solidFill>
              </a:rPr>
              <a:t>, your love is abundant and unwavering. Mother, we have no other refuge but you.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/>
              <a:t>ammā</a:t>
            </a:r>
            <a:r>
              <a:rPr lang="en-US" sz="6000" dirty="0"/>
              <a:t> </a:t>
            </a:r>
            <a:r>
              <a:rPr lang="en-US" sz="6000" dirty="0" err="1"/>
              <a:t>nī</a:t>
            </a:r>
            <a:r>
              <a:rPr lang="en-US" sz="6000" dirty="0"/>
              <a:t> </a:t>
            </a:r>
            <a:r>
              <a:rPr lang="en-US" sz="6000" dirty="0" err="1"/>
              <a:t>pōgum</a:t>
            </a:r>
            <a:r>
              <a:rPr lang="en-US" sz="6000" dirty="0"/>
              <a:t> </a:t>
            </a:r>
            <a:r>
              <a:rPr lang="en-US" sz="6000" dirty="0" err="1"/>
              <a:t>iḍam</a:t>
            </a:r>
            <a:r>
              <a:rPr lang="en-US" sz="6000" dirty="0"/>
              <a:t> </a:t>
            </a:r>
            <a:r>
              <a:rPr lang="en-US" sz="6000" dirty="0" err="1"/>
              <a:t>ellām</a:t>
            </a:r>
            <a:r>
              <a:rPr lang="en-US" sz="6000" dirty="0"/>
              <a:t> </a:t>
            </a:r>
            <a:r>
              <a:rPr lang="en-US" sz="6000" dirty="0" err="1"/>
              <a:t>koṇḍāṭṭam</a:t>
            </a:r>
            <a:r>
              <a:rPr lang="en-US" sz="6000" dirty="0"/>
              <a:t/>
            </a:r>
            <a:br>
              <a:rPr lang="en-US" sz="6000" dirty="0"/>
            </a:br>
            <a:r>
              <a:rPr lang="en-US" sz="6000" dirty="0" err="1"/>
              <a:t>unai</a:t>
            </a:r>
            <a:r>
              <a:rPr lang="en-US" sz="6000" dirty="0"/>
              <a:t> </a:t>
            </a:r>
            <a:r>
              <a:rPr lang="en-US" sz="6000" dirty="0" err="1"/>
              <a:t>nāḍi</a:t>
            </a:r>
            <a:r>
              <a:rPr lang="en-US" sz="6000" dirty="0"/>
              <a:t> </a:t>
            </a:r>
            <a:r>
              <a:rPr lang="en-US" sz="6000" dirty="0" err="1"/>
              <a:t>vandōmē</a:t>
            </a:r>
            <a:r>
              <a:rPr lang="en-US" sz="6000" dirty="0"/>
              <a:t> </a:t>
            </a:r>
            <a:r>
              <a:rPr lang="en-US" sz="6000" dirty="0" err="1"/>
              <a:t>vaṇḍāṭṭam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Mother, wherever you go, that place turns into a celebration. We come in search of you, like a swarm of bees.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7200" dirty="0" err="1"/>
              <a:t>ōm</a:t>
            </a:r>
            <a:r>
              <a:rPr lang="en-US" sz="7200" dirty="0"/>
              <a:t> </a:t>
            </a:r>
            <a:r>
              <a:rPr lang="en-US" sz="7200" dirty="0" err="1"/>
              <a:t>śaktiyē</a:t>
            </a:r>
            <a:r>
              <a:rPr lang="en-US" sz="7200" dirty="0"/>
              <a:t> </a:t>
            </a:r>
            <a:r>
              <a:rPr lang="en-US" sz="7200" dirty="0" err="1"/>
              <a:t>ōmkāriyē</a:t>
            </a:r>
            <a:r>
              <a:rPr lang="en-US" sz="7200" dirty="0"/>
              <a:t> </a:t>
            </a:r>
            <a:r>
              <a:rPr lang="en-US" sz="7200" dirty="0" err="1"/>
              <a:t>mahākāḷiyē</a:t>
            </a:r>
            <a:r>
              <a:rPr lang="en-US" sz="7200" dirty="0"/>
              <a:t> </a:t>
            </a:r>
            <a:r>
              <a:rPr lang="en-US" sz="7200" dirty="0" err="1"/>
              <a:t>tirisūliyē</a:t>
            </a:r>
            <a:endParaRPr lang="en-US" sz="72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O Powerful Goddess, essence of the sacred sound ‘Om’, Great Kali who wields the trident!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2884</TotalTime>
  <Words>388</Words>
  <Application>Microsoft Office PowerPoint</Application>
  <PresentationFormat>On-screen Show (4:3)</PresentationFormat>
  <Paragraphs>44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ammā nī pōgum</vt:lpstr>
      <vt:lpstr>ammā nī pōgum iḍam ellām koṇḍāṭṭam unai nāḍi vandōmē vaṇḍāṭṭam</vt:lpstr>
      <vt:lpstr>vāzhkkaiyilē vandu sērum tiṇḍāṭṭam unnaruḷāl paṙandiḍumē pañjāṭṭam</vt:lpstr>
      <vt:lpstr>ammā nī pōgum iḍam ellām koṇḍāṭṭam unai nāḍi vandōmē vaṇḍāṭṭam</vt:lpstr>
      <vt:lpstr>aruḷmāri vazhaṅgiḍum  un anbukkaram karumāri paṇindōmē  undan padam</vt:lpstr>
      <vt:lpstr>vinaigaḷai aṙuthiḍum undan sūlam - piṇigaḷai tīrttiḍum padamalar darśanam</vt:lpstr>
      <vt:lpstr>ammā nī pōgum iḍam ellām koṇḍāṭṭam unai nāḍi vandōmē vaṇḍāṭṭam</vt:lpstr>
      <vt:lpstr>pūmālai eḍuttu vandōm pārammā - pāmālai toḍuttu vandōm kēḷammā</vt:lpstr>
      <vt:lpstr>tēnāga inittiḍum un pērammā - tiraḷāga unai vaṇaṅgum ūrammā</vt:lpstr>
      <vt:lpstr>ammā nī pōgum iḍam ellām koṇḍāṭṭam unai nāḍi vandōmē vaṇḍāṭṭam</vt:lpstr>
      <vt:lpstr>kāḷiyammā nī irukka kavalaiyillai dēviyin śaktikku ellaiyillai</vt:lpstr>
      <vt:lpstr>sūliyammanin anbirkō pañjamillai nīyaṇḍri emakku vēṙu thañjamillai</vt:lpstr>
      <vt:lpstr>ammā nī pōgum iḍam ellām koṇḍāṭṭam unai nāḍi vandōmē vaṇḍāṭṭam</vt:lpstr>
      <vt:lpstr>ōm śaktiyē ōmkāriyē mahākāḷiyē tirisūliyē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AMMA</cp:lastModifiedBy>
  <cp:revision>327</cp:revision>
  <dcterms:created xsi:type="dcterms:W3CDTF">2006-08-16T00:00:00Z</dcterms:created>
  <dcterms:modified xsi:type="dcterms:W3CDTF">2025-08-31T14:29:54Z</dcterms:modified>
</cp:coreProperties>
</file>