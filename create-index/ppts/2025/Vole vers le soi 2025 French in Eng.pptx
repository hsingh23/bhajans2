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AF8D-7AB4-4C32-B2C1-937FA27A2016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AF89-2B0D-420F-9032-78B5221E29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AF8D-7AB4-4C32-B2C1-937FA27A2016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AF89-2B0D-420F-9032-78B5221E29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AF8D-7AB4-4C32-B2C1-937FA27A2016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AF89-2B0D-420F-9032-78B5221E29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AF8D-7AB4-4C32-B2C1-937FA27A2016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AF89-2B0D-420F-9032-78B5221E29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AF8D-7AB4-4C32-B2C1-937FA27A2016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AF89-2B0D-420F-9032-78B5221E29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AF8D-7AB4-4C32-B2C1-937FA27A2016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AF89-2B0D-420F-9032-78B5221E29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AF8D-7AB4-4C32-B2C1-937FA27A2016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AF89-2B0D-420F-9032-78B5221E29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AF8D-7AB4-4C32-B2C1-937FA27A2016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AF89-2B0D-420F-9032-78B5221E29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AF8D-7AB4-4C32-B2C1-937FA27A2016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AF89-2B0D-420F-9032-78B5221E29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AF8D-7AB4-4C32-B2C1-937FA27A2016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AF89-2B0D-420F-9032-78B5221E29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AF8D-7AB4-4C32-B2C1-937FA27A2016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AF89-2B0D-420F-9032-78B5221E29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8AF8D-7AB4-4C32-B2C1-937FA27A2016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8AF89-2B0D-420F-9032-78B5221E29D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vole, vole, n'attends pas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(French)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vole, vole, n'attends pas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le temps passe et ne revient pas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Fly, fly, don't wait—time passes and doesn't come back.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souviens toi où tu vas,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elle seule est ta voie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Remember where you are going, she alone is your way…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vole, vole, vers le soi 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amma, toi seule es ma voie!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Fly, Fly, towards the Self... Amma, you alone are my way!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ferme les yeux, plonge en toi 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demande-toi, qui est là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Close your eyes, dive into yourself—ask yourself, who is there?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fais un pas avec foi,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elle en fera cent vers toi!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Take one step with faith, she will take a hundred towards you!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en arrivant tu verras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amma était déjà là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When you arrive, you will see, Amma was already there, established in the Self.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établie dans le soi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elle murmure "tout est en toi”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She whispers "everything is within you"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</Words>
  <Application>Microsoft Office PowerPoint</Application>
  <PresentationFormat>On-screen Show (4:3)</PresentationFormat>
  <Paragraphs>17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vole, vole, n'attends pas</vt:lpstr>
      <vt:lpstr>vole, vole, n'attends pas le temps passe et ne revient pas </vt:lpstr>
      <vt:lpstr>souviens toi où tu vas, elle seule est ta voie </vt:lpstr>
      <vt:lpstr>vole, vole, vers le soi  amma, toi seule es ma voie! </vt:lpstr>
      <vt:lpstr>ferme les yeux, plonge en toi  demande-toi, qui est là</vt:lpstr>
      <vt:lpstr>fais un pas avec foi, elle en fera cent vers toi! </vt:lpstr>
      <vt:lpstr>en arrivant tu verras amma était déjà là</vt:lpstr>
      <vt:lpstr>établie dans le soi elle murmure "tout est en toi”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vole, vole, n'attends pas</dc:title>
  <dc:creator>Amrita</dc:creator>
  <cp:lastModifiedBy>Amrita</cp:lastModifiedBy>
  <cp:revision>1</cp:revision>
  <dcterms:created xsi:type="dcterms:W3CDTF">2025-08-17T13:27:40Z</dcterms:created>
  <dcterms:modified xsi:type="dcterms:W3CDTF">2025-08-17T13:28:39Z</dcterms:modified>
</cp:coreProperties>
</file>