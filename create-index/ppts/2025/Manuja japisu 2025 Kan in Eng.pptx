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42C3-4EA0-4624-B002-7D61989F5A2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CA0A6-1604-4584-B9CA-83AE70EC66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42C3-4EA0-4624-B002-7D61989F5A2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CA0A6-1604-4584-B9CA-83AE70EC66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42C3-4EA0-4624-B002-7D61989F5A2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CA0A6-1604-4584-B9CA-83AE70EC66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42C3-4EA0-4624-B002-7D61989F5A2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CA0A6-1604-4584-B9CA-83AE70EC66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42C3-4EA0-4624-B002-7D61989F5A2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CA0A6-1604-4584-B9CA-83AE70EC66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42C3-4EA0-4624-B002-7D61989F5A2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CA0A6-1604-4584-B9CA-83AE70EC66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42C3-4EA0-4624-B002-7D61989F5A2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CA0A6-1604-4584-B9CA-83AE70EC66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42C3-4EA0-4624-B002-7D61989F5A2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CA0A6-1604-4584-B9CA-83AE70EC66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42C3-4EA0-4624-B002-7D61989F5A2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CA0A6-1604-4584-B9CA-83AE70EC66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42C3-4EA0-4624-B002-7D61989F5A2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CA0A6-1604-4584-B9CA-83AE70EC66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42C3-4EA0-4624-B002-7D61989F5A2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CA0A6-1604-4584-B9CA-83AE70EC66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442C3-4EA0-4624-B002-7D61989F5A2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CA0A6-1604-4584-B9CA-83AE70EC66B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manujā japisu rāma-nāmava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(Kannada)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manujā japisu rāma-nāmava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rāma smaraṇe śāśvata ventaṙitu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smtClean="0">
                <a:solidFill>
                  <a:srgbClr val="FFFF00"/>
                </a:solidFill>
                <a:latin typeface="Calibri"/>
              </a:rPr>
              <a:t>O human, chant the name of Rama! Know that remembrance of Rama alone is the eternal companion on your journey.</a:t>
            </a:r>
            <a:endParaRPr lang="en-US" sz="5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janisidāka nī aḷuve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maṭidāga neṇḍaṙa aḷisuve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When you are born, you cry; and when you die, others cry over your body.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ninna vivastra goḷisi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pañcabhūtagaḷig-arpaṇa gaivaru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Your body is stripped bare and offered to the five elements as part of the final rites.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barigaili manege naṭevaru – neṇḍaru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barigaili manege naṭevaru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After that, your near and dear ones return to their homes.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huṭṭidāga ninna nāmakaraṇa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maḍidāga ninna śava yātre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At birth, your naming ceremony is performed; at death, your funeral procession is arranged.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bandāka yēnu taradē nī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hōdāka yēnu vayyalāradē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What did you bring when you came? What will you carry when you go?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maṇṇāguva ninnadēnide? manujā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maṇṇāguva ninnadēnide?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O human, what truly belongs to you, when in the end you will return to dust?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janma nīḍidava ṙobbeṙu ninake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nāmava niṭṭaru innobbaṙu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Someone gave you birth, another gave you a name;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jñāna nīḍidaṙu mattaboṙu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antya kriyegaiva ṙinnobbaṙu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someone else gave you knowledge, and yet another will perform your last rites.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ahaṅkāra-vēdake ninage?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rāma pādake śirabāgu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Therefore, why this pride and ego, O human? Bow down your head at Lord Rama’s feet.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jay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jay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sītā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jay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jay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sītā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Victory to Rama! Victory to Sita Rama!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224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manujā japisu rāma-nāmava</vt:lpstr>
      <vt:lpstr>manujā japisu rāma-nāmava rāma smaraṇe śāśvata ventaṙitu</vt:lpstr>
      <vt:lpstr>janisidāka nī aḷuve maṭidāga neṇḍaṙa aḷisuve</vt:lpstr>
      <vt:lpstr>ninna vivastra goḷisi pañcabhūtagaḷig-arpaṇa gaivaru</vt:lpstr>
      <vt:lpstr>barigaili manege naṭevaru – neṇḍaru barigaili manege naṭevaru</vt:lpstr>
      <vt:lpstr>huṭṭidāga ninna nāmakaraṇa maḍidāga ninna śava yātre</vt:lpstr>
      <vt:lpstr>bandāka yēnu taradē nī hōdāka yēnu vayyalāradē</vt:lpstr>
      <vt:lpstr>maṇṇāguva ninnadēnide? manujā maṇṇāguva ninnadēnide? </vt:lpstr>
      <vt:lpstr>janma nīḍidava ṙobbeṙu ninake nāmava niṭṭaru innobbaṙu</vt:lpstr>
      <vt:lpstr>jñāna nīḍidaṙu mattaboṙu antya kriyegaiva ṙinnobbaṙu</vt:lpstr>
      <vt:lpstr>ahaṅkāra-vēdake ninage? rāma pādake śirabāgu</vt:lpstr>
      <vt:lpstr>jay jay rām rām rām  sītā rām rām rām  jay jay rām rām rām  sītā rām rām rām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manujā japisu rāma-nāmava</dc:title>
  <dc:creator>Amrita</dc:creator>
  <cp:lastModifiedBy>Amrita</cp:lastModifiedBy>
  <cp:revision>4</cp:revision>
  <dcterms:created xsi:type="dcterms:W3CDTF">2025-06-26T13:09:00Z</dcterms:created>
  <dcterms:modified xsi:type="dcterms:W3CDTF">2025-06-26T13:42:48Z</dcterms:modified>
</cp:coreProperties>
</file>