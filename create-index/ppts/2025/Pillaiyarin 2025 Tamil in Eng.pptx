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1" r:id="rId2"/>
    <p:sldId id="300" r:id="rId3"/>
    <p:sldId id="292" r:id="rId4"/>
    <p:sldId id="295" r:id="rId5"/>
    <p:sldId id="293" r:id="rId6"/>
    <p:sldId id="296" r:id="rId7"/>
    <p:sldId id="294" r:id="rId8"/>
    <p:sldId id="297" r:id="rId9"/>
    <p:sldId id="298" r:id="rId10"/>
    <p:sldId id="29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piḷḷaiyārin</a:t>
            </a:r>
            <a:r>
              <a:rPr lang="en-US" sz="7200" dirty="0" smtClean="0"/>
              <a:t> </a:t>
            </a:r>
            <a:r>
              <a:rPr lang="en-US" sz="7200" dirty="0" err="1" smtClean="0"/>
              <a:t>peyarai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(Tamil)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piḷḷaiyārin</a:t>
            </a:r>
            <a:r>
              <a:rPr lang="en-US" sz="6000" dirty="0" smtClean="0"/>
              <a:t> </a:t>
            </a:r>
            <a:r>
              <a:rPr lang="en-US" sz="6000" dirty="0" err="1" smtClean="0"/>
              <a:t>peyarai</a:t>
            </a:r>
            <a:r>
              <a:rPr lang="en-US" sz="6000" dirty="0" smtClean="0"/>
              <a:t> </a:t>
            </a:r>
            <a:r>
              <a:rPr lang="en-US" sz="6000" dirty="0" err="1" smtClean="0"/>
              <a:t>colla</a:t>
            </a:r>
            <a:r>
              <a:rPr lang="en-US" sz="6000" dirty="0" smtClean="0"/>
              <a:t> </a:t>
            </a:r>
            <a:r>
              <a:rPr lang="en-US" sz="6000" dirty="0" err="1" smtClean="0"/>
              <a:t>tollai</a:t>
            </a:r>
            <a:r>
              <a:rPr lang="en-US" sz="6000" dirty="0" smtClean="0"/>
              <a:t> </a:t>
            </a:r>
            <a:r>
              <a:rPr lang="en-US" sz="6000" dirty="0" err="1" smtClean="0"/>
              <a:t>tolaintiṭum</a:t>
            </a:r>
            <a:r>
              <a:rPr lang="en-US" sz="6000" dirty="0" smtClean="0"/>
              <a:t> - </a:t>
            </a:r>
            <a:r>
              <a:rPr lang="en-US" sz="6000" dirty="0" err="1" smtClean="0"/>
              <a:t>vaḷḷalām</a:t>
            </a:r>
            <a:r>
              <a:rPr lang="en-US" sz="6000" dirty="0" smtClean="0"/>
              <a:t> </a:t>
            </a:r>
            <a:r>
              <a:rPr lang="en-US" sz="6000" dirty="0" err="1" smtClean="0"/>
              <a:t>avar</a:t>
            </a:r>
            <a:r>
              <a:rPr lang="en-US" sz="6000" dirty="0" smtClean="0"/>
              <a:t> </a:t>
            </a:r>
            <a:r>
              <a:rPr lang="en-US" sz="6000" dirty="0" err="1" smtClean="0"/>
              <a:t>aruḷāl</a:t>
            </a:r>
            <a:r>
              <a:rPr lang="en-US" sz="6000" dirty="0" smtClean="0"/>
              <a:t> </a:t>
            </a:r>
            <a:r>
              <a:rPr lang="en-US" sz="6000" dirty="0" err="1" smtClean="0"/>
              <a:t>vinaigaḷ</a:t>
            </a:r>
            <a:r>
              <a:rPr lang="en-US" sz="6000" dirty="0" smtClean="0"/>
              <a:t> </a:t>
            </a:r>
            <a:r>
              <a:rPr lang="en-US" sz="6000" dirty="0" err="1" smtClean="0"/>
              <a:t>vilagiḍum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Chanting the name of </a:t>
            </a:r>
            <a:r>
              <a:rPr lang="en-US" sz="4800" dirty="0" err="1" smtClean="0">
                <a:solidFill>
                  <a:srgbClr val="FFFF00"/>
                </a:solidFill>
              </a:rPr>
              <a:t>Ganapati</a:t>
            </a:r>
            <a:r>
              <a:rPr lang="en-US" sz="4800" dirty="0" smtClean="0">
                <a:solidFill>
                  <a:srgbClr val="FFFF00"/>
                </a:solidFill>
              </a:rPr>
              <a:t> will alleviate all our troubles. Through the grace of the compassionate Lord, our karmas will be dissolved.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peṭrōrai</a:t>
            </a:r>
            <a:r>
              <a:rPr lang="en-US" sz="6000" dirty="0" smtClean="0"/>
              <a:t> </a:t>
            </a:r>
            <a:r>
              <a:rPr lang="en-US" sz="6000" dirty="0" err="1" smtClean="0"/>
              <a:t>ulagam</a:t>
            </a:r>
            <a:r>
              <a:rPr lang="en-US" sz="6000" dirty="0" smtClean="0"/>
              <a:t> </a:t>
            </a:r>
            <a:r>
              <a:rPr lang="en-US" sz="6000" dirty="0" err="1" smtClean="0"/>
              <a:t>ena</a:t>
            </a:r>
            <a:r>
              <a:rPr lang="en-US" sz="6000" dirty="0" smtClean="0"/>
              <a:t> </a:t>
            </a:r>
            <a:r>
              <a:rPr lang="en-US" sz="6000" dirty="0" err="1" smtClean="0"/>
              <a:t>suṭri</a:t>
            </a:r>
            <a:r>
              <a:rPr lang="en-US" sz="6000" dirty="0" smtClean="0"/>
              <a:t> </a:t>
            </a:r>
            <a:r>
              <a:rPr lang="en-US" sz="6000" dirty="0" err="1" smtClean="0"/>
              <a:t>vanda</a:t>
            </a:r>
            <a:r>
              <a:rPr lang="en-US" sz="6000" dirty="0" smtClean="0"/>
              <a:t> </a:t>
            </a:r>
            <a:r>
              <a:rPr lang="en-US" sz="6000" dirty="0" err="1" smtClean="0"/>
              <a:t>piḷḷaiyē</a:t>
            </a:r>
            <a:r>
              <a:rPr lang="en-US" sz="6000" dirty="0" smtClean="0"/>
              <a:t> - </a:t>
            </a:r>
            <a:r>
              <a:rPr lang="en-US" sz="6000" dirty="0" err="1" smtClean="0"/>
              <a:t>jñāna-pazham</a:t>
            </a:r>
            <a:r>
              <a:rPr lang="en-US" sz="6000" dirty="0" smtClean="0"/>
              <a:t> </a:t>
            </a:r>
            <a:r>
              <a:rPr lang="en-US" sz="6000" dirty="0" err="1" smtClean="0"/>
              <a:t>peṭravanē</a:t>
            </a:r>
            <a:r>
              <a:rPr lang="en-US" sz="6000" dirty="0" smtClean="0"/>
              <a:t> </a:t>
            </a:r>
            <a:r>
              <a:rPr lang="en-US" sz="6000" dirty="0" err="1" smtClean="0"/>
              <a:t>jñālam</a:t>
            </a:r>
            <a:r>
              <a:rPr lang="en-US" sz="6000" dirty="0" smtClean="0"/>
              <a:t> </a:t>
            </a:r>
            <a:r>
              <a:rPr lang="en-US" sz="6000" dirty="0" err="1" smtClean="0"/>
              <a:t>kākkum</a:t>
            </a:r>
            <a:r>
              <a:rPr lang="en-US" sz="6000" dirty="0" smtClean="0"/>
              <a:t> </a:t>
            </a:r>
            <a:r>
              <a:rPr lang="en-US" sz="6000" dirty="0" err="1" smtClean="0"/>
              <a:t>gaṇapatiyē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Lord </a:t>
            </a:r>
            <a:r>
              <a:rPr lang="en-US" sz="4400" dirty="0" err="1" smtClean="0">
                <a:solidFill>
                  <a:srgbClr val="FFFF00"/>
                </a:solidFill>
              </a:rPr>
              <a:t>Vinayaka</a:t>
            </a:r>
            <a:r>
              <a:rPr lang="en-US" sz="4400" dirty="0" smtClean="0">
                <a:solidFill>
                  <a:srgbClr val="FFFF00"/>
                </a:solidFill>
              </a:rPr>
              <a:t>, you circumambulated your parents, seeing them as your entire world, and were granted the fruit of Knowledge. You are the guardian of the world.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dantam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koṇḍu</a:t>
            </a:r>
            <a:r>
              <a:rPr lang="en-US" sz="6000" dirty="0" smtClean="0"/>
              <a:t> </a:t>
            </a:r>
            <a:r>
              <a:rPr lang="en-US" sz="6000" dirty="0" err="1" smtClean="0"/>
              <a:t>vyāsarukku</a:t>
            </a:r>
            <a:r>
              <a:rPr lang="en-US" sz="6000" dirty="0" smtClean="0"/>
              <a:t> </a:t>
            </a:r>
            <a:r>
              <a:rPr lang="en-US" sz="6000" dirty="0" err="1" smtClean="0"/>
              <a:t>ezhuti</a:t>
            </a:r>
            <a:r>
              <a:rPr lang="en-US" sz="6000" dirty="0" smtClean="0"/>
              <a:t> </a:t>
            </a:r>
            <a:r>
              <a:rPr lang="en-US" sz="6000" dirty="0" err="1" smtClean="0"/>
              <a:t>tanda</a:t>
            </a:r>
            <a:r>
              <a:rPr lang="en-US" sz="6000" dirty="0" smtClean="0"/>
              <a:t> </a:t>
            </a:r>
            <a:r>
              <a:rPr lang="en-US" sz="6000" dirty="0" err="1" smtClean="0"/>
              <a:t>vaḷḷalē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bandam</a:t>
            </a:r>
            <a:r>
              <a:rPr lang="en-US" sz="6000" dirty="0" smtClean="0"/>
              <a:t> </a:t>
            </a:r>
            <a:r>
              <a:rPr lang="en-US" sz="6000" dirty="0" err="1" smtClean="0"/>
              <a:t>nīkki</a:t>
            </a:r>
            <a:r>
              <a:rPr lang="en-US" sz="6000" dirty="0" smtClean="0"/>
              <a:t> </a:t>
            </a:r>
            <a:r>
              <a:rPr lang="en-US" sz="6000" dirty="0" err="1" smtClean="0"/>
              <a:t>kāttiḍuvāy</a:t>
            </a:r>
            <a:r>
              <a:rPr lang="en-US" sz="6000" dirty="0" smtClean="0"/>
              <a:t> </a:t>
            </a:r>
            <a:r>
              <a:rPr lang="en-US" sz="6000" dirty="0" err="1" smtClean="0"/>
              <a:t>ēka</a:t>
            </a:r>
            <a:r>
              <a:rPr lang="en-US" sz="6000" dirty="0" smtClean="0"/>
              <a:t> </a:t>
            </a:r>
            <a:r>
              <a:rPr lang="en-US" sz="6000" dirty="0" err="1" smtClean="0"/>
              <a:t>danta</a:t>
            </a:r>
            <a:r>
              <a:rPr lang="en-US" sz="6000" dirty="0" smtClean="0"/>
              <a:t> </a:t>
            </a:r>
            <a:r>
              <a:rPr lang="en-US" sz="6000" dirty="0" err="1" smtClean="0"/>
              <a:t>nāthanē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When </a:t>
            </a:r>
            <a:r>
              <a:rPr lang="en-US" sz="4400" dirty="0" smtClean="0">
                <a:solidFill>
                  <a:srgbClr val="FFFF00"/>
                </a:solidFill>
              </a:rPr>
              <a:t>Veda </a:t>
            </a:r>
            <a:r>
              <a:rPr lang="en-US" sz="4400" dirty="0" err="1" smtClean="0">
                <a:solidFill>
                  <a:srgbClr val="FFFF00"/>
                </a:solidFill>
              </a:rPr>
              <a:t>Vyasa</a:t>
            </a:r>
            <a:r>
              <a:rPr lang="en-US" sz="4400" dirty="0" smtClean="0">
                <a:solidFill>
                  <a:srgbClr val="FFFF00"/>
                </a:solidFill>
              </a:rPr>
              <a:t> dictated the Mahabharata, in your compassion you broke off one tusk to write with. O Lord with the single tusk, please protect us and free us from our bondages.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gaṇapati</a:t>
            </a:r>
            <a:r>
              <a:rPr lang="en-US" sz="6000" dirty="0" smtClean="0"/>
              <a:t> </a:t>
            </a:r>
            <a:r>
              <a:rPr lang="en-US" sz="6000" dirty="0" err="1" smtClean="0"/>
              <a:t>ayyā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…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…</a:t>
            </a:r>
            <a:br>
              <a:rPr lang="en-US" sz="6000" dirty="0" smtClean="0"/>
            </a:br>
            <a:r>
              <a:rPr lang="en-US" sz="6000" dirty="0" err="1" smtClean="0"/>
              <a:t>gaṇaṅgaḷin</a:t>
            </a:r>
            <a:r>
              <a:rPr lang="en-US" sz="6000" dirty="0" smtClean="0"/>
              <a:t> </a:t>
            </a:r>
            <a:r>
              <a:rPr lang="en-US" sz="6000" dirty="0" err="1" smtClean="0"/>
              <a:t>nāthā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... 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Victory to </a:t>
            </a:r>
            <a:r>
              <a:rPr lang="en-US" sz="5400" dirty="0" err="1" smtClean="0">
                <a:solidFill>
                  <a:srgbClr val="FFFF00"/>
                </a:solidFill>
              </a:rPr>
              <a:t>Ganapati</a:t>
            </a:r>
            <a:r>
              <a:rPr lang="en-US" sz="5400" dirty="0" smtClean="0">
                <a:solidFill>
                  <a:srgbClr val="FFFF00"/>
                </a:solidFill>
              </a:rPr>
              <a:t>, the Lord of all, the embodiment of ultimate purity, the Lord of divine beings,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siddhi</a:t>
            </a:r>
            <a:r>
              <a:rPr lang="en-US" sz="6000" dirty="0" smtClean="0"/>
              <a:t> </a:t>
            </a:r>
            <a:r>
              <a:rPr lang="en-US" sz="6000" dirty="0" err="1" smtClean="0"/>
              <a:t>vināyagā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...</a:t>
            </a:r>
            <a:br>
              <a:rPr lang="en-US" sz="6000" dirty="0" smtClean="0"/>
            </a:b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,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…</a:t>
            </a:r>
            <a:br>
              <a:rPr lang="en-US" sz="6000" dirty="0" smtClean="0"/>
            </a:br>
            <a:r>
              <a:rPr lang="en-US" sz="6000" dirty="0" smtClean="0"/>
              <a:t> </a:t>
            </a: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and </a:t>
            </a:r>
            <a:r>
              <a:rPr lang="en-US" sz="5400" dirty="0" smtClean="0">
                <a:solidFill>
                  <a:srgbClr val="FFFF00"/>
                </a:solidFill>
              </a:rPr>
              <a:t>the </a:t>
            </a:r>
            <a:r>
              <a:rPr lang="en-US" sz="5400" dirty="0" err="1" smtClean="0">
                <a:solidFill>
                  <a:srgbClr val="FFFF00"/>
                </a:solidFill>
              </a:rPr>
              <a:t>bestower</a:t>
            </a:r>
            <a:r>
              <a:rPr lang="en-US" sz="5400" dirty="0" smtClean="0">
                <a:solidFill>
                  <a:srgbClr val="FFFF00"/>
                </a:solidFill>
              </a:rPr>
              <a:t> of success and accomplishments. O auspicious one, victory to you!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mūvinai</a:t>
            </a:r>
            <a:r>
              <a:rPr lang="en-US" sz="6000" dirty="0" smtClean="0"/>
              <a:t> </a:t>
            </a:r>
            <a:r>
              <a:rPr lang="en-US" sz="6000" dirty="0" err="1" smtClean="0"/>
              <a:t>tīrpavanē</a:t>
            </a:r>
            <a:r>
              <a:rPr lang="en-US" sz="6000" dirty="0" smtClean="0"/>
              <a:t>, </a:t>
            </a:r>
            <a:r>
              <a:rPr lang="en-US" sz="6000" dirty="0" err="1" smtClean="0"/>
              <a:t>nān</a:t>
            </a:r>
            <a:r>
              <a:rPr lang="en-US" sz="6000" dirty="0" smtClean="0"/>
              <a:t> </a:t>
            </a:r>
            <a:r>
              <a:rPr lang="en-US" sz="6000" dirty="0" err="1" smtClean="0"/>
              <a:t>maṙaiyin</a:t>
            </a:r>
            <a:r>
              <a:rPr lang="en-US" sz="6000" dirty="0" smtClean="0"/>
              <a:t> </a:t>
            </a:r>
            <a:r>
              <a:rPr lang="en-US" sz="6000" dirty="0" err="1" smtClean="0"/>
              <a:t>poruḷē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aindu</a:t>
            </a:r>
            <a:r>
              <a:rPr lang="en-US" sz="6000" dirty="0" smtClean="0"/>
              <a:t> </a:t>
            </a:r>
            <a:r>
              <a:rPr lang="en-US" sz="6000" dirty="0" err="1" smtClean="0"/>
              <a:t>karāttōnē</a:t>
            </a:r>
            <a:r>
              <a:rPr lang="en-US" sz="6000" dirty="0" smtClean="0"/>
              <a:t>, </a:t>
            </a:r>
            <a:r>
              <a:rPr lang="en-US" sz="6000" dirty="0" err="1" smtClean="0"/>
              <a:t>ārumukha</a:t>
            </a:r>
            <a:r>
              <a:rPr lang="en-US" sz="6000" dirty="0" smtClean="0"/>
              <a:t> </a:t>
            </a:r>
            <a:r>
              <a:rPr lang="en-US" sz="6000" dirty="0" err="1" smtClean="0"/>
              <a:t>sōdaranē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Lord </a:t>
            </a:r>
            <a:r>
              <a:rPr lang="en-US" sz="4400" dirty="0" err="1" smtClean="0">
                <a:solidFill>
                  <a:srgbClr val="FFFF00"/>
                </a:solidFill>
              </a:rPr>
              <a:t>Ganapati</a:t>
            </a:r>
            <a:r>
              <a:rPr lang="en-US" sz="4400" dirty="0" smtClean="0">
                <a:solidFill>
                  <a:srgbClr val="FFFF00"/>
                </a:solidFill>
              </a:rPr>
              <a:t>, you eradicate the three kinds of karmas and embody the essence of the four Vedas. You are the Lord with five hands and the brother of the six-faced Lord </a:t>
            </a:r>
            <a:r>
              <a:rPr lang="en-US" sz="4400" dirty="0" err="1" smtClean="0">
                <a:solidFill>
                  <a:srgbClr val="FFFF00"/>
                </a:solidFill>
              </a:rPr>
              <a:t>Muruga</a:t>
            </a:r>
            <a:r>
              <a:rPr lang="en-US" sz="4400" dirty="0" smtClean="0">
                <a:solidFill>
                  <a:srgbClr val="FFFF00"/>
                </a:solidFill>
              </a:rPr>
              <a:t>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āṇavam</a:t>
            </a:r>
            <a:r>
              <a:rPr lang="en-US" sz="6000" dirty="0" smtClean="0"/>
              <a:t> </a:t>
            </a:r>
            <a:r>
              <a:rPr lang="en-US" sz="6000" dirty="0" err="1" smtClean="0"/>
              <a:t>aṙuttiḍum</a:t>
            </a:r>
            <a:r>
              <a:rPr lang="en-US" sz="6000" dirty="0" smtClean="0"/>
              <a:t> un </a:t>
            </a:r>
            <a:r>
              <a:rPr lang="en-US" sz="6000" dirty="0" err="1" smtClean="0"/>
              <a:t>pāśāṅkuśa</a:t>
            </a:r>
            <a:r>
              <a:rPr lang="en-US" sz="6000" dirty="0" smtClean="0"/>
              <a:t> </a:t>
            </a:r>
            <a:r>
              <a:rPr lang="en-US" sz="6000" dirty="0" err="1" smtClean="0"/>
              <a:t>āyudham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ānandam</a:t>
            </a:r>
            <a:r>
              <a:rPr lang="en-US" sz="6000" dirty="0" smtClean="0"/>
              <a:t> </a:t>
            </a:r>
            <a:r>
              <a:rPr lang="en-US" sz="6000" dirty="0" err="1" smtClean="0"/>
              <a:t>tandiḍum</a:t>
            </a:r>
            <a:r>
              <a:rPr lang="en-US" sz="6000" dirty="0" smtClean="0"/>
              <a:t> </a:t>
            </a:r>
            <a:r>
              <a:rPr lang="en-US" sz="6000" dirty="0" err="1" smtClean="0"/>
              <a:t>untanatu</a:t>
            </a:r>
            <a:r>
              <a:rPr lang="en-US" sz="6000" dirty="0" smtClean="0"/>
              <a:t> </a:t>
            </a:r>
            <a:r>
              <a:rPr lang="en-US" sz="6000" dirty="0" err="1" smtClean="0"/>
              <a:t>mōdakam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</a:t>
            </a:r>
            <a:r>
              <a:rPr lang="en-US" sz="5400" dirty="0" smtClean="0">
                <a:solidFill>
                  <a:srgbClr val="FFFF00"/>
                </a:solidFill>
              </a:rPr>
              <a:t>noose and goad you hold vanquish our ego, and the </a:t>
            </a:r>
            <a:r>
              <a:rPr lang="en-US" sz="5400" dirty="0" err="1" smtClean="0">
                <a:solidFill>
                  <a:srgbClr val="FFFF00"/>
                </a:solidFill>
              </a:rPr>
              <a:t>modaka</a:t>
            </a:r>
            <a:r>
              <a:rPr lang="en-US" sz="5400" dirty="0" smtClean="0">
                <a:solidFill>
                  <a:srgbClr val="FFFF00"/>
                </a:solidFill>
              </a:rPr>
              <a:t> sweet you offer brings us joy.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gaṇapati</a:t>
            </a:r>
            <a:r>
              <a:rPr lang="en-US" sz="6000" dirty="0" smtClean="0"/>
              <a:t> </a:t>
            </a:r>
            <a:r>
              <a:rPr lang="en-US" sz="6000" dirty="0" err="1" smtClean="0"/>
              <a:t>ayyā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…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…</a:t>
            </a:r>
            <a:br>
              <a:rPr lang="en-US" sz="6000" dirty="0" smtClean="0"/>
            </a:br>
            <a:r>
              <a:rPr lang="en-US" sz="6000" dirty="0" err="1" smtClean="0"/>
              <a:t>gaṇaṅgaḷin</a:t>
            </a:r>
            <a:r>
              <a:rPr lang="en-US" sz="6000" dirty="0" smtClean="0"/>
              <a:t> </a:t>
            </a:r>
            <a:r>
              <a:rPr lang="en-US" sz="6000" dirty="0" err="1" smtClean="0"/>
              <a:t>nāthā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... 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Victory to </a:t>
            </a:r>
            <a:r>
              <a:rPr lang="en-US" sz="5400" dirty="0" err="1" smtClean="0">
                <a:solidFill>
                  <a:srgbClr val="FFFF00"/>
                </a:solidFill>
              </a:rPr>
              <a:t>Ganapati</a:t>
            </a:r>
            <a:r>
              <a:rPr lang="en-US" sz="5400" dirty="0" smtClean="0">
                <a:solidFill>
                  <a:srgbClr val="FFFF00"/>
                </a:solidFill>
              </a:rPr>
              <a:t>, the Lord of all, the embodiment of ultimate purity, the Lord of divine beings,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siddhi</a:t>
            </a:r>
            <a:r>
              <a:rPr lang="en-US" sz="6000" dirty="0" smtClean="0"/>
              <a:t> </a:t>
            </a:r>
            <a:r>
              <a:rPr lang="en-US" sz="6000" dirty="0" err="1" smtClean="0"/>
              <a:t>vināyagā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...</a:t>
            </a:r>
            <a:br>
              <a:rPr lang="en-US" sz="6000" dirty="0" smtClean="0"/>
            </a:b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,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…</a:t>
            </a:r>
            <a:br>
              <a:rPr lang="en-US" sz="6000" dirty="0" smtClean="0"/>
            </a:br>
            <a:r>
              <a:rPr lang="en-US" sz="6000" dirty="0" smtClean="0"/>
              <a:t> </a:t>
            </a:r>
            <a:r>
              <a:rPr lang="en-US" sz="6000" dirty="0" err="1" smtClean="0"/>
              <a:t>maṅgaḷa</a:t>
            </a:r>
            <a:r>
              <a:rPr lang="en-US" sz="6000" dirty="0" smtClean="0"/>
              <a:t> </a:t>
            </a:r>
            <a:r>
              <a:rPr lang="en-US" sz="6000" dirty="0" err="1" smtClean="0"/>
              <a:t>vaḍivē</a:t>
            </a:r>
            <a:r>
              <a:rPr lang="en-US" sz="6000" dirty="0" smtClean="0"/>
              <a:t> </a:t>
            </a:r>
            <a:r>
              <a:rPr lang="en-US" sz="6000" dirty="0" err="1" smtClean="0"/>
              <a:t>pōṭriyē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and </a:t>
            </a:r>
            <a:r>
              <a:rPr lang="en-US" sz="5400" dirty="0" smtClean="0">
                <a:solidFill>
                  <a:srgbClr val="FFFF00"/>
                </a:solidFill>
              </a:rPr>
              <a:t>the </a:t>
            </a:r>
            <a:r>
              <a:rPr lang="en-US" sz="5400" dirty="0" err="1" smtClean="0">
                <a:solidFill>
                  <a:srgbClr val="FFFF00"/>
                </a:solidFill>
              </a:rPr>
              <a:t>bestower</a:t>
            </a:r>
            <a:r>
              <a:rPr lang="en-US" sz="5400" dirty="0" smtClean="0">
                <a:solidFill>
                  <a:srgbClr val="FFFF00"/>
                </a:solidFill>
              </a:rPr>
              <a:t> of success and accomplishments. O auspicious one, victory to you!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291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piḷḷaiyārin peyarai</vt:lpstr>
      <vt:lpstr>piḷḷaiyārin peyarai colla tollai tolaintiṭum - vaḷḷalām avar aruḷāl vinaigaḷ vilagiḍum</vt:lpstr>
      <vt:lpstr>peṭrōrai ulagam ena suṭri vanda piḷḷaiyē - jñāna-pazham peṭravanē jñālam kākkum gaṇapatiyē</vt:lpstr>
      <vt:lpstr>dantam koṇḍu vyāsarukku ezhuti tanda vaḷḷalē bandam nīkki kāttiḍuvāy ēka danta nāthanē</vt:lpstr>
      <vt:lpstr>gaṇapati ayyā pōṭriyē…  maṅgaḷa vaḍivē pōṭriyē… gaṇaṅgaḷin nāthā pōṭriyē... </vt:lpstr>
      <vt:lpstr>siddhi vināyagā pōṭriyē... maṅgaḷa vaḍivē,  maṅgaḷa vaḍivē…  maṅgaḷa vaḍivē pōṭriyē…</vt:lpstr>
      <vt:lpstr>mūvinai tīrpavanē, nān maṙaiyin poruḷē  aindu karāttōnē, ārumukha sōdaranē</vt:lpstr>
      <vt:lpstr>āṇavam aṙuttiḍum un pāśāṅkuśa āyudham ānandam tandiḍum untanatu mōdakam</vt:lpstr>
      <vt:lpstr>gaṇapati ayyā pōṭriyē…  maṅgaḷa vaḍivē pōṭriyē… gaṇaṅgaḷin nāthā pōṭriyē... </vt:lpstr>
      <vt:lpstr>siddhi vināyagā pōṭriyē... maṅgaḷa vaḍivē,  maṅgaḷa vaḍivē…  maṅgaḷa vaḍivē pōṭriyē…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2025-05-17T15:21:12Z</dcterms:modified>
</cp:coreProperties>
</file>