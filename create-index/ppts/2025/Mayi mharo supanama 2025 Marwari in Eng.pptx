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6F4D5-0210-4759-B7B7-ECB9E01DF25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D0D71-8C1F-42CC-9254-D56AE1BB99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māyi mhārō supaṇāmā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(Marwari)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māyi mhārō supaṇāmā parṇyāṙe dīnānāth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dīnānāth… dīnānāth…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Mother, in my dream Lord Dinanath came. O Dinanath, Lord of the downtrodden…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chappan kōṭā jaṇā padhāryā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dulhō siri brajnāth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that dream, countless multitudes arrived, and the bridegroom was none other than the Lord of Braj.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supaṇāmā tōraṇ bandhyā rī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supaṇāmā gayā hāth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The wedding garland was tied in the dream, and in that dream my hand was taken.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supaṇāmā mhārē paraṇa gayā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pāya acal suhāg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In that dream, I was married, and my wedded fortune became firm and eternal.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mīrā rō giridhar mīlyārī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purāb janam rō hād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There, I was united with my Giridhār, and the bond of a previous birth was fulfilled.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māyi mhārō supanāmā parnāṙe dīnānāth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ō dīnānāth… dīnānāth…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ō dīnānāth… dīnānāth…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Mother, in my dream Lord Dinanath came. O Dinanath, Lord of the downtrodden…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māyi mhārō supaṇāmā</vt:lpstr>
      <vt:lpstr>māyi mhārō supaṇāmā parṇyāṙe dīnānāth ō dīnānāth… dīnānāth…</vt:lpstr>
      <vt:lpstr>chappan kōṭā jaṇā padhāryā dulhō siri brajnāth</vt:lpstr>
      <vt:lpstr>supaṇāmā tōraṇ bandhyā rī supaṇāmā gayā hāth</vt:lpstr>
      <vt:lpstr>supaṇāmā mhārē paraṇa gayā pāya acal suhāg</vt:lpstr>
      <vt:lpstr>mīrā rō giridhar mīlyārī purāb janam rō hād</vt:lpstr>
      <vt:lpstr>māyi mhārō supanāmā parnāṙe dīnānāth ō dīnānāth… dīnānāth… ō dīnānāth… dīnānāth…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māyi mhārō supaṇāmā</dc:title>
  <dc:creator>Amrita</dc:creator>
  <cp:lastModifiedBy>Amrita</cp:lastModifiedBy>
  <cp:revision>2</cp:revision>
  <dcterms:created xsi:type="dcterms:W3CDTF">2025-09-08T18:20:01Z</dcterms:created>
  <dcterms:modified xsi:type="dcterms:W3CDTF">2025-09-08T18:21:59Z</dcterms:modified>
</cp:coreProperties>
</file>