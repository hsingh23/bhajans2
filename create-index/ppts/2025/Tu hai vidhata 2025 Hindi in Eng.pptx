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1E19-20CF-4A6B-8335-E4E0E923DBB2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691A9-BBE0-4588-BFAB-016213F491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tū hai vidhātā jagat kā nirmātā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tū hai vidhātā jagat kā nirmātā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tū hī paramātmā astitva kī mahāmāyā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giver of destiny, the creator of the universe. You alone are the Supreme Self,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advait meiṅ tērī nirmalatā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tērī prakṛti meiṅ samāyī hai ēkatā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great illusion of existence. In non-duality lies your purity, in your nature is contained unity.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hē bhagavān, sunō mērī pukār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tērē caraṇōṅ meiṅ mērā praṇām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Lord, hear my call, at your feet I bow in reverence.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 kaṇ meiṅ tērā svarūp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pūrē viśv meiṅ basā tērā divyarūp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In every particle is your form, in the whole universe abides your divine form.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bāhar bhītar sab kuch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tērī līlā, tērī līlā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Inside and outside, everything is your play, your play.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hē bhagavān, sunō mērī pukār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tērē caraṇōṅ meiṅ mērā praṇām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Lord, hear my call, at your feet I bow in reverence.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bhagavān, sunō mērī pukār… ō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Lord, hear my call… O 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tū hai vidhātā jagat kā nirmātā</vt:lpstr>
      <vt:lpstr>tū hai vidhātā jagat kā nirmātā tū hī paramātmā astitva kī mahāmāyā</vt:lpstr>
      <vt:lpstr>advait meiṅ tērī nirmalatā tērī prakṛti meiṅ samāyī hai ēkatā</vt:lpstr>
      <vt:lpstr>hē bhagavān, sunō mērī pukār tērē caraṇōṅ meiṅ mērā praṇām</vt:lpstr>
      <vt:lpstr>kaṇ kaṇ meiṅ tērā svarūp pūrē viśv meiṅ basā tērā divyarūp</vt:lpstr>
      <vt:lpstr>bāhar bhītar sab kuch tērī līlā, tērī līlā</vt:lpstr>
      <vt:lpstr>hē bhagavān, sunō mērī pukār tērē caraṇōṅ meiṅ mērā praṇām</vt:lpstr>
      <vt:lpstr>hē bhagavān, sunō mērī pukār… ō mā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tū hai vidhātā jagat kā nirmātā</dc:title>
  <dc:creator>Amrita</dc:creator>
  <cp:lastModifiedBy>Amrita</cp:lastModifiedBy>
  <cp:revision>1</cp:revision>
  <dcterms:created xsi:type="dcterms:W3CDTF">2025-08-24T06:14:49Z</dcterms:created>
  <dcterms:modified xsi:type="dcterms:W3CDTF">2025-08-24T06:15:22Z</dcterms:modified>
</cp:coreProperties>
</file>