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B4AD4-E1F0-41F4-8611-0A988CE6461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38D7F-1E8D-4DDD-8988-449D85E744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en priya tāyē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en priya tāyē itā nin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tirusannidhiyil ñān…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dearest Mother, here I stand in your divine presence.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ninniccha pōl ende vēṣavum pūrṇamāy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āḍānitā ñān tozhunnēn…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āḍānitā ñān tozhunnēn…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pray, let me play my role fully and perfectly, according to your will. I pray, let me fulfil my role to perfection.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ammā… ammā… ammā… ammā…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āśā vaśamvadayāy ñān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vṛthā lakṣyam illāte alaññū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I wandered, aimlessly without purpose, enslaved by countless desires.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nin vazhiyālē nī ende ā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āśā-śataṅgaḷ aṙukkū…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ammē āśā-śataṅgaḷ aṙukkū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in your own way, cut away the deep-rooted cravings within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ammā… ammā… ammā… ammā…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ninnilēkk-uḷḷen prayāṇam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taḍuttīḍunnu māyāviṣaṅgaḷ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poison of illusion clouds my path, and blocks my efforts to reach the luminous sky of inner consciousness.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divyadyōvil ettānāy kaḍākṣikkū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 en mānasatte…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ammē nī en mānasatte…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Mother! let your loving glance fall on me each day, and bless my heart to reach you within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ammā… ammā… ammā… ammā…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sarvam sadā nalkum ammē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ñān āśayōḍiṅgitā nilpū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you who always grant what we seek, I wait expectantly before you,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smtClean="0">
                <a:solidFill>
                  <a:srgbClr val="FFFFFF"/>
                </a:solidFill>
                <a:latin typeface="Calibri"/>
              </a:rPr>
              <a:t>satyam entenn-aṙiññīḍān namikkunnu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ñān nin munnil ennum…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ammē ñān nin munnil ennum…</a:t>
            </a:r>
            <a:endParaRPr lang="en-US" sz="5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seeking the eternal truth, I stand before you in prayer.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ammā… ammā… ammā… ammā…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yōgya allennirunnālum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makaḷ kēzhunnitātma-dṛṣṭikkāy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This daughter, though unworthy, longs deeply for self-realisation.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kṛpayākum abhayam atil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cērkkēṇam enne ennennum…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ammē cērkkēṇam enne ennennum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Grant me your grace, your shelter, and lead me to the abode of fearlessness. Mother, grant me the grace to merge forever in you.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ammā… ammā… ammā… ammā…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ammē en priya tāyē</vt:lpstr>
      <vt:lpstr>ammē en priya tāyē itā nin tirusannidhiyil ñān…</vt:lpstr>
      <vt:lpstr>ninniccha pōl ende vēṣavum pūrṇamāy āḍānitā ñān tozhunnēn… āḍānitā ñān tozhunnēn…</vt:lpstr>
      <vt:lpstr>ammā… ammā… ammā… ammā…</vt:lpstr>
      <vt:lpstr>āśā vaśamvadayāy ñān vṛthā lakṣyam illāte alaññū</vt:lpstr>
      <vt:lpstr>nin vazhiyālē nī ende ā āśā-śataṅgaḷ aṙukkū… ammē āśā-śataṅgaḷ aṙukkū</vt:lpstr>
      <vt:lpstr>ammā… ammā… ammā… ammā…</vt:lpstr>
      <vt:lpstr>ninnilēkk-uḷḷen prayāṇam taḍuttīḍunnu māyāviṣaṅgaḷ</vt:lpstr>
      <vt:lpstr>nin divyadyōvil ettānāy kaḍākṣikkū nī en mānasatte… ammē nī en mānasatte…</vt:lpstr>
      <vt:lpstr>ammā… ammā… ammā… ammā…</vt:lpstr>
      <vt:lpstr>sarvam sadā nalkum ammē ñān āśayōḍiṅgitā nilpū</vt:lpstr>
      <vt:lpstr>satyam entenn-aṙiññīḍān namikkunnu ñān nin munnil ennum… ammē ñān nin munnil ennum…</vt:lpstr>
      <vt:lpstr>ammā… ammā… ammā… ammā…</vt:lpstr>
      <vt:lpstr>yōgya allennirunnālum makaḷ kēzhunnitātma-dṛṣṭikkāy</vt:lpstr>
      <vt:lpstr>nin kṛpayākum abhayam atil cērkkēṇam enne ennennum… ammē cērkkēṇam enne ennennum</vt:lpstr>
      <vt:lpstr>ammā… ammā… ammā… ammā…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ammē en priya tāyē</dc:title>
  <dc:creator>Amrita</dc:creator>
  <cp:lastModifiedBy>Amrita</cp:lastModifiedBy>
  <cp:revision>1</cp:revision>
  <dcterms:created xsi:type="dcterms:W3CDTF">2025-07-28T13:27:33Z</dcterms:created>
  <dcterms:modified xsi:type="dcterms:W3CDTF">2025-07-28T13:28:23Z</dcterms:modified>
</cp:coreProperties>
</file>