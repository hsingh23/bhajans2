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19"/>
  </p:notesMasterIdLst>
  <p:sldIdLst>
    <p:sldId id="319" r:id="rId2"/>
    <p:sldId id="320" r:id="rId3"/>
    <p:sldId id="321" r:id="rId4"/>
    <p:sldId id="345" r:id="rId5"/>
    <p:sldId id="340" r:id="rId6"/>
    <p:sldId id="322" r:id="rId7"/>
    <p:sldId id="323" r:id="rId8"/>
    <p:sldId id="341" r:id="rId9"/>
    <p:sldId id="324" r:id="rId10"/>
    <p:sldId id="325" r:id="rId11"/>
    <p:sldId id="342" r:id="rId12"/>
    <p:sldId id="326" r:id="rId13"/>
    <p:sldId id="327" r:id="rId14"/>
    <p:sldId id="343" r:id="rId15"/>
    <p:sldId id="328" r:id="rId16"/>
    <p:sldId id="329" r:id="rId17"/>
    <p:sldId id="346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717"/>
  </p:normalViewPr>
  <p:slideViewPr>
    <p:cSldViewPr>
      <p:cViewPr varScale="1">
        <p:scale>
          <a:sx n="76" d="100"/>
          <a:sy n="76" d="100"/>
        </p:scale>
        <p:origin x="-1670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A464500E-B6F1-DE8E-3134-8CD3E96714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402E6D2A-722C-9FF9-9B76-B117E33BB38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A4DE607E-2324-A94C-B1DF-B212D211EB6B}" type="datetimeFigureOut">
              <a:rPr lang="en-US"/>
              <a:pPr>
                <a:defRPr/>
              </a:pPr>
              <a:t>3/15/2025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="" xmlns:a16="http://schemas.microsoft.com/office/drawing/2014/main" id="{9C975FEA-6040-4DA4-1749-A36581A163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="" xmlns:a16="http://schemas.microsoft.com/office/drawing/2014/main" id="{FEC1FEF1-61AD-276D-62CD-F15EC6BB8F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0C1032C-66D2-2679-B518-2584A32635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107DAFD-F209-3F35-0D29-35ACD27C4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EF0D8ED-9D32-1541-A667-8A507501FF3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0D8ED-9D32-1541-A667-8A507501FF37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49689511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="" xmlns:p14="http://schemas.microsoft.com/office/powerpoint/2010/main" val="30675558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="" xmlns:p14="http://schemas.microsoft.com/office/powerpoint/2010/main" val="230127068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5227638"/>
            <a:ext cx="4038600" cy="1325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5227638"/>
            <a:ext cx="4038600" cy="1325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="" xmlns:p14="http://schemas.microsoft.com/office/powerpoint/2010/main" val="123976280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="" xmlns:p14="http://schemas.microsoft.com/office/powerpoint/2010/main" val="394600454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352457424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48951326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="" xmlns:p14="http://schemas.microsoft.com/office/powerpoint/2010/main" val="157350811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="" xmlns:p14="http://schemas.microsoft.com/office/powerpoint/2010/main" val="139920950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="" xmlns:p14="http://schemas.microsoft.com/office/powerpoint/2010/main" val="22895025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6278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6278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="" xmlns:p14="http://schemas.microsoft.com/office/powerpoint/2010/main" val="66991744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="" xmlns:a16="http://schemas.microsoft.com/office/drawing/2014/main" id="{546680F9-B1E2-DEB9-CB8D-686CA12AD4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490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="" xmlns:a16="http://schemas.microsoft.com/office/drawing/2014/main" id="{87245633-2E5E-365E-1276-3C045A7C2E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5227638"/>
            <a:ext cx="8229600" cy="132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400">
          <a:solidFill>
            <a:schemeClr val="bg1"/>
          </a:solidFill>
          <a:latin typeface="+mj-lt"/>
          <a:ea typeface="ＭＳ Ｐゴシック" pitchFamily="-109" charset="-128"/>
          <a:cs typeface="ＭＳ Ｐゴシック" pitchFamily="-109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400">
          <a:solidFill>
            <a:schemeClr val="bg1"/>
          </a:solidFill>
          <a:latin typeface="Goudiac" pitchFamily="-109" charset="0"/>
          <a:ea typeface="ＭＳ Ｐゴシック" pitchFamily="-109" charset="-128"/>
          <a:cs typeface="ＭＳ Ｐゴシック" pitchFamily="-109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400">
          <a:solidFill>
            <a:schemeClr val="bg1"/>
          </a:solidFill>
          <a:latin typeface="Goudiac" pitchFamily="-109" charset="0"/>
          <a:ea typeface="ＭＳ Ｐゴシック" pitchFamily="-109" charset="-128"/>
          <a:cs typeface="ＭＳ Ｐゴシック" pitchFamily="-109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400">
          <a:solidFill>
            <a:schemeClr val="bg1"/>
          </a:solidFill>
          <a:latin typeface="Goudiac" pitchFamily="-109" charset="0"/>
          <a:ea typeface="ＭＳ Ｐゴシック" pitchFamily="-109" charset="-128"/>
          <a:cs typeface="ＭＳ Ｐゴシック" pitchFamily="-109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400">
          <a:solidFill>
            <a:schemeClr val="bg1"/>
          </a:solidFill>
          <a:latin typeface="Goudiac" pitchFamily="-109" charset="0"/>
          <a:ea typeface="ＭＳ Ｐゴシック" pitchFamily="-109" charset="-128"/>
          <a:cs typeface="ＭＳ Ｐゴシック" pitchFamily="-109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5400">
          <a:solidFill>
            <a:schemeClr val="bg1"/>
          </a:solidFill>
          <a:latin typeface="Goudiac" pitchFamily="-109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5400">
          <a:solidFill>
            <a:schemeClr val="bg1"/>
          </a:solidFill>
          <a:latin typeface="Goudiac" pitchFamily="-109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5400">
          <a:solidFill>
            <a:schemeClr val="bg1"/>
          </a:solidFill>
          <a:latin typeface="Goudiac" pitchFamily="-109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5400">
          <a:solidFill>
            <a:schemeClr val="bg1"/>
          </a:solidFill>
          <a:latin typeface="Goudiac" pitchFamily="-109" charset="0"/>
        </a:defRPr>
      </a:lvl9pPr>
    </p:titleStyle>
    <p:bodyStyle>
      <a:lvl1pPr marL="342900" indent="-342900" algn="ctr" rtl="0" eaLnBrk="0" fontAlgn="base" hangingPunct="0">
        <a:spcBef>
          <a:spcPct val="20000"/>
        </a:spcBef>
        <a:spcAft>
          <a:spcPct val="0"/>
        </a:spcAft>
        <a:buChar char="•"/>
        <a:defRPr sz="3000" i="1">
          <a:solidFill>
            <a:schemeClr val="bg1"/>
          </a:solidFill>
          <a:latin typeface="+mn-lt"/>
          <a:ea typeface="ＭＳ Ｐゴシック" pitchFamily="-109" charset="-128"/>
          <a:cs typeface="ＭＳ Ｐゴシック" pitchFamily="-109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pitchFamily="-109" charset="0"/>
          <a:ea typeface="ＭＳ Ｐゴシック" pitchFamily="-109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itchFamily="-109" charset="0"/>
          <a:ea typeface="ＭＳ Ｐゴシック" pitchFamily="-109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itchFamily="-109" charset="0"/>
          <a:ea typeface="ＭＳ Ｐゴシック" pitchFamily="-109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-109" charset="0"/>
          <a:ea typeface="ＭＳ Ｐゴシック" pitchFamily="-109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-109" charset="0"/>
          <a:ea typeface="ＭＳ Ｐゴシック" pitchFamily="-109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-109" charset="0"/>
          <a:ea typeface="ＭＳ Ｐゴシック" pitchFamily="-109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-109" charset="0"/>
          <a:ea typeface="ＭＳ Ｐゴシック" pitchFamily="-109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-109" charset="0"/>
          <a:ea typeface="ＭＳ Ｐゴシック" pitchFamily="-109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2">
            <a:extLst>
              <a:ext uri="{FF2B5EF4-FFF2-40B4-BE49-F238E27FC236}">
                <a16:creationId xmlns="" xmlns:a16="http://schemas.microsoft.com/office/drawing/2014/main" id="{4905F71E-65C8-67C7-D4AE-6617661EC65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447800"/>
            <a:ext cx="9144000" cy="2152650"/>
          </a:xfrm>
        </p:spPr>
        <p:txBody>
          <a:bodyPr/>
          <a:lstStyle/>
          <a:p>
            <a:r>
              <a:rPr lang="en-US" altLang="en-US" sz="600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manamē narajīvitamākum</a:t>
            </a:r>
          </a:p>
        </p:txBody>
      </p:sp>
      <p:sp>
        <p:nvSpPr>
          <p:cNvPr id="2050" name="Rectangle 3">
            <a:extLst>
              <a:ext uri="{FF2B5EF4-FFF2-40B4-BE49-F238E27FC236}">
                <a16:creationId xmlns="" xmlns:a16="http://schemas.microsoft.com/office/drawing/2014/main" id="{7C133B3D-D1FB-CDBB-BF6F-46DFC219528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981200"/>
          </a:xfrm>
        </p:spPr>
        <p:txBody>
          <a:bodyPr/>
          <a:lstStyle/>
          <a:p>
            <a:pPr eaLnBrk="1" hangingPunct="1"/>
            <a:r>
              <a:rPr lang="en-US" altLang="en-US" sz="4800" i="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(</a:t>
            </a:r>
            <a:r>
              <a:rPr lang="en-US" altLang="en-US" sz="4800" i="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Odiya</a:t>
            </a:r>
            <a:r>
              <a:rPr lang="en-US" altLang="en-US" sz="4800" i="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)</a:t>
            </a:r>
            <a:endParaRPr lang="en-US" altLang="en-US" sz="4800" i="0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  <a:p>
            <a:pPr eaLnBrk="1" hangingPunct="1"/>
            <a:endParaRPr lang="en-US" altLang="en-US" sz="4800" i="0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2">
            <a:extLst>
              <a:ext uri="{FF2B5EF4-FFF2-40B4-BE49-F238E27FC236}">
                <a16:creationId xmlns="" xmlns:a16="http://schemas.microsoft.com/office/drawing/2014/main" id="{3720255A-A517-94BC-0A8F-201FA7DB0D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3886200"/>
          </a:xfrm>
        </p:spPr>
        <p:txBody>
          <a:bodyPr/>
          <a:lstStyle/>
          <a:p>
            <a:r>
              <a:rPr lang="en-US" altLang="en-US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bāy</a:t>
            </a:r>
            <a: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mŏno</a:t>
            </a:r>
            <a: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dina</a:t>
            </a:r>
            <a: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jāvūcci</a:t>
            </a:r>
            <a: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bitti</a:t>
            </a:r>
            <a: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re</a:t>
            </a:r>
            <a:b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</a:br>
            <a:r>
              <a:rPr lang="en-US" altLang="en-US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ṭāṅkora</a:t>
            </a:r>
            <a: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hĕlā</a:t>
            </a:r>
            <a: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to </a:t>
            </a:r>
            <a:r>
              <a:rPr lang="en-US" altLang="en-US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jībana</a:t>
            </a:r>
            <a: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māṭṭi</a:t>
            </a:r>
            <a: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re</a:t>
            </a:r>
            <a:endParaRPr lang="en-US" altLang="en-US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3074" name="Rectangle 3">
            <a:extLst>
              <a:ext uri="{FF2B5EF4-FFF2-40B4-BE49-F238E27FC236}">
                <a16:creationId xmlns="" xmlns:a16="http://schemas.microsoft.com/office/drawing/2014/main" id="{F6A277E5-C16B-32D9-AF63-0F80CD207F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3886200"/>
            <a:ext cx="9144000" cy="2514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5400" i="0" dirty="0">
                <a:solidFill>
                  <a:srgbClr val="FFFF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O mind, the field of human life is turning arid and dry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>
            <a:extLst>
              <a:ext uri="{FF2B5EF4-FFF2-40B4-BE49-F238E27FC236}">
                <a16:creationId xmlns="" xmlns:a16="http://schemas.microsoft.com/office/drawing/2014/main" id="{9A03D5FE-2001-4A26-F5FC-2BCB57289E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3352800"/>
          </a:xfrm>
        </p:spPr>
        <p:txBody>
          <a:bodyPr/>
          <a:lstStyle/>
          <a:p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belottāvu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cāha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bīlo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ku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ttorĕ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/>
            </a:r>
            <a:b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</a:b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caso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bāso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kĕbe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sikhi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bu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ā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rĕ</a:t>
            </a:r>
            <a:endParaRPr lang="en-US" altLang="en-US" sz="6000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4098" name="Rectangle 3">
            <a:extLst>
              <a:ext uri="{FF2B5EF4-FFF2-40B4-BE49-F238E27FC236}">
                <a16:creationId xmlns="" xmlns:a16="http://schemas.microsoft.com/office/drawing/2014/main" id="{20087FCD-8BFE-0B5E-7DFA-C86E872AD9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3352800"/>
            <a:ext cx="9144000" cy="3048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6600" i="0" dirty="0">
                <a:solidFill>
                  <a:srgbClr val="FFFF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With no cultivation, crop or yield, it is turning increasingly barren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2">
            <a:extLst>
              <a:ext uri="{FF2B5EF4-FFF2-40B4-BE49-F238E27FC236}">
                <a16:creationId xmlns="" xmlns:a16="http://schemas.microsoft.com/office/drawing/2014/main" id="{3720255A-A517-94BC-0A8F-201FA7DB0D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3886200"/>
          </a:xfrm>
        </p:spPr>
        <p:txBody>
          <a:bodyPr/>
          <a:lstStyle/>
          <a:p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bāy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mŏno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dina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jāvūcci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bitti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/>
            </a:r>
            <a:b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</a:b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bāy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mŏno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dina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jāvūcci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bitti</a:t>
            </a:r>
            <a:endParaRPr lang="en-US" altLang="en-US" sz="6000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3074" name="Rectangle 3">
            <a:extLst>
              <a:ext uri="{FF2B5EF4-FFF2-40B4-BE49-F238E27FC236}">
                <a16:creationId xmlns="" xmlns:a16="http://schemas.microsoft.com/office/drawing/2014/main" id="{F6A277E5-C16B-32D9-AF63-0F80CD207F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3886200"/>
            <a:ext cx="9144000" cy="2514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5400" i="0" dirty="0">
                <a:solidFill>
                  <a:srgbClr val="FFFF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O mind, the field of human life is turning arid and dry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2">
            <a:extLst>
              <a:ext uri="{FF2B5EF4-FFF2-40B4-BE49-F238E27FC236}">
                <a16:creationId xmlns="" xmlns:a16="http://schemas.microsoft.com/office/drawing/2014/main" id="{3720255A-A517-94BC-0A8F-201FA7DB0D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3886200"/>
          </a:xfrm>
        </p:spPr>
        <p:txBody>
          <a:bodyPr/>
          <a:lstStyle/>
          <a:p>
            <a:r>
              <a:rPr lang="en-US" altLang="en-US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bāy</a:t>
            </a:r>
            <a: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mŏno</a:t>
            </a:r>
            <a: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dina</a:t>
            </a:r>
            <a: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jāvūcci</a:t>
            </a:r>
            <a: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bitti</a:t>
            </a:r>
            <a: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re</a:t>
            </a:r>
            <a:b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</a:br>
            <a:r>
              <a:rPr lang="en-US" altLang="en-US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ṭāṅkora</a:t>
            </a:r>
            <a: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hĕlā</a:t>
            </a:r>
            <a: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to </a:t>
            </a:r>
            <a:r>
              <a:rPr lang="en-US" altLang="en-US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jībana</a:t>
            </a:r>
            <a: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māṭṭi</a:t>
            </a:r>
            <a: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re</a:t>
            </a:r>
            <a:endParaRPr lang="en-US" altLang="en-US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3074" name="Rectangle 3">
            <a:extLst>
              <a:ext uri="{FF2B5EF4-FFF2-40B4-BE49-F238E27FC236}">
                <a16:creationId xmlns="" xmlns:a16="http://schemas.microsoft.com/office/drawing/2014/main" id="{F6A277E5-C16B-32D9-AF63-0F80CD207F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3886200"/>
            <a:ext cx="9144000" cy="2514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5400" i="0" dirty="0">
                <a:solidFill>
                  <a:srgbClr val="FFFF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O mind, the field of human life is turning arid and dry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="" xmlns:a16="http://schemas.microsoft.com/office/drawing/2014/main" id="{42971539-695E-AC00-C1EA-C313F5F13D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3276600"/>
          </a:xfrm>
        </p:spPr>
        <p:txBody>
          <a:bodyPr/>
          <a:lstStyle/>
          <a:p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chāso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būyi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ŏṭṭĕ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monīso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jībonā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/>
            </a:r>
            <a:b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</a:b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chosīlĕ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sophol̤o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hĕbo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to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jŏnomā</a:t>
            </a:r>
            <a:endParaRPr lang="en-US" altLang="en-US" sz="6000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5122" name="Rectangle 3">
            <a:extLst>
              <a:ext uri="{FF2B5EF4-FFF2-40B4-BE49-F238E27FC236}">
                <a16:creationId xmlns="" xmlns:a16="http://schemas.microsoft.com/office/drawing/2014/main" id="{FA65D42C-547F-252D-CF12-4773EEBDC9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3505200"/>
            <a:ext cx="9144000" cy="3200400"/>
          </a:xfrm>
        </p:spPr>
        <p:txBody>
          <a:bodyPr/>
          <a:lstStyle/>
          <a:p>
            <a:pPr>
              <a:buNone/>
            </a:pPr>
            <a:r>
              <a:rPr lang="en-US" altLang="en-US" sz="6000" i="0" dirty="0">
                <a:solidFill>
                  <a:srgbClr val="FFFF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How to sow the seeds properly, or to cultivate them well…</a:t>
            </a:r>
          </a:p>
          <a:p>
            <a:pPr>
              <a:buFontTx/>
              <a:buNone/>
            </a:pPr>
            <a:endParaRPr lang="en-US" altLang="en-US" sz="6000" i="0" dirty="0">
              <a:solidFill>
                <a:srgbClr val="FFFF00"/>
              </a:solidFill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>
            <a:extLst>
              <a:ext uri="{FF2B5EF4-FFF2-40B4-BE49-F238E27FC236}">
                <a16:creationId xmlns="" xmlns:a16="http://schemas.microsoft.com/office/drawing/2014/main" id="{4BA54269-DD66-4779-81BB-2C57D89B39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3276600"/>
          </a:xfrm>
        </p:spPr>
        <p:txBody>
          <a:bodyPr/>
          <a:lstStyle/>
          <a:p>
            <a:r>
              <a:rPr lang="en-US" altLang="en-US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nā</a:t>
            </a:r>
            <a: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sikhilu</a:t>
            </a:r>
            <a: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chāso</a:t>
            </a:r>
            <a: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b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</a:br>
            <a: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no </a:t>
            </a:r>
            <a:r>
              <a:rPr lang="en-US" altLang="en-US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chinnu</a:t>
            </a:r>
            <a: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bihono</a:t>
            </a:r>
            <a: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/>
            </a:r>
            <a:b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</a:br>
            <a:r>
              <a:rPr lang="en-US" altLang="en-US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khetokku</a:t>
            </a:r>
            <a: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ĕṇīkki</a:t>
            </a:r>
            <a: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de </a:t>
            </a:r>
            <a:r>
              <a:rPr lang="en-US" altLang="en-US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ārĕ</a:t>
            </a:r>
            <a:r>
              <a:rPr lang="en-US" altLang="en-US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mono</a:t>
            </a:r>
            <a:endParaRPr lang="en-US" altLang="en-US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6146" name="Rectangle 3">
            <a:extLst>
              <a:ext uri="{FF2B5EF4-FFF2-40B4-BE49-F238E27FC236}">
                <a16:creationId xmlns="" xmlns:a16="http://schemas.microsoft.com/office/drawing/2014/main" id="{E9DA617F-FBCF-C58D-D399-9A85C6C39F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3200400"/>
            <a:ext cx="9144000" cy="32004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5400" i="0" dirty="0">
                <a:solidFill>
                  <a:srgbClr val="FFFF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…neither do you have the knowledge, nor do you have the slightest wish to know.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2">
            <a:extLst>
              <a:ext uri="{FF2B5EF4-FFF2-40B4-BE49-F238E27FC236}">
                <a16:creationId xmlns="" xmlns:a16="http://schemas.microsoft.com/office/drawing/2014/main" id="{3720255A-A517-94BC-0A8F-201FA7DB0D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3886200"/>
          </a:xfrm>
        </p:spPr>
        <p:txBody>
          <a:bodyPr/>
          <a:lstStyle/>
          <a:p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bāy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mŏno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dina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jāvūcci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bitti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/>
            </a:r>
            <a:b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</a:b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bāy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mŏno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dina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jāvūcci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bitti</a:t>
            </a:r>
            <a:endParaRPr lang="en-US" altLang="en-US" sz="6000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3074" name="Rectangle 3">
            <a:extLst>
              <a:ext uri="{FF2B5EF4-FFF2-40B4-BE49-F238E27FC236}">
                <a16:creationId xmlns="" xmlns:a16="http://schemas.microsoft.com/office/drawing/2014/main" id="{F6A277E5-C16B-32D9-AF63-0F80CD207F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3886200"/>
            <a:ext cx="9144000" cy="2514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5400" i="0" dirty="0">
                <a:solidFill>
                  <a:srgbClr val="FFFF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O mind, the field of human life is turning arid and dry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="" xmlns:a16="http://schemas.microsoft.com/office/drawing/2014/main" id="{5B2CD9A7-3135-0C44-A0E0-AACAEA9037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3886200"/>
          </a:xfrm>
        </p:spPr>
        <p:txBody>
          <a:bodyPr/>
          <a:lstStyle/>
          <a:p>
            <a:r>
              <a:rPr lang="pt-BR" altLang="en-US" sz="66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bhūyi cosi khoto de ghāso bācci de</a:t>
            </a:r>
            <a:br>
              <a:rPr lang="pt-BR" altLang="en-US" sz="66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</a:br>
            <a:r>
              <a:rPr lang="pt-BR" altLang="en-US" sz="66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pāṇi pago dekhi bihono buṇī de</a:t>
            </a:r>
            <a:endParaRPr lang="en-US" altLang="en-US" sz="6600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7170" name="Rectangle 3">
            <a:extLst>
              <a:ext uri="{FF2B5EF4-FFF2-40B4-BE49-F238E27FC236}">
                <a16:creationId xmlns="" xmlns:a16="http://schemas.microsoft.com/office/drawing/2014/main" id="{EFCAE718-A603-AFF3-22DE-AD0D656F2C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3810000"/>
            <a:ext cx="9144000" cy="2667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5400" i="0" dirty="0">
                <a:solidFill>
                  <a:srgbClr val="FFFF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If you enrich the soil, till it properly, remove the weeds…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>
            <a:extLst>
              <a:ext uri="{FF2B5EF4-FFF2-40B4-BE49-F238E27FC236}">
                <a16:creationId xmlns="" xmlns:a16="http://schemas.microsoft.com/office/drawing/2014/main" id="{5A943C72-91AA-A21C-B306-144171A57C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76200"/>
            <a:ext cx="9144000" cy="3581400"/>
          </a:xfrm>
        </p:spPr>
        <p:txBody>
          <a:bodyPr/>
          <a:lstStyle/>
          <a:p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deho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mihonoto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koribu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jĕ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be</a:t>
            </a:r>
            <a:b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</a:b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sunāro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phasolo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pāyi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bu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tĕbĕ</a:t>
            </a:r>
            <a:endParaRPr lang="en-US" altLang="en-US" sz="6000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8194" name="Rectangle 3">
            <a:extLst>
              <a:ext uri="{FF2B5EF4-FFF2-40B4-BE49-F238E27FC236}">
                <a16:creationId xmlns="" xmlns:a16="http://schemas.microsoft.com/office/drawing/2014/main" id="{E2044949-DB38-B7C7-571F-05DAD607E9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3733800"/>
            <a:ext cx="9144000" cy="27432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5400" i="0" dirty="0">
                <a:solidFill>
                  <a:srgbClr val="FFFF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… and maintain it diligently, you will be able to reap plenty of good harvests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2">
            <a:extLst>
              <a:ext uri="{FF2B5EF4-FFF2-40B4-BE49-F238E27FC236}">
                <a16:creationId xmlns="" xmlns:a16="http://schemas.microsoft.com/office/drawing/2014/main" id="{3720255A-A517-94BC-0A8F-201FA7DB0D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3886200"/>
          </a:xfrm>
        </p:spPr>
        <p:txBody>
          <a:bodyPr/>
          <a:lstStyle/>
          <a:p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bāy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mŏno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dina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jāvūcci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bitti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/>
            </a:r>
            <a:b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</a:b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bāy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mŏno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dina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jāvūcci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bitti</a:t>
            </a:r>
            <a:endParaRPr lang="en-US" altLang="en-US" sz="6000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3074" name="Rectangle 3">
            <a:extLst>
              <a:ext uri="{FF2B5EF4-FFF2-40B4-BE49-F238E27FC236}">
                <a16:creationId xmlns="" xmlns:a16="http://schemas.microsoft.com/office/drawing/2014/main" id="{F6A277E5-C16B-32D9-AF63-0F80CD207F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3886200"/>
            <a:ext cx="9144000" cy="2514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5400" i="0" dirty="0">
                <a:solidFill>
                  <a:srgbClr val="FFFF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O mind, the field of human life is turning arid and dry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="" xmlns:a16="http://schemas.microsoft.com/office/drawing/2014/main" id="{BDBE5B8D-AD44-F389-56EA-98D68B95B7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3200400"/>
          </a:xfrm>
        </p:spPr>
        <p:txBody>
          <a:bodyPr/>
          <a:lstStyle/>
          <a:p>
            <a:r>
              <a:rPr lang="en-US" altLang="en-US" sz="66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kantokŏṭṭāl̤ĕ</a:t>
            </a:r>
            <a:r>
              <a:rPr lang="en-US" altLang="en-US" sz="66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6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pilādino</a:t>
            </a:r>
            <a:r>
              <a:rPr lang="en-US" altLang="en-US" sz="66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6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golā</a:t>
            </a:r>
            <a:r>
              <a:rPr lang="en-US" altLang="en-US" sz="66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/>
            </a:r>
            <a:br>
              <a:rPr lang="en-US" altLang="en-US" sz="66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</a:br>
            <a:r>
              <a:rPr lang="en-US" altLang="en-US" sz="66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kāmini</a:t>
            </a:r>
            <a:r>
              <a:rPr lang="en-US" altLang="en-US" sz="66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6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kāṅñcŏnĕ</a:t>
            </a:r>
            <a:r>
              <a:rPr lang="en-US" altLang="en-US" sz="66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6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jatu</a:t>
            </a:r>
            <a:r>
              <a:rPr lang="en-US" altLang="en-US" sz="66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6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bŏno</a:t>
            </a:r>
            <a:r>
              <a:rPr lang="en-US" altLang="en-US" sz="66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6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bitilā</a:t>
            </a:r>
            <a:endParaRPr lang="en-US" altLang="en-US" sz="6600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9218" name="Rectangle 3">
            <a:extLst>
              <a:ext uri="{FF2B5EF4-FFF2-40B4-BE49-F238E27FC236}">
                <a16:creationId xmlns="" xmlns:a16="http://schemas.microsoft.com/office/drawing/2014/main" id="{B5E2DBA3-91D1-0F90-BE14-60CD569AF8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3429000"/>
            <a:ext cx="9144000" cy="3429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5400" i="0" dirty="0">
                <a:solidFill>
                  <a:srgbClr val="FFFF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Your childhood is wasted in crying helplessly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>
            <a:extLst>
              <a:ext uri="{FF2B5EF4-FFF2-40B4-BE49-F238E27FC236}">
                <a16:creationId xmlns="" xmlns:a16="http://schemas.microsoft.com/office/drawing/2014/main" id="{1C9DCEBE-EE7D-2ECC-4498-ACEC25BB27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3200400"/>
          </a:xfrm>
        </p:spPr>
        <p:txBody>
          <a:bodyPr/>
          <a:lstStyle/>
          <a:p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deho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hĕla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ĕbĕ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kiṭṭo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pŏrā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yĕ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/>
            </a:r>
            <a:b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</a:b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jībŏno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dhāvuṇu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dharamo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sāñcinĕ</a:t>
            </a:r>
            <a:endParaRPr lang="en-US" altLang="en-US" sz="6000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10242" name="Rectangle 3">
            <a:extLst>
              <a:ext uri="{FF2B5EF4-FFF2-40B4-BE49-F238E27FC236}">
                <a16:creationId xmlns="" xmlns:a16="http://schemas.microsoft.com/office/drawing/2014/main" id="{1A1CCA40-3A87-A12D-0BBB-3EF9AE9A1E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3657600"/>
            <a:ext cx="9144000" cy="32004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6600" i="0" dirty="0">
                <a:solidFill>
                  <a:srgbClr val="FFFF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Your youth is wasted in lustful attachment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2">
            <a:extLst>
              <a:ext uri="{FF2B5EF4-FFF2-40B4-BE49-F238E27FC236}">
                <a16:creationId xmlns="" xmlns:a16="http://schemas.microsoft.com/office/drawing/2014/main" id="{3720255A-A517-94BC-0A8F-201FA7DB0D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3886200"/>
          </a:xfrm>
        </p:spPr>
        <p:txBody>
          <a:bodyPr/>
          <a:lstStyle/>
          <a:p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bāy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mŏno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dina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jāvūcci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bitti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/>
            </a:r>
            <a:b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</a:b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bāy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mŏno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dina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jāvūcci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bitti</a:t>
            </a:r>
            <a:endParaRPr lang="en-US" altLang="en-US" sz="6000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3074" name="Rectangle 3">
            <a:extLst>
              <a:ext uri="{FF2B5EF4-FFF2-40B4-BE49-F238E27FC236}">
                <a16:creationId xmlns="" xmlns:a16="http://schemas.microsoft.com/office/drawing/2014/main" id="{F6A277E5-C16B-32D9-AF63-0F80CD207F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3886200"/>
            <a:ext cx="9144000" cy="2514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5400" i="0" dirty="0">
                <a:solidFill>
                  <a:srgbClr val="FFFF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O mind, the field of human life is turning arid and dry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="" xmlns:a16="http://schemas.microsoft.com/office/drawing/2014/main" id="{81601CFB-9DD6-20A2-0ED6-24A5051E14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3505200"/>
          </a:xfrm>
        </p:spPr>
        <p:txBody>
          <a:bodyPr/>
          <a:lstStyle/>
          <a:p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khasibo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boyaso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/>
            </a:r>
            <a:b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</a:b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chāhu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chāhu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hā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/>
            </a:r>
            <a:b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</a:b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apārŏgo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deho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kiyĕ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hĕbo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sā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hā</a:t>
            </a:r>
            <a:endParaRPr lang="en-US" altLang="en-US" sz="6000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11266" name="Rectangle 3">
            <a:extLst>
              <a:ext uri="{FF2B5EF4-FFF2-40B4-BE49-F238E27FC236}">
                <a16:creationId xmlns="" xmlns:a16="http://schemas.microsoft.com/office/drawing/2014/main" id="{1FFFF868-8648-9F3E-05A2-F5F7827A01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3657600"/>
            <a:ext cx="9144000" cy="3048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5400" i="0" dirty="0">
                <a:solidFill>
                  <a:srgbClr val="FFFF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Finally old age approaches. </a:t>
            </a:r>
            <a:r>
              <a:rPr lang="en-US" altLang="en-US" sz="5400" i="0" dirty="0" smtClean="0">
                <a:solidFill>
                  <a:srgbClr val="FFFF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/>
            </a:r>
            <a:br>
              <a:rPr lang="en-US" altLang="en-US" sz="5400" i="0" dirty="0" smtClean="0">
                <a:solidFill>
                  <a:srgbClr val="FFFF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</a:br>
            <a:r>
              <a:rPr lang="en-US" altLang="en-US" sz="5400" i="0" dirty="0" smtClean="0">
                <a:solidFill>
                  <a:srgbClr val="FFFF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All </a:t>
            </a:r>
            <a:r>
              <a:rPr lang="en-US" altLang="en-US" sz="5400" i="0" dirty="0">
                <a:solidFill>
                  <a:srgbClr val="FFFF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your talents are </a:t>
            </a:r>
            <a:r>
              <a:rPr lang="en-US" altLang="en-US" sz="5400" i="0" dirty="0" smtClean="0">
                <a:solidFill>
                  <a:srgbClr val="FFFF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gone,</a:t>
            </a:r>
            <a:br>
              <a:rPr lang="en-US" altLang="en-US" sz="5400" i="0" dirty="0" smtClean="0">
                <a:solidFill>
                  <a:srgbClr val="FFFF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</a:br>
            <a:r>
              <a:rPr lang="en-US" altLang="en-US" sz="5400" i="0" dirty="0" smtClean="0">
                <a:solidFill>
                  <a:srgbClr val="FFFF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and </a:t>
            </a:r>
            <a:r>
              <a:rPr lang="en-US" altLang="en-US" sz="5400" i="0" dirty="0">
                <a:solidFill>
                  <a:srgbClr val="FFFF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you become like a worm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="" xmlns:a16="http://schemas.microsoft.com/office/drawing/2014/main" id="{769AB1EA-FBAC-97E9-B08E-45C5D93418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3048000"/>
          </a:xfrm>
        </p:spPr>
        <p:txBody>
          <a:bodyPr/>
          <a:lstStyle/>
          <a:p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kĕu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kāmakurĕ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/>
            </a:r>
            <a:b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</a:b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nuhĕ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se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jibŏno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/>
            </a:r>
            <a:b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</a:b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jamo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baṭṭo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chāhi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b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</a:b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koṭṭibo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dino</a:t>
            </a:r>
            <a:endParaRPr lang="en-US" altLang="en-US" sz="6000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12290" name="Rectangle 3">
            <a:extLst>
              <a:ext uri="{FF2B5EF4-FFF2-40B4-BE49-F238E27FC236}">
                <a16:creationId xmlns="" xmlns:a16="http://schemas.microsoft.com/office/drawing/2014/main" id="{FC54FFDA-004F-3FBF-1D17-3158956C57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3581400"/>
            <a:ext cx="9144000" cy="3276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5400" i="0" dirty="0">
                <a:solidFill>
                  <a:srgbClr val="FFFF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You will stop working, </a:t>
            </a:r>
            <a:r>
              <a:rPr lang="en-US" altLang="en-US" sz="5400" i="0" dirty="0" smtClean="0">
                <a:solidFill>
                  <a:srgbClr val="FFFF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/>
            </a:r>
            <a:br>
              <a:rPr lang="en-US" altLang="en-US" sz="5400" i="0" dirty="0" smtClean="0">
                <a:solidFill>
                  <a:srgbClr val="FFFF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</a:br>
            <a:r>
              <a:rPr lang="en-US" altLang="en-US" sz="5400" i="0" dirty="0" smtClean="0">
                <a:solidFill>
                  <a:srgbClr val="FFFF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and </a:t>
            </a:r>
            <a:r>
              <a:rPr lang="en-US" altLang="en-US" sz="5400" i="0" dirty="0">
                <a:solidFill>
                  <a:srgbClr val="FFFF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spend your time with one foot in the grave.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2">
            <a:extLst>
              <a:ext uri="{FF2B5EF4-FFF2-40B4-BE49-F238E27FC236}">
                <a16:creationId xmlns="" xmlns:a16="http://schemas.microsoft.com/office/drawing/2014/main" id="{3720255A-A517-94BC-0A8F-201FA7DB0D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3886200"/>
          </a:xfrm>
        </p:spPr>
        <p:txBody>
          <a:bodyPr/>
          <a:lstStyle/>
          <a:p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bāy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mŏno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dina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jāvūcci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bitti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/>
            </a:r>
            <a:b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</a:b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bāy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mŏno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dina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jāvūcci</a:t>
            </a:r>
            <a:r>
              <a:rPr lang="en-US" altLang="en-US" sz="600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sz="600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bitti</a:t>
            </a:r>
            <a:endParaRPr lang="en-US" altLang="en-US" sz="6000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3074" name="Rectangle 3">
            <a:extLst>
              <a:ext uri="{FF2B5EF4-FFF2-40B4-BE49-F238E27FC236}">
                <a16:creationId xmlns="" xmlns:a16="http://schemas.microsoft.com/office/drawing/2014/main" id="{F6A277E5-C16B-32D9-AF63-0F80CD207F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3886200"/>
            <a:ext cx="9144000" cy="2514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5400" i="0" dirty="0">
                <a:solidFill>
                  <a:srgbClr val="FFFF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O mind, the field of human life is turning arid and dry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Goudiac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2802</TotalTime>
  <Words>272</Words>
  <Application>Microsoft Office PowerPoint</Application>
  <PresentationFormat>On-screen Show (4:3)</PresentationFormat>
  <Paragraphs>35</Paragraphs>
  <Slides>17</Slides>
  <Notes>1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1_Default Design</vt:lpstr>
      <vt:lpstr>manamē narajīvitamākum</vt:lpstr>
      <vt:lpstr>bāy mŏno dina jāvūcci bitti re ṭāṅkora hĕlā to jībana māṭṭi re</vt:lpstr>
      <vt:lpstr>belottāvu cāha bīlo ku ttorĕ caso bāso kĕbe sikhi bu ā rĕ</vt:lpstr>
      <vt:lpstr>bāy mŏno dina jāvūcci bitti bāy mŏno dina jāvūcci bitti</vt:lpstr>
      <vt:lpstr>bāy mŏno dina jāvūcci bitti re ṭāṅkora hĕlā to jībana māṭṭi re</vt:lpstr>
      <vt:lpstr>chāso būyi ŏṭṭĕ monīso jībonā chosīlĕ sophol̤o hĕbo to jŏnomā</vt:lpstr>
      <vt:lpstr>nā sikhilu chāso  no chinnu bihono khetokku ĕṇīkki de ārĕ mono</vt:lpstr>
      <vt:lpstr>bāy mŏno dina jāvūcci bitti bāy mŏno dina jāvūcci bitti</vt:lpstr>
      <vt:lpstr>bhūyi cosi khoto de ghāso bācci de pāṇi pago dekhi bihono buṇī de</vt:lpstr>
      <vt:lpstr>deho mihonoto koribu jĕ be sunāro phasolo pāyi bu tĕbĕ</vt:lpstr>
      <vt:lpstr>bāy mŏno dina jāvūcci bitti bāy mŏno dina jāvūcci bitti</vt:lpstr>
      <vt:lpstr>kantokŏṭṭāl̤ĕ pilādino golā kāmini kāṅñcŏnĕ jatu bŏno bitilā</vt:lpstr>
      <vt:lpstr>deho hĕla ĕbĕ kiṭṭo pŏrā yĕ jībŏno dhāvuṇu dharamo sāñcinĕ</vt:lpstr>
      <vt:lpstr>bāy mŏno dina jāvūcci bitti bāy mŏno dina jāvūcci bitti</vt:lpstr>
      <vt:lpstr>khasibo boyaso chāhu chāhu a hā apārŏgo deho kiyĕ hĕbo sā hā</vt:lpstr>
      <vt:lpstr>kĕu kāmakurĕ  nuhĕ se jibŏno jamo baṭṭo chāhi  koṭṭibo dino</vt:lpstr>
      <vt:lpstr>bāy mŏno dina jāvūcci bitti bāy mŏno dina jāvūcci bitti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PRAPAÑCHAM ENGUM</dc:title>
  <dc:creator>Amma</dc:creator>
  <cp:lastModifiedBy>AMMA</cp:lastModifiedBy>
  <cp:revision>103</cp:revision>
  <dcterms:created xsi:type="dcterms:W3CDTF">2009-03-16T12:19:52Z</dcterms:created>
  <dcterms:modified xsi:type="dcterms:W3CDTF">2025-03-15T16:11:43Z</dcterms:modified>
</cp:coreProperties>
</file>