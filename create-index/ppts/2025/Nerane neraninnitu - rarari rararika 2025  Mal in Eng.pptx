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74" r:id="rId10"/>
    <p:sldId id="263" r:id="rId11"/>
    <p:sldId id="264" r:id="rId12"/>
    <p:sldId id="275" r:id="rId13"/>
    <p:sldId id="265" r:id="rId14"/>
    <p:sldId id="266" r:id="rId15"/>
    <p:sldId id="276" r:id="rId16"/>
    <p:sldId id="267" r:id="rId17"/>
    <p:sldId id="268" r:id="rId18"/>
    <p:sldId id="277" r:id="rId19"/>
    <p:sldId id="269" r:id="rId20"/>
    <p:sldId id="270" r:id="rId21"/>
    <p:sldId id="278" r:id="rId22"/>
    <p:sldId id="271" r:id="rId23"/>
    <p:sldId id="272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38698-B837-44F1-BA20-F6E7FB046A4E}" type="datetimeFigureOut">
              <a:rPr lang="en-US" smtClean="0"/>
              <a:pPr/>
              <a:t>29-Aug-2025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0A4D9-1768-467E-B646-46F8C36BF5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nērāṇē nērāṇinnitu  rārāri rārārīka rārāri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nērāṇē nērāṇinnitu tēvi udiccu vannē-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taka taka ōḍi vā… māḷōrē…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is the truth, the absolute truth, Devi has appeared in the world like the rising sun in all its brilliance.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vāzhtteḍi vāzhtti pāḍeḍi tēvi vann-ādumeḍi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taka taka uḷḷam aṙiññāḍum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Come, all of you, run to her and praise her. Let her be pleased, let her dance with us in overflowing love, knowing our hearts and removing all our sorrows.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vāḷuṇḍē cilambum uṇḍē tārile tēvikkū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taka taka mantram aṙiññāḍu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Devi holds a shining sword in her hands, heavy anklets ringing on her feet. Let us chant her mantra deep in our hearts and dance in step with her.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kēṭṭālō ñeṭṭi viṙaykkum krōdha-ciriyum uṇḍē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pēḍi kaḷaññāḍu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enemies hear her fierce laughter, they tremble in fear. Let us see it as her grace and dance with her fearlessly.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māṙilō muṇḍana-mālyam cārtti varunnuṇḍē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taka taka tāṇu vaṇaṅgiyāḍu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Let us bow low before Devi. Let us dance with her wearing a garland of skulls,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nīṅkaḍe ūnameṅgum tāyatān pōkkumeḍi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taka taka kumbiṭṭu cērnnāḍu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in her fierce and terrible form. Her very darshan destroys the hardships of her devotees.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cēlotta cetti kaṇakke cembaṭṭ-uḍutt-āḍu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cuṫṫi uṙaññāḍu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Clad in lovely red silk, dance in graceful rhythm,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orōrō kālaḍi veccē kaṇṇam maṙiññ-āḍu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tuḷḷi uṙaññ-āḍu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each step, dance in fervour, letting your whole being flow into the movement.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ēṅkaḷe kāttu koḷḷān nī allāt-ārumillē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tēviye cērttāḍu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Know this truth, there is none but Devi to protect and save us.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cēlaḍi cēlōḍāḍeḍi cēlil tiriññāḍu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taka taka cēmmē maṙiññāḍu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that certainty, dance together with her. Turn this way and that, moving in beauty, forgetting yourself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nī allātārumillē neññil iruppavaḷē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taka taka ōrttu vaṇaṅgi āḍu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Know there is no refuge but Devi, who dwells in our heart. Surrender to her, bow low, and dance.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ōrunnē ōrō nimiṣavum ninde tiru rūpam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taka taka ninde tiru mantram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See her lovely form at every moment; chant her mantra with each movement.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ammāḷe ēṅgi viḷiccāl kūḍe vannāḍum eḍi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taka taka ōḍi vannāḍum eḍi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we call to her in deep yearning, Mother will come running and dance within our midst.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nērāṇē nērāṇinnitu tēvi vannāḍum eḍi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uḷḷattil āḍum eḍi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the truth, the eternal truth, Devi will enter and dance within our hearts.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rārāri rārārīka rārāri – rārārō…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taka taka rārāri rārārō…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(Traditional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465</Words>
  <Application>Microsoft Office PowerPoint</Application>
  <PresentationFormat>On-screen Show (4:3)</PresentationFormat>
  <Paragraphs>51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nērāṇē nērāṇinnitu  rārāri rārārīka rārāri </vt:lpstr>
      <vt:lpstr>rārāri rārārīka rārāri – rārārō… taka taka rārāri rārārō…</vt:lpstr>
      <vt:lpstr>rārāri rārārīka rārāri – rārārō… taka taka rārāri rārārō…</vt:lpstr>
      <vt:lpstr>nērāṇē nērāṇinnitu tēvi udiccu vannē- taka taka ōḍi vā… māḷōrē…</vt:lpstr>
      <vt:lpstr>vāzhtteḍi vāzhtti pāḍeḍi tēvi vann-ādumeḍi taka taka uḷḷam aṙiññāḍum</vt:lpstr>
      <vt:lpstr>rārāri rārārīka rārāri – rārārō… taka taka rārāri rārārō…</vt:lpstr>
      <vt:lpstr>vāḷuṇḍē cilambum uṇḍē tārile tēvikkū taka taka mantram aṙiññāḍu</vt:lpstr>
      <vt:lpstr>kēṭṭālō ñeṭṭi viṙaykkum krōdha-ciriyum uṇḍē taka taka pēḍi kaḷaññāḍu</vt:lpstr>
      <vt:lpstr>rārāri rārārīka rārāri – rārārō… taka taka rārāri rārārō…</vt:lpstr>
      <vt:lpstr>māṙilō muṇḍana-mālyam cārtti varunnuṇḍē taka taka tāṇu vaṇaṅgiyāḍu</vt:lpstr>
      <vt:lpstr>nīṅkaḍe ūnameṅgum tāyatān pōkkumeḍi taka taka kumbiṭṭu cērnnāḍu</vt:lpstr>
      <vt:lpstr>rārāri rārārīka rārāri – rārārō… taka taka rārāri rārārō…</vt:lpstr>
      <vt:lpstr>cēlotta cetti kaṇakke cembaṭṭ-uḍutt-āḍu taka taka cuṫṫi uṙaññāḍu</vt:lpstr>
      <vt:lpstr>orōrō kālaḍi veccē kaṇṇam maṙiññ-āḍu taka taka tuḷḷi uṙaññ-āḍu</vt:lpstr>
      <vt:lpstr>rārāri rārārīka rārāri – rārārō… taka taka rārāri rārārō…</vt:lpstr>
      <vt:lpstr>ēṅkaḷe kāttu koḷḷān nī allāt-ārumillē taka taka tēviye cērttāḍu</vt:lpstr>
      <vt:lpstr>cēlaḍi cēlōḍāḍeḍi cēlil tiriññāḍu taka taka cēmmē maṙiññāḍu</vt:lpstr>
      <vt:lpstr>rārāri rārārīka rārāri – rārārō… taka taka rārāri rārārō…</vt:lpstr>
      <vt:lpstr>nī allātārumillē neññil iruppavaḷē taka taka ōrttu vaṇaṅgi āḍu</vt:lpstr>
      <vt:lpstr>ōrunnē ōrō nimiṣavum ninde tiru rūpam taka taka ninde tiru mantram</vt:lpstr>
      <vt:lpstr>rārāri rārārīka rārāri – rārārō… taka taka rārāri rārārō…</vt:lpstr>
      <vt:lpstr>ammāḷe ēṅgi viḷiccāl kūḍe vannāḍum eḍi taka taka ōḍi vannāḍum eḍi</vt:lpstr>
      <vt:lpstr>nērāṇē nērāṇinnitu tēvi vannāḍum eḍi taka taka uḷḷattil āḍum eḍi</vt:lpstr>
      <vt:lpstr>rārāri rārārīka rārāri – rārārō… taka taka rārāri rārārō…</vt:lpstr>
      <vt:lpstr>rārāri rārārīka rārāri – rārārō… taka taka rārāri rārārō…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nērāṇē nērāṇinnitu  rārāri rārārīka rārāri </dc:title>
  <dc:creator>Amrita</dc:creator>
  <cp:lastModifiedBy>AMMA</cp:lastModifiedBy>
  <cp:revision>2</cp:revision>
  <dcterms:created xsi:type="dcterms:W3CDTF">2025-08-13T10:04:27Z</dcterms:created>
  <dcterms:modified xsi:type="dcterms:W3CDTF">2025-08-29T14:49:25Z</dcterms:modified>
</cp:coreProperties>
</file>