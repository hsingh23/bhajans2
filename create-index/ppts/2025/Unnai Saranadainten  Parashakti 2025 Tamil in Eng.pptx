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HQQv5hhLQ2opOglhlOoKNQXem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unnai śaraṇaḍaintēn parāśakti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(Tamil)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unnai śaraṇaḍaintēn parāśakti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unnai śaraṇaḍaintēn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have taken refuge in you, O Parashakti, I have taken refuge in you.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aṙiyāmaiyin āzha kaḍalil iruntu</a:t>
            </a:r>
            <a:br>
              <a:rPr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kaipiḍittu</a:t>
            </a:r>
            <a:r>
              <a:rPr lang="en-US" sz="6100">
                <a:solidFill>
                  <a:srgbClr val="FFFFFF"/>
                </a:solidFill>
              </a:rPr>
              <a:t> </a:t>
            </a:r>
            <a:r>
              <a:rPr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ennai kāppāṫṫrināy</a:t>
            </a:r>
            <a:endParaRPr sz="6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400"/>
              <a:buNone/>
            </a:pPr>
            <a:r>
              <a:rPr lang="en-US" sz="6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From the deep ocean of ignorance, you grasped my hand and protected me.</a:t>
            </a:r>
            <a:endParaRPr sz="6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dēvi un kaḍākṣattuḍan uyaravaittāy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siṙu vāzhvu vāzhnta ennai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anugrahittāy… anugrahittāy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Goddess, with your glance of grace you uplifted me, you blessed me—one lost in a petty, material life—you blessed me…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unnai śaraṇaḍaintēn parāśakti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unnai śaraṇaḍaintēn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have taken refuge in you, O Parashakti, I have taken refuge in you.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vāzhvil uḷḷa iruḷai akaṫṫrirviṭṭu</a:t>
            </a:r>
            <a:b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idayattil dīpamāka vantutittāy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removed the darkness in my life and came as a lamp in my heart.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sattiyam ennavenḍru puriya vaittāy ammā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nittiyam nī enḍru aṙiya vaittāy… aṙiya vaittāy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made me understand what truth is, O Mother, you made me know that you are the eternal…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unnai śaraṇaḍaintēn parāśakti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unnai śaraṇaḍaintēn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have taken refuge in you, O Parashakti, I have taken refuge in you.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mantirattin mūlam teḷiyavaittāy ammā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ennil ennai uṇara vaittāy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Through the power of mantra, you made it clear, O Mother, you made me realize myself within me.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karmattin mūlam un ninaivai tantiḍuvāy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unnil cēra vazhi vakuttiḍuvāy… vazhi vakuttiḍuvāy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will make me remember you, through selfless service; you will create the path for me to merge in you…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śaraṇaḍaintēn ammā śaraṇaḍaintēn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dēvi un pādattil śaraṇaḍaintēn…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have taken refuge, O Mother, I have taken refuge in you. O Goddess, at your feet I have taken refuge.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śaraṇaḍaintēn ammā śaraṇaḍaintēn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dēvi un pādattil śaraṇaḍaintēn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have taken refuge, O Mother, I have taken refuge in you. O Goddess, at your feet I have taken refuge.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ammā śaraṇaḍaintēn…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ammā śaraṇaḍaintēn…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Oh Mother, I have taken refuge in you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2025-08-17T11:56:34Z</dcterms:created>
  <dc:creator>Amrita</dc:creator>
</cp:coreProperties>
</file>