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37E52-5B25-474A-A0B8-4528647D640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0A090-3975-4AB9-9043-612D33339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37E52-5B25-474A-A0B8-4528647D640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0A090-3975-4AB9-9043-612D33339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37E52-5B25-474A-A0B8-4528647D640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0A090-3975-4AB9-9043-612D33339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37E52-5B25-474A-A0B8-4528647D640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0A090-3975-4AB9-9043-612D33339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37E52-5B25-474A-A0B8-4528647D640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0A090-3975-4AB9-9043-612D33339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37E52-5B25-474A-A0B8-4528647D640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0A090-3975-4AB9-9043-612D33339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37E52-5B25-474A-A0B8-4528647D640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0A090-3975-4AB9-9043-612D33339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37E52-5B25-474A-A0B8-4528647D640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0A090-3975-4AB9-9043-612D33339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37E52-5B25-474A-A0B8-4528647D640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0A090-3975-4AB9-9043-612D33339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37E52-5B25-474A-A0B8-4528647D640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0A090-3975-4AB9-9043-612D33339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37E52-5B25-474A-A0B8-4528647D640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0A090-3975-4AB9-9043-612D33339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37E52-5B25-474A-A0B8-4528647D640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0A090-3975-4AB9-9043-612D33339CE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Ami que recherches-tu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(French)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Ami que recherches-tu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En ce monde éphémère 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Friend, what are you seeking in this fleeting world?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Veux-tu les plaisirs sans fin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Qui ne mèneront à rien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Do you desire endless pleasures that lead nowhere,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Tant de peines et regrets 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Pour en arriver là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Toujours insatisfait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with so many pains and regrets only to arrive at that point, always left unsatisfied?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Ami que recherches-tu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En ce monde éphémère 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Friend, what are you seeking in this fleeting world?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Richesse et réputation 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Ne sont que disillusions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Wealth and reputation are but delusions,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200" smtClean="0">
                <a:solidFill>
                  <a:srgbClr val="FFFFFF"/>
                </a:solidFill>
                <a:latin typeface="Calibri"/>
              </a:rPr>
              <a:t>Car tout passe à jamais</a:t>
            </a:r>
            <a:br>
              <a:rPr lang="fr-FR" sz="6200" smtClean="0">
                <a:solidFill>
                  <a:srgbClr val="FFFFFF"/>
                </a:solidFill>
                <a:latin typeface="Calibri"/>
              </a:rPr>
            </a:br>
            <a:r>
              <a:rPr lang="fr-FR" sz="6200" smtClean="0">
                <a:solidFill>
                  <a:srgbClr val="FFFFFF"/>
                </a:solidFill>
                <a:latin typeface="Calibri"/>
              </a:rPr>
              <a:t>Comme les jours et les nuits</a:t>
            </a:r>
            <a:br>
              <a:rPr lang="fr-FR" sz="6200" smtClean="0">
                <a:solidFill>
                  <a:srgbClr val="FFFFFF"/>
                </a:solidFill>
                <a:latin typeface="Calibri"/>
              </a:rPr>
            </a:br>
            <a:r>
              <a:rPr lang="fr-FR" sz="6200" smtClean="0">
                <a:solidFill>
                  <a:srgbClr val="FFFFFF"/>
                </a:solidFill>
                <a:latin typeface="Calibri"/>
              </a:rPr>
              <a:t>Et les vagues de l’océan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for everything passes away forever, like the days and nights, like the waves of the ocean.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Si tu recherches la paix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Si tu veux la vérité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If you seek peace, if you long for truth,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Unis ton cœur à la Mère 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Qui soutient l’Univers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unite your heart with the Mother who upholds the universe.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Chante son nom... jai jagadambē mā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Sing her name, glory to the mother of the Universe!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Implore sa grâce... jai jagadambē mā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implore her grace, —glory to the mother of the Universe!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Sers tout les êtres… jai jagadambē 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serve all beings—glory to the mother of the Universe!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jai jagadamba mā… jai jagadamba 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glory to the mother of the Universe!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Ami que recherches-tu</vt:lpstr>
      <vt:lpstr>Ami que recherches-tu En ce monde éphémère ? </vt:lpstr>
      <vt:lpstr>Veux-tu les plaisirs sans fin Qui ne mèneront à rien</vt:lpstr>
      <vt:lpstr>Tant de peines et regrets  Pour en arriver là Toujours insatisfait </vt:lpstr>
      <vt:lpstr>Ami que recherches-tu En ce monde éphémère ? </vt:lpstr>
      <vt:lpstr>Richesse et réputation  Ne sont que disillusions</vt:lpstr>
      <vt:lpstr>Car tout passe à jamais Comme les jours et les nuits Et les vagues de l’océan</vt:lpstr>
      <vt:lpstr>Si tu recherches la paix Si tu veux la vérité </vt:lpstr>
      <vt:lpstr>Unis ton cœur à la Mère  Qui soutient l’Univers</vt:lpstr>
      <vt:lpstr>Chante son nom... jai jagadambē mā </vt:lpstr>
      <vt:lpstr>Implore sa grâce... jai jagadambē mā </vt:lpstr>
      <vt:lpstr>Sers tout les êtres… jai jagadambē mā</vt:lpstr>
      <vt:lpstr>jai jagadamba mā… jai jagadamba mā…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Ami que recherches-tu</dc:title>
  <dc:creator>Amrita</dc:creator>
  <cp:lastModifiedBy>Amrita</cp:lastModifiedBy>
  <cp:revision>1</cp:revision>
  <dcterms:created xsi:type="dcterms:W3CDTF">2025-09-01T12:16:42Z</dcterms:created>
  <dcterms:modified xsi:type="dcterms:W3CDTF">2025-09-01T12:17:40Z</dcterms:modified>
</cp:coreProperties>
</file>