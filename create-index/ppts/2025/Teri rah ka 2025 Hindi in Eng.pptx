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3A3D-49CD-4A36-9B00-91BF835BFEB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C760-F15F-4D97-90D2-58BA5F44B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3A3D-49CD-4A36-9B00-91BF835BFEB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C760-F15F-4D97-90D2-58BA5F44B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3A3D-49CD-4A36-9B00-91BF835BFEB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C760-F15F-4D97-90D2-58BA5F44B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3A3D-49CD-4A36-9B00-91BF835BFEB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C760-F15F-4D97-90D2-58BA5F44B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3A3D-49CD-4A36-9B00-91BF835BFEB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C760-F15F-4D97-90D2-58BA5F44B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3A3D-49CD-4A36-9B00-91BF835BFEB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C760-F15F-4D97-90D2-58BA5F44B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3A3D-49CD-4A36-9B00-91BF835BFEB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C760-F15F-4D97-90D2-58BA5F44B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3A3D-49CD-4A36-9B00-91BF835BFEB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C760-F15F-4D97-90D2-58BA5F44B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3A3D-49CD-4A36-9B00-91BF835BFEB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C760-F15F-4D97-90D2-58BA5F44B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3A3D-49CD-4A36-9B00-91BF835BFEB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C760-F15F-4D97-90D2-58BA5F44B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3A3D-49CD-4A36-9B00-91BF835BFEB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2C760-F15F-4D97-90D2-58BA5F44B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93A3D-49CD-4A36-9B00-91BF835BFEB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2C760-F15F-4D97-90D2-58BA5F44B2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tērī rāh kā ik chōṭā phūl maiṅ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tērī rāh kā ik chōṭā phūl maiṅ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am just a small flower on your path.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khuśbū nahīṅ nahīṅ raṅg mujhmeṅ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have neither fragrance nor color in 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phir bhī havā meiṅ nit nāchtā hūṅ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nit nāchtā hūṅ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Yet, carried by the breeze, I keep on dancing, I dance every day.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tērī rāh kā ik chōṭā phūl maiṅ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am just a small flower on your path.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is rāstē sē jab guzrōgī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When you pass along this path,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ik bār mujhkō tum dēkh lēnā,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tum dēkh lēnā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please look at me once—just once.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us pal yē jīvan tērē caraṇōṅ meiṅ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arpit 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that very moment, this life of mine will be offered completely at your feet, O Mother.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tērī rāh kā ik chōṭā phūl maiṅ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am just a small flower on your path.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raṅg sē bharī is duniyā meiṅ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this world filled with colors,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raṅg hīn is phūl kā jīvan mā, yē jīvan 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life of this flower is colorless.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tērī kṛpā sē mā is phūl kō apnā lē 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By your grace, Mother, please accept this flower as your own.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tērī rāh kā ik chōṭā phūl maiṅ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am just a small flower on your path.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kar kamalōṅ meiṅ lēlō mujhkō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Take me into your lotus hands,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mar jānē sē pahelē mērī mā, pahele mērī 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before I wither away.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śaraṇ meiṅ lēlō mā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tujhmēṅ līn hō jānā hai 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Give me refuge, Mother—let me be absorbed in you, dissolved in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tērī rāh kā ik chōṭā phūl maiṅ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am just a small flower on your path.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</Words>
  <Application>Microsoft Office PowerPoint</Application>
  <PresentationFormat>On-screen Show (4:3)</PresentationFormat>
  <Paragraphs>35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tērī rāh kā ik chōṭā phūl maiṅ</vt:lpstr>
      <vt:lpstr>tērī rāh kā ik chōṭā phūl maiṅ</vt:lpstr>
      <vt:lpstr>khuśbū nahīṅ nahīṅ raṅg mujhmeṅ </vt:lpstr>
      <vt:lpstr>phir bhī havā meiṅ nit nāchtā hūṅ nit nāchtā hūṅ</vt:lpstr>
      <vt:lpstr>tērī rāh kā ik chōṭā phūl maiṅ</vt:lpstr>
      <vt:lpstr>is rāstē sē jab guzrōgī</vt:lpstr>
      <vt:lpstr>ik bār mujhkō tum dēkh lēnā,  tum dēkh lēnā</vt:lpstr>
      <vt:lpstr>us pal yē jīvan tērē caraṇōṅ meiṅ arpit mā</vt:lpstr>
      <vt:lpstr>tērī rāh kā ik chōṭā phūl maiṅ</vt:lpstr>
      <vt:lpstr>raṅg sē bharī is duniyā meiṅ</vt:lpstr>
      <vt:lpstr>raṅg hīn is phūl kā jīvan mā, yē jīvan mā</vt:lpstr>
      <vt:lpstr>tērī kṛpā sē mā is phūl kō apnā lē mā</vt:lpstr>
      <vt:lpstr>tērī rāh kā ik chōṭā phūl maiṅ</vt:lpstr>
      <vt:lpstr>kar kamalōṅ meiṅ lēlō mujhkō</vt:lpstr>
      <vt:lpstr>mar jānē sē pahelē mērī mā, pahele mērī mā</vt:lpstr>
      <vt:lpstr>śaraṇ meiṅ lēlō mā  tujhmēṅ līn hō jānā hai mā</vt:lpstr>
      <vt:lpstr>tērī rāh kā ik chōṭā phūl maiṅ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tērī rāh kā ik chōṭā phūl maiṅ</dc:title>
  <dc:creator>Amrita</dc:creator>
  <cp:lastModifiedBy>Amrita</cp:lastModifiedBy>
  <cp:revision>1</cp:revision>
  <dcterms:created xsi:type="dcterms:W3CDTF">2025-08-29T19:21:27Z</dcterms:created>
  <dcterms:modified xsi:type="dcterms:W3CDTF">2025-08-29T19:22:24Z</dcterms:modified>
</cp:coreProperties>
</file>