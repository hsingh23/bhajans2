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3wJWaDoeJfjppeuhJk6qU1q7G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163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karmavīrā karmavīrā karmavīrā</a:t>
            </a:r>
            <a:endParaRPr sz="72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(Tamil)</a:t>
            </a:r>
            <a:endParaRPr sz="7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karmavīrā karmavīrā karmavīrā</a:t>
            </a:r>
            <a:br>
              <a:rPr lang="en-US" sz="6600"/>
            </a:br>
            <a:r>
              <a:rPr lang="en-US" sz="6600"/>
              <a:t>kaḍamai tavaṙā</a:t>
            </a:r>
            <a:br>
              <a:rPr lang="en-US" sz="6600"/>
            </a:br>
            <a:r>
              <a:rPr lang="en-US" sz="6600"/>
              <a:t>karmavīrā karmavīrā</a:t>
            </a:r>
            <a:endParaRPr sz="66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Real warrior of action, tireless executor—Lord of Death, you never forsake your duty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kālā kālattil kaḍamai āṭriḍum kāla dēvā </a:t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Real warrior of action, tireless executor—Lord of Death, you never forsake your duty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kālam maṭṭum kāttāyō?</a:t>
            </a:r>
            <a:br>
              <a:rPr lang="en-US" sz="5400"/>
            </a:br>
            <a:r>
              <a:rPr lang="en-US" sz="5400"/>
              <a:t>dharmam kūḍa kāttāyō?</a:t>
            </a:r>
            <a:br>
              <a:rPr lang="en-US" sz="5400"/>
            </a:br>
            <a:r>
              <a:rPr lang="en-US" sz="5400"/>
              <a:t>dharmam kāttu ninḍradālē</a:t>
            </a:r>
            <a:br>
              <a:rPr lang="en-US" sz="5400"/>
            </a:br>
            <a:r>
              <a:rPr lang="en-US" sz="5400"/>
              <a:t>dharma-dēvan ānāyō </a:t>
            </a:r>
            <a:endParaRPr sz="54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Not only did you uphold precise timing, but you also preserved Dharma—and thus came to be known as Dharma Deva.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/>
              <a:t>dharma-dēvan ānāyō </a:t>
            </a:r>
            <a:endParaRPr sz="80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—and thus came to be known as Dharma Deva.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karmavīrā karmavīrā karmavīrā</a:t>
            </a:r>
            <a:br>
              <a:rPr lang="en-US" sz="6600"/>
            </a:br>
            <a:r>
              <a:rPr lang="en-US" sz="6600"/>
              <a:t>kaḍamai tavaṙā</a:t>
            </a:r>
            <a:br>
              <a:rPr lang="en-US" sz="6600"/>
            </a:br>
            <a:r>
              <a:rPr lang="en-US" sz="6600"/>
              <a:t>karmavīrā karmavīrā</a:t>
            </a:r>
            <a:endParaRPr sz="66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Real warrior of action, tireless executor—Lord of Death, you never forsake your duty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kaṇṇimai imaikkāmal jīva</a:t>
            </a:r>
            <a:br>
              <a:rPr lang="en-US" sz="6600"/>
            </a:br>
            <a:r>
              <a:rPr lang="en-US" sz="6600"/>
              <a:t>kaṇakēṭṭai nōkki nēram</a:t>
            </a:r>
            <a:endParaRPr sz="6600"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Unblinking, you keep the account of every mortal life, discerning where, when,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iḍam kāraṇaṅgaḷ kaṇḍu</a:t>
            </a:r>
            <a:br>
              <a:rPr lang="en-US" sz="6600"/>
            </a:br>
            <a:r>
              <a:rPr lang="en-US" sz="6600"/>
              <a:t>puvi bhāram kuṙaikkiṙāy</a:t>
            </a:r>
            <a:endParaRPr sz="6600"/>
          </a:p>
        </p:txBody>
      </p:sp>
      <p:sp>
        <p:nvSpPr>
          <p:cNvPr id="68" name="Google Shape;68;p8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Unblinking, you keep the account of every mortal life, discerning where, when, and why to claim each soul, thereby lightening the earth’s burden.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puvi bhāram kuṙaikkiṙāy</a:t>
            </a:r>
            <a:endParaRPr sz="6600"/>
          </a:p>
        </p:txBody>
      </p:sp>
      <p:sp>
        <p:nvSpPr>
          <p:cNvPr id="75" name="Google Shape;75;p9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thereby lightening the earth’s burden.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karmavīrā karmavīrā karmavīrā</a:t>
            </a:r>
            <a:br>
              <a:rPr lang="en-US" sz="6600"/>
            </a:br>
            <a:r>
              <a:rPr lang="en-US" sz="6600"/>
              <a:t>kaḍamai tavaṙā</a:t>
            </a:r>
            <a:br>
              <a:rPr lang="en-US" sz="6600"/>
            </a:br>
            <a:r>
              <a:rPr lang="en-US" sz="6600"/>
              <a:t>karmavīrā karmavīrā</a:t>
            </a:r>
            <a:endParaRPr sz="6600"/>
          </a:p>
        </p:txBody>
      </p:sp>
      <p:sp>
        <p:nvSpPr>
          <p:cNvPr id="82" name="Google Shape;82;p10"/>
          <p:cNvSpPr txBox="1"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Real warrior of action, tireless executor—Lord of Death, you never forsake your duty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dirty="0" err="1"/>
              <a:t>kaṇṇirunthum</a:t>
            </a:r>
            <a:r>
              <a:rPr lang="en-US" sz="6000" dirty="0"/>
              <a:t> </a:t>
            </a:r>
            <a:r>
              <a:rPr lang="en-US" sz="6000" dirty="0" err="1"/>
              <a:t>kuruḍan</a:t>
            </a:r>
            <a:r>
              <a:rPr lang="en-US" sz="6000" dirty="0"/>
              <a:t> </a:t>
            </a:r>
            <a:r>
              <a:rPr lang="en-US" sz="6000" dirty="0" err="1"/>
              <a:t>avan</a:t>
            </a:r>
            <a:br>
              <a:rPr lang="en-US" sz="6000" dirty="0"/>
            </a:br>
            <a:r>
              <a:rPr lang="en-US" sz="6000" dirty="0" err="1"/>
              <a:t>kādirunthum</a:t>
            </a:r>
            <a:r>
              <a:rPr lang="en-US" sz="6000" dirty="0"/>
              <a:t> </a:t>
            </a:r>
            <a:r>
              <a:rPr lang="en-US" sz="6000" dirty="0" err="1"/>
              <a:t>seviḍan</a:t>
            </a:r>
            <a:r>
              <a:rPr lang="en-US" sz="6000" dirty="0"/>
              <a:t> </a:t>
            </a:r>
            <a:r>
              <a:rPr lang="en-US" sz="6000" dirty="0" err="1"/>
              <a:t>avan</a:t>
            </a:r>
            <a:endParaRPr sz="6000" dirty="0"/>
          </a:p>
        </p:txBody>
      </p:sp>
      <p:sp>
        <p:nvSpPr>
          <p:cNvPr id="89" name="Google Shape;89;p1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turn a blind eye and refuse to hear.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kalluḷi maṅgan avan (2)</a:t>
            </a:r>
            <a:endParaRPr sz="7200"/>
          </a:p>
        </p:txBody>
      </p:sp>
      <p:sp>
        <p:nvSpPr>
          <p:cNvPr id="96" name="Google Shape;96;p1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It is for that reason you are known as the stone-hearted one.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ena ēcchu pēccu kēṭṭālum kaḍamai tavaṙā vīran</a:t>
            </a:r>
            <a:br>
              <a:rPr lang="en-US" sz="6600"/>
            </a:br>
            <a:r>
              <a:rPr lang="en-US" sz="6600"/>
              <a:t>kaḍamai tavaṙā vīran</a:t>
            </a:r>
            <a:endParaRPr sz="6600"/>
          </a:p>
        </p:txBody>
      </p:sp>
      <p:sp>
        <p:nvSpPr>
          <p:cNvPr id="103" name="Google Shape;103;p1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Yet, you are the assiduous executioner and steadfast protector of Dharma.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karmavīrā karmavīrā karmavīrā</a:t>
            </a:r>
            <a:br>
              <a:rPr lang="en-US" sz="6600"/>
            </a:br>
            <a:r>
              <a:rPr lang="en-US" sz="6600"/>
              <a:t>kaḍamai tavaṙā</a:t>
            </a:r>
            <a:br>
              <a:rPr lang="en-US" sz="6600"/>
            </a:br>
            <a:r>
              <a:rPr lang="en-US" sz="6600"/>
              <a:t>karmavīrā karmavīrā</a:t>
            </a:r>
            <a:endParaRPr sz="6600"/>
          </a:p>
        </p:txBody>
      </p:sp>
      <p:sp>
        <p:nvSpPr>
          <p:cNvPr id="110" name="Google Shape;110;p14"/>
          <p:cNvSpPr txBox="1"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Real warrior of action, tireless executor—Lord of Death, you never forsake your duty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enai kātta guruvinoru darisanam peṙa</a:t>
            </a:r>
            <a:br>
              <a:rPr lang="en-US" sz="6600"/>
            </a:br>
            <a:r>
              <a:rPr lang="en-US" sz="6600"/>
              <a:t>nān darisanam peṙa </a:t>
            </a:r>
            <a:endParaRPr sz="6600"/>
          </a:p>
        </p:txBody>
      </p:sp>
      <p:sp>
        <p:nvSpPr>
          <p:cNvPr id="117" name="Google Shape;117;p15"/>
          <p:cNvSpPr txBox="1"/>
          <p:nvPr/>
        </p:nvSpPr>
        <p:spPr>
          <a:xfrm>
            <a:off x="0" y="365760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Do forewarn me before you come, that I may seek the blessings of my protector—my Guru.</a:t>
            </a:r>
            <a:endParaRPr sz="54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/>
              <a:t>un varavai munnē nī uṇarttiḍuvāy</a:t>
            </a:r>
            <a:endParaRPr sz="8000"/>
          </a:p>
        </p:txBody>
      </p:sp>
      <p:sp>
        <p:nvSpPr>
          <p:cNvPr id="124" name="Google Shape;124;p16"/>
          <p:cNvSpPr txBox="1"/>
          <p:nvPr/>
        </p:nvSpPr>
        <p:spPr>
          <a:xfrm>
            <a:off x="0" y="365760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Do forewarn me before you come, </a:t>
            </a:r>
            <a:endParaRPr sz="7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guru nāmam… mūchil nilaikka</a:t>
            </a:r>
            <a:br>
              <a:rPr lang="en-US" sz="6000"/>
            </a:br>
            <a:r>
              <a:rPr lang="en-US" sz="6000"/>
              <a:t>guru rūpam… kaṇṇil niṙaya</a:t>
            </a:r>
            <a:endParaRPr sz="6000"/>
          </a:p>
        </p:txBody>
      </p:sp>
      <p:sp>
        <p:nvSpPr>
          <p:cNvPr id="131" name="Google Shape;131;p1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Let her holy name resonate with every breath, her divine form fill my eyes;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guru gītam… nāvum pāḍa</a:t>
            </a:r>
            <a:br>
              <a:rPr lang="en-US" sz="6600"/>
            </a:br>
            <a:r>
              <a:rPr lang="en-US" sz="6600"/>
              <a:t> guruvai tēḍi… kālgaḷ ōḍa</a:t>
            </a:r>
            <a:endParaRPr sz="6600"/>
          </a:p>
        </p:txBody>
      </p:sp>
      <p:sp>
        <p:nvSpPr>
          <p:cNvPr id="138" name="Google Shape;138;p18"/>
          <p:cNvSpPr txBox="1"/>
          <p:nvPr/>
        </p:nvSpPr>
        <p:spPr>
          <a:xfrm>
            <a:off x="0" y="2895600"/>
            <a:ext cx="91440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let my voice sing her infinite glories, Let my feet carry me to Her sacred abode,</a:t>
            </a:r>
            <a:endParaRPr sz="60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guru aṇaipil… mey silirka</a:t>
            </a:r>
            <a:br>
              <a:rPr lang="en-US" sz="6600"/>
            </a:br>
            <a:r>
              <a:rPr lang="en-US" sz="6600"/>
              <a:t>gurupādattil… śaraṇaḍaya</a:t>
            </a:r>
            <a:endParaRPr sz="6600"/>
          </a:p>
        </p:txBody>
      </p:sp>
      <p:sp>
        <p:nvSpPr>
          <p:cNvPr id="145" name="Google Shape;145;p19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my heart soar in ecstasy within her embrace, and let me surrender completely at her feet.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nanḍriyum kūṙi viḍeyum petru </a:t>
            </a:r>
            <a:br>
              <a:rPr lang="en-US" sz="6600"/>
            </a:br>
            <a:r>
              <a:rPr lang="en-US" sz="6600"/>
              <a:t>rājanaḍai pōṭiḍuvēn</a:t>
            </a:r>
            <a:endParaRPr sz="6600"/>
          </a:p>
        </p:txBody>
      </p:sp>
      <p:sp>
        <p:nvSpPr>
          <p:cNvPr id="152" name="Google Shape;152;p20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With gratitude for all the grace bestowed, I walk forward with royal gait toward my death.</a:t>
            </a:r>
            <a:endParaRPr sz="54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/>
              <a:t>enakku nāne amara gītam pāḍiḍuvēn</a:t>
            </a:r>
            <a:endParaRPr sz="8000"/>
          </a:p>
        </p:txBody>
      </p:sp>
      <p:sp>
        <p:nvSpPr>
          <p:cNvPr id="159" name="Google Shape;159;p2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shall sing my own hymn of immortality.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namah śivāyōm </a:t>
            </a:r>
            <a:br>
              <a:rPr lang="en-US" sz="6600"/>
            </a:br>
            <a:r>
              <a:rPr lang="en-US" sz="6600"/>
              <a:t>namah śivāyōm </a:t>
            </a:r>
            <a:br>
              <a:rPr lang="en-US" sz="6600"/>
            </a:br>
            <a:r>
              <a:rPr lang="en-US" sz="6600"/>
              <a:t>namah śivāyōm</a:t>
            </a:r>
            <a:endParaRPr sz="6600"/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Om, I bow to the Auspicious 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Macintosh PowerPoint</Application>
  <PresentationFormat>On-screen Show (4:3)</PresentationFormat>
  <Paragraphs>67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karmavīrā karmavīrā karmavīrā</vt:lpstr>
      <vt:lpstr>karmavīrā karmavīrā karmavīrā kaḍamai tavaṙā karmavīrā karmavīrā</vt:lpstr>
      <vt:lpstr>kālā kālattil kaḍamai āṭriḍum kāla dēvā </vt:lpstr>
      <vt:lpstr>kālam maṭṭum kāttāyō? dharmam kūḍa kāttāyō? dharmam kāttu ninḍradālē dharma-dēvan ānāyō </vt:lpstr>
      <vt:lpstr>dharma-dēvan ānāyō </vt:lpstr>
      <vt:lpstr>karmavīrā karmavīrā karmavīrā kaḍamai tavaṙā karmavīrā karmavīrā</vt:lpstr>
      <vt:lpstr>kaṇṇimai imaikkāmal jīva kaṇakēṭṭai nōkki nēram</vt:lpstr>
      <vt:lpstr>iḍam kāraṇaṅgaḷ kaṇḍu puvi bhāram kuṙaikkiṙāy</vt:lpstr>
      <vt:lpstr>puvi bhāram kuṙaikkiṙāy</vt:lpstr>
      <vt:lpstr>karmavīrā karmavīrā karmavīrā kaḍamai tavaṙā karmavīrā karmavīrā</vt:lpstr>
      <vt:lpstr>kaṇṇirunthum kuruḍan avan kādirunthum seviḍan avan</vt:lpstr>
      <vt:lpstr>kalluḷi maṅgan avan (2)</vt:lpstr>
      <vt:lpstr>ena ēcchu pēccu kēṭṭālum kaḍamai tavaṙā vīran kaḍamai tavaṙā vīran</vt:lpstr>
      <vt:lpstr>karmavīrā karmavīrā karmavīrā kaḍamai tavaṙā karmavīrā karmavīrā</vt:lpstr>
      <vt:lpstr>enai kātta guruvinoru darisanam peṙa nān darisanam peṙa </vt:lpstr>
      <vt:lpstr>un varavai munnē nī uṇarttiḍuvāy</vt:lpstr>
      <vt:lpstr>guru nāmam… mūchil nilaikka guru rūpam… kaṇṇil niṙaya</vt:lpstr>
      <vt:lpstr>guru gītam… nāvum pāḍa  guruvai tēḍi… kālgaḷ ōḍa</vt:lpstr>
      <vt:lpstr>guru aṇaipil… mey silirka gurupādattil… śaraṇaḍaya</vt:lpstr>
      <vt:lpstr>nanḍriyum kūṙi viḍeyum petru  rājanaḍai pōṭiḍuvēn</vt:lpstr>
      <vt:lpstr>enakku nāne amara gītam pāḍiḍuvēn</vt:lpstr>
      <vt:lpstr>namah śivāyōm  namah śivāyōm  namah śivāyōm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amritam</dc:creator>
  <cp:lastModifiedBy>Pragnya S</cp:lastModifiedBy>
  <cp:revision>2</cp:revision>
  <dcterms:created xsi:type="dcterms:W3CDTF">2006-08-16T00:00:00Z</dcterms:created>
  <dcterms:modified xsi:type="dcterms:W3CDTF">2025-12-01T13:36:50Z</dcterms:modified>
</cp:coreProperties>
</file>