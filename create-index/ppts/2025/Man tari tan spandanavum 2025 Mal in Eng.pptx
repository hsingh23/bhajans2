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97497-FD6F-4554-B109-E5915196596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945B9-6A93-4BE8-9385-EDE41E714F6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maṇtari tan spandanavum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maṇtari tan spandanavum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ennile spandanavum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ninakkāy mātram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ammaykkāy mātram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pulsation within a grain of sand, and the life that pulses within me — all of it is for you, my Mother, only for you!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vīṇa tan tantri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ninakkāy mīṭṭiḍunnu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strings of the Veena are played for you,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 hṛdaya-tantriyum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ninakkāy mātram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ammaykkāy mātram mīṭṭiḍunnu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and the strings of my heart — they too are yours, played only for you, always for you!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varṣa-mēghaṅgaḷ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ninne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sparśikkān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ettum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pōl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en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Like dark rainclouds drawn down to touch you, 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en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cintayum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vākkum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ninnil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layikkānāy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– en</a:t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ammayil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layikkānāy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tennalāy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aṇayunnu</a:t>
            </a:r>
            <a:endParaRPr lang="en-US" sz="5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  <a:latin typeface="Calibri"/>
              </a:rPr>
              <a:t>my thoughts and words rise only to merge in you — they drift toward you like a gentle breeze.</a:t>
            </a:r>
            <a:endParaRPr lang="en-US" sz="5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maṇtari tan spandanavum</vt:lpstr>
      <vt:lpstr>maṇtari tan spandanavum ennile spandanavum ninakkāy mātram en ammaykkāy mātram</vt:lpstr>
      <vt:lpstr>vīṇa tan tantri ninakkāy mīṭṭiḍunnu</vt:lpstr>
      <vt:lpstr>en hṛdaya-tantriyum ninakkāy mātram en ammaykkāy mātram mīṭṭiḍunnu</vt:lpstr>
      <vt:lpstr>varṣa-mēghaṅgaḷ ninne sparśikkān ettum pōl en</vt:lpstr>
      <vt:lpstr>en cintayum vākkum ninnil layikkānāy – en ammayil layikkānāy tennalāy aṇayunnu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maṇtari tan spandanavum</dc:title>
  <dc:creator>Amrita</dc:creator>
  <cp:lastModifiedBy>Amrita</cp:lastModifiedBy>
  <cp:revision>1</cp:revision>
  <dcterms:created xsi:type="dcterms:W3CDTF">2025-07-14T09:10:01Z</dcterms:created>
  <dcterms:modified xsi:type="dcterms:W3CDTF">2025-07-14T09:12:17Z</dcterms:modified>
</cp:coreProperties>
</file>