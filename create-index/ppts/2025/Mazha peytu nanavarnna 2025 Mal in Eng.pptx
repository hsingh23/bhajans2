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6" r:id="rId2"/>
    <p:sldId id="291" r:id="rId3"/>
    <p:sldId id="292" r:id="rId4"/>
    <p:sldId id="287" r:id="rId5"/>
    <p:sldId id="293" r:id="rId6"/>
    <p:sldId id="288" r:id="rId7"/>
    <p:sldId id="294" r:id="rId8"/>
    <p:sldId id="289" r:id="rId9"/>
    <p:sldId id="295" r:id="rId10"/>
    <p:sldId id="290" r:id="rId11"/>
    <p:sldId id="29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mazha</a:t>
            </a:r>
            <a:r>
              <a:rPr lang="en-US" sz="6600" dirty="0" smtClean="0"/>
              <a:t> </a:t>
            </a:r>
            <a:r>
              <a:rPr lang="en-US" sz="6600" dirty="0" err="1" smtClean="0"/>
              <a:t>peytu</a:t>
            </a:r>
            <a:r>
              <a:rPr lang="en-US" sz="6600" dirty="0" smtClean="0"/>
              <a:t> </a:t>
            </a:r>
            <a:r>
              <a:rPr lang="en-US" sz="6600" dirty="0" err="1" smtClean="0"/>
              <a:t>nanavārnna</a:t>
            </a:r>
            <a:r>
              <a:rPr lang="en-US" sz="6600" dirty="0" smtClean="0"/>
              <a:t> </a:t>
            </a:r>
            <a:r>
              <a:rPr lang="en-US" sz="6600" dirty="0" err="1" smtClean="0"/>
              <a:t>vīthiyilūḍe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mazha</a:t>
            </a:r>
            <a:r>
              <a:rPr lang="en-US" sz="6000" dirty="0" smtClean="0"/>
              <a:t> </a:t>
            </a:r>
            <a:r>
              <a:rPr lang="en-US" sz="6000" dirty="0" err="1" smtClean="0"/>
              <a:t>peytu</a:t>
            </a:r>
            <a:r>
              <a:rPr lang="en-US" sz="6000" dirty="0" smtClean="0"/>
              <a:t> </a:t>
            </a:r>
            <a:r>
              <a:rPr lang="en-US" sz="6000" dirty="0" err="1" smtClean="0"/>
              <a:t>nanavārnna</a:t>
            </a:r>
            <a:r>
              <a:rPr lang="en-US" sz="6000" dirty="0" smtClean="0"/>
              <a:t> </a:t>
            </a:r>
            <a:r>
              <a:rPr lang="en-US" sz="6000" dirty="0" err="1" smtClean="0"/>
              <a:t>vīthiyilūḍe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enne</a:t>
            </a:r>
            <a:r>
              <a:rPr lang="en-US" sz="6000" dirty="0" smtClean="0"/>
              <a:t> </a:t>
            </a:r>
            <a:r>
              <a:rPr lang="en-US" sz="6000" dirty="0" err="1" smtClean="0"/>
              <a:t>tiraññu</a:t>
            </a:r>
            <a:r>
              <a:rPr lang="en-US" sz="6000" dirty="0" smtClean="0"/>
              <a:t> </a:t>
            </a:r>
            <a:r>
              <a:rPr lang="en-US" sz="6000" dirty="0" err="1" smtClean="0"/>
              <a:t>kaḍannu</a:t>
            </a:r>
            <a:r>
              <a:rPr lang="en-US" sz="6000" dirty="0" smtClean="0"/>
              <a:t> </a:t>
            </a:r>
            <a:r>
              <a:rPr lang="en-US" sz="6000" dirty="0" err="1" smtClean="0"/>
              <a:t>pōkē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walk the rain-swept path in search of myself.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vismaya</a:t>
            </a:r>
            <a:r>
              <a:rPr lang="en-US" sz="6000" dirty="0" smtClean="0"/>
              <a:t> </a:t>
            </a:r>
            <a:r>
              <a:rPr lang="en-US" sz="6000" dirty="0" err="1" smtClean="0"/>
              <a:t>dṛśyaṅgaḷ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mūḍum</a:t>
            </a:r>
            <a:r>
              <a:rPr lang="en-US" sz="6000" dirty="0" smtClean="0"/>
              <a:t> </a:t>
            </a:r>
            <a:r>
              <a:rPr lang="en-US" sz="6000" dirty="0" err="1" smtClean="0"/>
              <a:t>manassitil</a:t>
            </a:r>
            <a:r>
              <a:rPr lang="en-US" sz="6000" dirty="0" smtClean="0"/>
              <a:t> - </a:t>
            </a:r>
            <a:r>
              <a:rPr lang="en-US" sz="6000" dirty="0" err="1" smtClean="0"/>
              <a:t>ēkānta</a:t>
            </a:r>
            <a:r>
              <a:rPr lang="en-US" sz="6000" dirty="0" smtClean="0"/>
              <a:t> </a:t>
            </a:r>
            <a:r>
              <a:rPr lang="en-US" sz="6000" dirty="0" err="1" smtClean="0"/>
              <a:t>maunam</a:t>
            </a:r>
            <a:r>
              <a:rPr lang="en-US" sz="6000" dirty="0" smtClean="0"/>
              <a:t> </a:t>
            </a:r>
            <a:r>
              <a:rPr lang="en-US" sz="6000" dirty="0" err="1" smtClean="0"/>
              <a:t>koticcu</a:t>
            </a:r>
            <a:r>
              <a:rPr lang="en-US" sz="6000" dirty="0" smtClean="0"/>
              <a:t> </a:t>
            </a:r>
            <a:r>
              <a:rPr lang="en-US" sz="6000" dirty="0" err="1" smtClean="0"/>
              <a:t>ñānum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</a:t>
            </a:r>
            <a:r>
              <a:rPr lang="en-US" sz="6000" dirty="0" smtClean="0">
                <a:solidFill>
                  <a:srgbClr val="FFFF00"/>
                </a:solidFill>
              </a:rPr>
              <a:t>mind, clouded by dazzling sights, still yearns for silence and solitude.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nirttāte</a:t>
            </a:r>
            <a:r>
              <a:rPr lang="en-US" sz="6000" dirty="0" smtClean="0"/>
              <a:t> </a:t>
            </a:r>
            <a:r>
              <a:rPr lang="en-US" sz="6000" dirty="0" err="1" smtClean="0"/>
              <a:t>peyyunna</a:t>
            </a:r>
            <a:r>
              <a:rPr lang="en-US" sz="6000" dirty="0" smtClean="0"/>
              <a:t> </a:t>
            </a:r>
            <a:r>
              <a:rPr lang="en-US" sz="6000" dirty="0" err="1" smtClean="0"/>
              <a:t>varṣamāyi</a:t>
            </a:r>
            <a:r>
              <a:rPr lang="en-US" sz="6000" dirty="0" smtClean="0"/>
              <a:t> </a:t>
            </a:r>
            <a:r>
              <a:rPr lang="en-US" sz="6000" dirty="0" err="1" smtClean="0"/>
              <a:t>cinta</a:t>
            </a:r>
            <a:r>
              <a:rPr lang="en-US" sz="6000" dirty="0" smtClean="0"/>
              <a:t> </a:t>
            </a:r>
            <a:r>
              <a:rPr lang="en-US" sz="6000" dirty="0" smtClean="0"/>
              <a:t>tan - </a:t>
            </a:r>
            <a:r>
              <a:rPr lang="en-US" sz="6000" dirty="0" err="1" smtClean="0"/>
              <a:t>kuttozhukkil</a:t>
            </a:r>
            <a:r>
              <a:rPr lang="en-US" sz="6000" dirty="0" smtClean="0"/>
              <a:t> </a:t>
            </a:r>
            <a:r>
              <a:rPr lang="en-US" sz="6000" dirty="0" err="1" smtClean="0"/>
              <a:t>peṭṭu</a:t>
            </a:r>
            <a:r>
              <a:rPr lang="en-US" sz="6000" dirty="0" smtClean="0"/>
              <a:t> </a:t>
            </a:r>
            <a:r>
              <a:rPr lang="en-US" sz="6000" dirty="0" err="1" smtClean="0"/>
              <a:t>uzhaṙi</a:t>
            </a:r>
            <a:r>
              <a:rPr lang="en-US" sz="6000" dirty="0" smtClean="0"/>
              <a:t> </a:t>
            </a:r>
            <a:r>
              <a:rPr lang="en-US" sz="6000" dirty="0" err="1" smtClean="0"/>
              <a:t>ñānum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Thoughts, like an unending downpour, carry me along in their strong currents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enneyum</a:t>
            </a:r>
            <a:r>
              <a:rPr lang="en-US" sz="6600" dirty="0" smtClean="0"/>
              <a:t> </a:t>
            </a:r>
            <a:r>
              <a:rPr lang="en-US" sz="6600" dirty="0" err="1" smtClean="0"/>
              <a:t>pēṙi</a:t>
            </a:r>
            <a:r>
              <a:rPr lang="en-US" sz="6600" dirty="0" smtClean="0"/>
              <a:t> </a:t>
            </a:r>
            <a:r>
              <a:rPr lang="en-US" sz="6600" dirty="0" err="1" smtClean="0"/>
              <a:t>ozhukunna</a:t>
            </a:r>
            <a:r>
              <a:rPr lang="en-US" sz="6600" dirty="0" smtClean="0"/>
              <a:t> </a:t>
            </a:r>
            <a:r>
              <a:rPr lang="en-US" sz="6600" dirty="0" err="1" smtClean="0"/>
              <a:t>kāzhcayil</a:t>
            </a:r>
            <a:r>
              <a:rPr lang="en-US" sz="6600" dirty="0" smtClean="0"/>
              <a:t> - </a:t>
            </a:r>
            <a:r>
              <a:rPr lang="en-US" sz="6600" dirty="0" err="1" smtClean="0"/>
              <a:t>sākṣiyāyi</a:t>
            </a:r>
            <a:r>
              <a:rPr lang="en-US" sz="6600" dirty="0" smtClean="0"/>
              <a:t> </a:t>
            </a:r>
            <a:r>
              <a:rPr lang="en-US" sz="6600" dirty="0" err="1" smtClean="0"/>
              <a:t>maṫṫoru</a:t>
            </a:r>
            <a:r>
              <a:rPr lang="en-US" sz="6600" dirty="0" smtClean="0"/>
              <a:t> </a:t>
            </a:r>
            <a:r>
              <a:rPr lang="en-US" sz="6600" dirty="0" err="1" smtClean="0"/>
              <a:t>ñānum</a:t>
            </a:r>
            <a:r>
              <a:rPr lang="en-US" sz="6600" dirty="0" smtClean="0"/>
              <a:t> </a:t>
            </a:r>
            <a:r>
              <a:rPr lang="en-US" sz="6600" dirty="0" err="1" smtClean="0"/>
              <a:t>uṇḍu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As </a:t>
            </a:r>
            <a:r>
              <a:rPr lang="en-US" sz="6000" dirty="0" smtClean="0">
                <a:solidFill>
                  <a:srgbClr val="FFFF00"/>
                </a:solidFill>
              </a:rPr>
              <a:t>I’m swept away and the sights drift past, there remains a witnessing “I.”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iruḷārnna</a:t>
            </a:r>
            <a:r>
              <a:rPr lang="en-US" sz="6600" dirty="0" smtClean="0"/>
              <a:t> </a:t>
            </a:r>
            <a:r>
              <a:rPr lang="en-US" sz="6600" dirty="0" err="1" smtClean="0"/>
              <a:t>vipinattil</a:t>
            </a:r>
            <a:r>
              <a:rPr lang="en-US" sz="6600" dirty="0" smtClean="0"/>
              <a:t> </a:t>
            </a:r>
            <a:r>
              <a:rPr lang="en-US" sz="6600" dirty="0" err="1" smtClean="0"/>
              <a:t>tēḍunnu</a:t>
            </a:r>
            <a:r>
              <a:rPr lang="en-US" sz="6600" dirty="0" smtClean="0"/>
              <a:t> </a:t>
            </a:r>
            <a:r>
              <a:rPr lang="en-US" sz="6600" dirty="0" err="1" smtClean="0"/>
              <a:t>sūryāṁśu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oru</a:t>
            </a:r>
            <a:r>
              <a:rPr lang="en-US" sz="6600" dirty="0" smtClean="0"/>
              <a:t> </a:t>
            </a:r>
            <a:r>
              <a:rPr lang="en-US" sz="6600" dirty="0" err="1" smtClean="0"/>
              <a:t>tari</a:t>
            </a:r>
            <a:r>
              <a:rPr lang="en-US" sz="6600" dirty="0" smtClean="0"/>
              <a:t> </a:t>
            </a:r>
            <a:r>
              <a:rPr lang="en-US" sz="6600" dirty="0" err="1" smtClean="0"/>
              <a:t>ponnoḷi</a:t>
            </a:r>
            <a:r>
              <a:rPr lang="en-US" sz="6600" dirty="0" smtClean="0"/>
              <a:t> </a:t>
            </a:r>
            <a:r>
              <a:rPr lang="en-US" sz="6600" dirty="0" err="1" smtClean="0"/>
              <a:t>uḷ</a:t>
            </a:r>
            <a:r>
              <a:rPr lang="en-US" sz="6600" dirty="0" smtClean="0"/>
              <a:t> </a:t>
            </a:r>
            <a:r>
              <a:rPr lang="en-US" sz="6600" dirty="0" err="1" smtClean="0"/>
              <a:t>niṙayān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dark forest longs for a shaft of sunlight, a ray of molten gold to fill its heart.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durghaḍam</a:t>
            </a:r>
            <a:r>
              <a:rPr lang="en-US" sz="6000" dirty="0" smtClean="0"/>
              <a:t> </a:t>
            </a:r>
            <a:r>
              <a:rPr lang="en-US" sz="6000" dirty="0" smtClean="0"/>
              <a:t>ī </a:t>
            </a:r>
            <a:r>
              <a:rPr lang="en-US" sz="6000" dirty="0" err="1" smtClean="0"/>
              <a:t>vīthi</a:t>
            </a:r>
            <a:r>
              <a:rPr lang="en-US" sz="6000" dirty="0" smtClean="0"/>
              <a:t> </a:t>
            </a:r>
            <a:r>
              <a:rPr lang="en-US" sz="6000" dirty="0" err="1" smtClean="0"/>
              <a:t>etra</a:t>
            </a:r>
            <a:r>
              <a:rPr lang="en-US" sz="6000" dirty="0" smtClean="0"/>
              <a:t> </a:t>
            </a:r>
            <a:r>
              <a:rPr lang="en-US" sz="6000" dirty="0" err="1" smtClean="0"/>
              <a:t>tāṇḍīḍilum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oḍuvilā</a:t>
            </a:r>
            <a:r>
              <a:rPr lang="en-US" sz="6000" dirty="0" smtClean="0"/>
              <a:t> </a:t>
            </a:r>
            <a:r>
              <a:rPr lang="en-US" sz="6000" dirty="0" err="1" smtClean="0"/>
              <a:t>niśabda-bhuvil</a:t>
            </a:r>
            <a:r>
              <a:rPr lang="en-US" sz="6000" dirty="0" smtClean="0"/>
              <a:t> </a:t>
            </a:r>
            <a:r>
              <a:rPr lang="en-US" sz="6000" dirty="0" err="1" smtClean="0"/>
              <a:t>ettān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Yet </a:t>
            </a:r>
            <a:r>
              <a:rPr lang="en-US" sz="6000" dirty="0" smtClean="0">
                <a:solidFill>
                  <a:srgbClr val="FFFF00"/>
                </a:solidFill>
              </a:rPr>
              <a:t>I tread along this difficult path, seeking to at last reach the land of silence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antaraṅgattil</a:t>
            </a:r>
            <a:r>
              <a:rPr lang="en-US" sz="6600" dirty="0" smtClean="0"/>
              <a:t> </a:t>
            </a:r>
            <a:r>
              <a:rPr lang="en-US" sz="6600" dirty="0" err="1" smtClean="0"/>
              <a:t>tuḍikkumā</a:t>
            </a:r>
            <a:r>
              <a:rPr lang="en-US" sz="6600" dirty="0" smtClean="0"/>
              <a:t> </a:t>
            </a:r>
            <a:r>
              <a:rPr lang="en-US" sz="6600" dirty="0" err="1" smtClean="0"/>
              <a:t>jīvande</a:t>
            </a:r>
            <a:r>
              <a:rPr lang="en-US" sz="6600" dirty="0" smtClean="0"/>
              <a:t> - </a:t>
            </a:r>
            <a:r>
              <a:rPr lang="en-US" sz="6600" dirty="0" err="1" smtClean="0"/>
              <a:t>nombaram</a:t>
            </a:r>
            <a:r>
              <a:rPr lang="en-US" sz="6600" dirty="0" smtClean="0"/>
              <a:t> </a:t>
            </a:r>
            <a:r>
              <a:rPr lang="en-US" sz="6600" dirty="0" err="1" smtClean="0"/>
              <a:t>īṙanā</a:t>
            </a:r>
            <a:r>
              <a:rPr lang="en-US" sz="6600" dirty="0" smtClean="0"/>
              <a:t> </a:t>
            </a:r>
            <a:r>
              <a:rPr lang="en-US" sz="6600" dirty="0" err="1" smtClean="0"/>
              <a:t>smṛti</a:t>
            </a:r>
            <a:r>
              <a:rPr lang="en-US" sz="6600" dirty="0" smtClean="0"/>
              <a:t> </a:t>
            </a:r>
            <a:r>
              <a:rPr lang="en-US" sz="6600" dirty="0" err="1" smtClean="0"/>
              <a:t>uṇartti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painful yearning of the self (</a:t>
            </a:r>
            <a:r>
              <a:rPr lang="en-US" sz="6000" dirty="0" err="1" smtClean="0">
                <a:solidFill>
                  <a:srgbClr val="FFFF00"/>
                </a:solidFill>
              </a:rPr>
              <a:t>jiva</a:t>
            </a:r>
            <a:r>
              <a:rPr lang="en-US" sz="6000" dirty="0" smtClean="0">
                <a:solidFill>
                  <a:srgbClr val="FFFF00"/>
                </a:solidFill>
              </a:rPr>
              <a:t>) </a:t>
            </a:r>
            <a:r>
              <a:rPr lang="en-US" sz="6000" dirty="0" err="1" smtClean="0">
                <a:solidFill>
                  <a:srgbClr val="FFFF00"/>
                </a:solidFill>
              </a:rPr>
              <a:t>stiring</a:t>
            </a:r>
            <a:r>
              <a:rPr lang="en-US" sz="6000" dirty="0" smtClean="0">
                <a:solidFill>
                  <a:srgbClr val="FFFF00"/>
                </a:solidFill>
              </a:rPr>
              <a:t> within awakens a fresh </a:t>
            </a:r>
            <a:r>
              <a:rPr lang="en-US" sz="6000" dirty="0" smtClean="0">
                <a:solidFill>
                  <a:srgbClr val="FFFF00"/>
                </a:solidFill>
              </a:rPr>
              <a:t>memory.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eviḍeyō</a:t>
            </a:r>
            <a:r>
              <a:rPr lang="en-US" sz="6000" dirty="0" smtClean="0"/>
              <a:t> </a:t>
            </a:r>
            <a:r>
              <a:rPr lang="en-US" sz="6000" dirty="0" err="1" smtClean="0"/>
              <a:t>kaṇḍu</a:t>
            </a:r>
            <a:r>
              <a:rPr lang="en-US" sz="6000" dirty="0" smtClean="0"/>
              <a:t> </a:t>
            </a:r>
            <a:r>
              <a:rPr lang="en-US" sz="6000" dirty="0" err="1" smtClean="0"/>
              <a:t>maṙanna</a:t>
            </a:r>
            <a:r>
              <a:rPr lang="en-US" sz="6000" dirty="0" smtClean="0"/>
              <a:t> </a:t>
            </a:r>
            <a:r>
              <a:rPr lang="en-US" sz="6000" dirty="0" err="1" smtClean="0"/>
              <a:t>mukhaṅgaḷe</a:t>
            </a:r>
            <a:r>
              <a:rPr lang="en-US" sz="6000" dirty="0" smtClean="0"/>
              <a:t> - </a:t>
            </a:r>
            <a:r>
              <a:rPr lang="en-US" sz="6000" dirty="0" err="1" smtClean="0"/>
              <a:t>vīṇḍumā</a:t>
            </a:r>
            <a:r>
              <a:rPr lang="en-US" sz="6000" dirty="0" smtClean="0"/>
              <a:t> </a:t>
            </a:r>
            <a:r>
              <a:rPr lang="en-US" sz="6000" dirty="0" err="1" smtClean="0"/>
              <a:t>mizhikaḷil</a:t>
            </a:r>
            <a:r>
              <a:rPr lang="en-US" sz="6000" dirty="0" smtClean="0"/>
              <a:t> </a:t>
            </a:r>
            <a:r>
              <a:rPr lang="en-US" sz="6000" dirty="0" err="1" smtClean="0"/>
              <a:t>kaṇḍīḍavē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</a:t>
            </a:r>
            <a:r>
              <a:rPr lang="en-US" sz="6000" dirty="0" smtClean="0">
                <a:solidFill>
                  <a:srgbClr val="FFFF00"/>
                </a:solidFill>
              </a:rPr>
              <a:t>eyes once again behold faces that I had seen and forgotten elsewhere.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uḷḷam</a:t>
            </a:r>
            <a:r>
              <a:rPr lang="en-US" sz="6000" dirty="0" smtClean="0"/>
              <a:t> </a:t>
            </a:r>
            <a:r>
              <a:rPr lang="en-US" sz="6000" dirty="0" err="1" smtClean="0"/>
              <a:t>vitumbiyō</a:t>
            </a:r>
            <a:r>
              <a:rPr lang="en-US" sz="6000" dirty="0" smtClean="0"/>
              <a:t> </a:t>
            </a:r>
            <a:r>
              <a:rPr lang="en-US" sz="6000" dirty="0" err="1" smtClean="0"/>
              <a:t>aṙivīla</a:t>
            </a:r>
            <a:r>
              <a:rPr lang="en-US" sz="6000" dirty="0" smtClean="0"/>
              <a:t> </a:t>
            </a:r>
            <a:r>
              <a:rPr lang="en-US" sz="6000" dirty="0" err="1" smtClean="0"/>
              <a:t>uṇmayum</a:t>
            </a:r>
            <a:r>
              <a:rPr lang="en-US" sz="6000" dirty="0" smtClean="0"/>
              <a:t> - </a:t>
            </a:r>
            <a:r>
              <a:rPr lang="en-US" sz="6000" dirty="0" err="1" smtClean="0"/>
              <a:t>tamassu</a:t>
            </a:r>
            <a:r>
              <a:rPr lang="en-US" sz="6000" dirty="0" smtClean="0"/>
              <a:t> </a:t>
            </a:r>
            <a:r>
              <a:rPr lang="en-US" sz="6000" dirty="0" err="1" smtClean="0"/>
              <a:t>mūḍi</a:t>
            </a:r>
            <a:r>
              <a:rPr lang="en-US" sz="6000" dirty="0" smtClean="0"/>
              <a:t> </a:t>
            </a:r>
            <a:r>
              <a:rPr lang="en-US" sz="6000" dirty="0" err="1" smtClean="0"/>
              <a:t>mana</a:t>
            </a:r>
            <a:r>
              <a:rPr lang="en-US" sz="6000" dirty="0" smtClean="0"/>
              <a:t> </a:t>
            </a:r>
            <a:r>
              <a:rPr lang="en-US" sz="6000" dirty="0" err="1" smtClean="0"/>
              <a:t>vanabhumiyil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Did my heart weep? I do not know. The truth lies hidden in the dark forest of the mind.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enn-uṇarnnīḍum</a:t>
            </a:r>
            <a:r>
              <a:rPr lang="en-US" sz="6000" dirty="0" smtClean="0"/>
              <a:t> </a:t>
            </a:r>
            <a:r>
              <a:rPr lang="en-US" sz="6000" dirty="0" smtClean="0"/>
              <a:t>ā </a:t>
            </a:r>
            <a:r>
              <a:rPr lang="en-US" sz="6000" dirty="0" err="1" smtClean="0"/>
              <a:t>udayārkka</a:t>
            </a:r>
            <a:r>
              <a:rPr lang="en-US" sz="6000" dirty="0" smtClean="0"/>
              <a:t> </a:t>
            </a:r>
            <a:r>
              <a:rPr lang="en-US" sz="6000" dirty="0" err="1" smtClean="0"/>
              <a:t>kiraṇaṅgaḷ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cittaḍattil</a:t>
            </a:r>
            <a:r>
              <a:rPr lang="en-US" sz="6000" dirty="0" smtClean="0"/>
              <a:t> </a:t>
            </a:r>
            <a:r>
              <a:rPr lang="en-US" sz="6000" dirty="0" err="1" smtClean="0"/>
              <a:t>ātmasatyam</a:t>
            </a:r>
            <a:r>
              <a:rPr lang="en-US" sz="6000" dirty="0" smtClean="0"/>
              <a:t> </a:t>
            </a:r>
            <a:r>
              <a:rPr lang="en-US" sz="6000" dirty="0" err="1" smtClean="0"/>
              <a:t>ēki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When </a:t>
            </a:r>
            <a:r>
              <a:rPr lang="en-US" sz="6000" dirty="0" smtClean="0">
                <a:solidFill>
                  <a:srgbClr val="FFFF00"/>
                </a:solidFill>
              </a:rPr>
              <a:t>will the dawn’s first rays awaken self-realization within this heart?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245</Words>
  <Application>Microsoft Office PowerPoint</Application>
  <PresentationFormat>On-screen Show (4:3)</PresentationFormat>
  <Paragraphs>34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mazha peytu nanavārnna vīthiyilūḍe</vt:lpstr>
      <vt:lpstr>mazha peytu nanavārnna vīthiyilūḍe ñān enne tiraññu kaḍannu pōkē</vt:lpstr>
      <vt:lpstr>vismaya dṛśyaṅgaḷ mūḍum manassitil - ēkānta maunam koticcu ñānum</vt:lpstr>
      <vt:lpstr>nirttāte peyyunna varṣamāyi cinta tan - kuttozhukkil peṭṭu uzhaṙi ñānum</vt:lpstr>
      <vt:lpstr>enneyum pēṙi ozhukunna kāzhcayil - sākṣiyāyi maṫṫoru ñānum uṇḍu</vt:lpstr>
      <vt:lpstr>iruḷārnna vipinattil tēḍunnu sūryāṁśu oru tari ponnoḷi uḷ niṙayān</vt:lpstr>
      <vt:lpstr>durghaḍam ī vīthi etra tāṇḍīḍilum oḍuvilā niśabda-bhuvil ettān</vt:lpstr>
      <vt:lpstr>antaraṅgattil tuḍikkumā jīvande - nombaram īṙanā smṛti uṇartti</vt:lpstr>
      <vt:lpstr>eviḍeyō kaṇḍu maṙanna mukhaṅgaḷe - vīṇḍumā mizhikaḷil kaṇḍīḍavē</vt:lpstr>
      <vt:lpstr>uḷḷam vitumbiyō aṙivīla uṇmayum - tamassu mūḍi mana vanabhumiyil</vt:lpstr>
      <vt:lpstr>enn-uṇarnnīḍum ā udayārkka kiraṇaṅgaḷ cittaḍattil ātmasatyam ēki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324</cp:revision>
  <dcterms:created xsi:type="dcterms:W3CDTF">2006-08-16T00:00:00Z</dcterms:created>
  <dcterms:modified xsi:type="dcterms:W3CDTF">2025-05-07T16:10:36Z</dcterms:modified>
</cp:coreProperties>
</file>