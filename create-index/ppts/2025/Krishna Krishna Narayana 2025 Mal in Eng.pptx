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8" r:id="rId8"/>
    <p:sldId id="261" r:id="rId9"/>
    <p:sldId id="262" r:id="rId10"/>
    <p:sldId id="270" r:id="rId11"/>
    <p:sldId id="263" r:id="rId12"/>
    <p:sldId id="264" r:id="rId13"/>
    <p:sldId id="271" r:id="rId14"/>
    <p:sldId id="265" r:id="rId15"/>
    <p:sldId id="266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1114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78A0-DA0C-4401-B01C-BE60CB05EDA4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15CDF-C67E-4319-A2B1-9046B011A5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78A0-DA0C-4401-B01C-BE60CB05EDA4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15CDF-C67E-4319-A2B1-9046B011A5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78A0-DA0C-4401-B01C-BE60CB05EDA4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15CDF-C67E-4319-A2B1-9046B011A5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78A0-DA0C-4401-B01C-BE60CB05EDA4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15CDF-C67E-4319-A2B1-9046B011A5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78A0-DA0C-4401-B01C-BE60CB05EDA4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15CDF-C67E-4319-A2B1-9046B011A5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78A0-DA0C-4401-B01C-BE60CB05EDA4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15CDF-C67E-4319-A2B1-9046B011A5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78A0-DA0C-4401-B01C-BE60CB05EDA4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15CDF-C67E-4319-A2B1-9046B011A5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78A0-DA0C-4401-B01C-BE60CB05EDA4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15CDF-C67E-4319-A2B1-9046B011A5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78A0-DA0C-4401-B01C-BE60CB05EDA4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15CDF-C67E-4319-A2B1-9046B011A5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78A0-DA0C-4401-B01C-BE60CB05EDA4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15CDF-C67E-4319-A2B1-9046B011A5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378A0-DA0C-4401-B01C-BE60CB05EDA4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15CDF-C67E-4319-A2B1-9046B011A53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378A0-DA0C-4401-B01C-BE60CB05EDA4}" type="datetimeFigureOut">
              <a:rPr lang="en-US" smtClean="0"/>
              <a:pPr/>
              <a:t>1-Aug-2025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15CDF-C67E-4319-A2B1-9046B011A53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kṛṣṇa kṛṣṇa nārāyaṇā kṛṣṇa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kṛṣṇa kṛṣṇa nārāyaṇā kṛṣṇa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gōvindā mādhavā harē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Narayana, Govinda, Madhava, I take refuge in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dīnanātha sundarānanā harē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vāsudēva nitya-satyamē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the beautiful Lord who uplifts the suffering. You are the son of Vasudeva, the eternal truth.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kṛṣṇa kṛṣṇa nārāyaṇā kṛṣṇa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gōvindā mādhavā harē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Narayana, Govinda, Madhava, I take refuge in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karṇikārasūna śōbhitā cala-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kaṇṭhahāra sundarāṅgitā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Adorned with a garland of golden shower flowers, your radiant beauty glows. The necklaces on your chest sway with every graceful movement you make.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kāmarūpa cārulōcanā cira-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kāmitārtthadāna mōhanā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Your splendour rivals that of Kamadeva, the God of Love. O enchanting Krishna, you are the one who fulfills my long-held, ardent desires.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kṛṣṇa kṛṣṇa nārāyaṇā kṛṣṇa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gōvindā mādhavā harē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Narayana, Govinda, Madhava, I take refuge in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kuṫṫam ēṙe uṇḍenikkahō tava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bhakti onnu mātram āśrayam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I have many faults and shortcomings, I have only my devotion to you as my refuge.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kūṭṭin-ārumill-enikkahō sadā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kūḍe ninnu kāttukoḷḷaṇē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I have no one else to call my own, Krishna, be with me always, and protect me!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kṛṣṇa kṛṣṇa nārāyaṇā kṛṣṇa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gōvindā mādhavā harē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Narayana, Govinda, Madhava, I take refuge in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kēḷi kēṭṭa sādhu-rakṣakā mama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dēhabōdha-bādha nīkkaṇē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You are renowned as the protector of the poor and the helpless. Release me from this false identification with the body.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kaitozhunnu kāruṇyāmbudhē tava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kaikaḷ tannu kara-kayaṫṫaṇē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O ocean of compassion! I pray to you with folded palms- extend your hand and lead me safely to the shore of this vast ocean of samsara.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kṛṣṇa kṛṣṇa nārāyaṇā kṛṣṇa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gōvindā mādhavā harē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Narayana, Govinda, Madhava, I take refuge in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kautukaṅgaḷ nīkki enne nī madhu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kaiṭabhāri kāttukoḷḷaṇē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Krishna! You who slew the asuras Madhu and Kaitabha — remove from me the desire for worldly comforts and protect me.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ambujaṅgaḷ kaitozhunnorā pada-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paṅkajaṅgaḷ kaitozhunnitā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humbly bow down at your lotus feet that are worshipped by the blooming lotuses themselves.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kṛṣṇa kṛṣṇa nārāyaṇā kṛṣṇa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gōvindā mādhavā harē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Krishna, Narayana, Govinda, Madhava, I take refuge in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357</Words>
  <Application>Microsoft Office PowerPoint</Application>
  <PresentationFormat>On-screen Show (4:3)</PresentationFormat>
  <Paragraphs>33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kṛṣṇa kṛṣṇa nārāyaṇā kṛṣṇa</vt:lpstr>
      <vt:lpstr>kṛṣṇa kṛṣṇa nārāyaṇā kṛṣṇa gōvindā mādhavā harē</vt:lpstr>
      <vt:lpstr>dīnanātha sundarānanā harē vāsudēva nitya-satyamē</vt:lpstr>
      <vt:lpstr>kṛṣṇa kṛṣṇa nārāyaṇā kṛṣṇa gōvindā mādhavā harē</vt:lpstr>
      <vt:lpstr>karṇikārasūna śōbhitā cala- kaṇṭhahāra sundarāṅgitā</vt:lpstr>
      <vt:lpstr>kāmarūpa cārulōcanā cira- kāmitārtthadāna mōhanā</vt:lpstr>
      <vt:lpstr>kṛṣṇa kṛṣṇa nārāyaṇā kṛṣṇa gōvindā mādhavā harē</vt:lpstr>
      <vt:lpstr>kuṫṫam ēṙe uṇḍenikkahō tava bhakti onnu mātram āśrayam</vt:lpstr>
      <vt:lpstr>kūṭṭin-ārumill-enikkahō sadā kūḍe ninnu kāttukoḷḷaṇē</vt:lpstr>
      <vt:lpstr>kṛṣṇa kṛṣṇa nārāyaṇā kṛṣṇa gōvindā mādhavā harē</vt:lpstr>
      <vt:lpstr>kēḷi kēṭṭa sādhu-rakṣakā mama dēhabōdha-bādha nīkkaṇē</vt:lpstr>
      <vt:lpstr>kaitozhunnu kāruṇyāmbudhē tava kaikaḷ tannu kara-kayaṫṫaṇē</vt:lpstr>
      <vt:lpstr>kṛṣṇa kṛṣṇa nārāyaṇā kṛṣṇa gōvindā mādhavā harē</vt:lpstr>
      <vt:lpstr>kautukaṅgaḷ nīkki enne nī madhu kaiṭabhāri kāttukoḷḷaṇē</vt:lpstr>
      <vt:lpstr>ambujaṅgaḷ kaitozhunnorā pada- paṅkajaṅgaḷ kaitozhunnitā</vt:lpstr>
      <vt:lpstr>kṛṣṇa kṛṣṇa nārāyaṇā kṛṣṇa gōvindā mādhavā harē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kṛṣṇa kṛṣṇa nārāyaṇā kṛṣṇa</dc:title>
  <dc:creator>Amrita</dc:creator>
  <cp:lastModifiedBy>AMMA</cp:lastModifiedBy>
  <cp:revision>2</cp:revision>
  <dcterms:created xsi:type="dcterms:W3CDTF">2025-07-21T10:48:09Z</dcterms:created>
  <dcterms:modified xsi:type="dcterms:W3CDTF">2025-08-01T13:54:16Z</dcterms:modified>
</cp:coreProperties>
</file>