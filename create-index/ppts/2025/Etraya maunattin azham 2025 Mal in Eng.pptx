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57" r:id="rId5"/>
    <p:sldId id="261" r:id="rId6"/>
    <p:sldId id="258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9D831-D1FE-480A-B40A-68A0A8036A1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58924-6856-4222-BA91-CB03DEF268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9D831-D1FE-480A-B40A-68A0A8036A1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58924-6856-4222-BA91-CB03DEF268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9D831-D1FE-480A-B40A-68A0A8036A1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58924-6856-4222-BA91-CB03DEF268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9D831-D1FE-480A-B40A-68A0A8036A1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58924-6856-4222-BA91-CB03DEF268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9D831-D1FE-480A-B40A-68A0A8036A1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58924-6856-4222-BA91-CB03DEF268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9D831-D1FE-480A-B40A-68A0A8036A1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58924-6856-4222-BA91-CB03DEF268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9D831-D1FE-480A-B40A-68A0A8036A1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58924-6856-4222-BA91-CB03DEF268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9D831-D1FE-480A-B40A-68A0A8036A1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58924-6856-4222-BA91-CB03DEF268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9D831-D1FE-480A-B40A-68A0A8036A1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58924-6856-4222-BA91-CB03DEF268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9D831-D1FE-480A-B40A-68A0A8036A1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58924-6856-4222-BA91-CB03DEF268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9D831-D1FE-480A-B40A-68A0A8036A1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58924-6856-4222-BA91-CB03DEF268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69D831-D1FE-480A-B40A-68A0A8036A1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F58924-6856-4222-BA91-CB03DEF268B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7200" dirty="0" err="1" smtClean="0">
                <a:solidFill>
                  <a:srgbClr val="FFFFFF"/>
                </a:solidFill>
                <a:latin typeface="Calibri"/>
              </a:rPr>
              <a:t>etrayā</a:t>
            </a:r>
            <a:r>
              <a:rPr lang="en-US" sz="72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7200" dirty="0" err="1" smtClean="0">
                <a:solidFill>
                  <a:srgbClr val="FFFFFF"/>
                </a:solidFill>
                <a:latin typeface="Calibri"/>
              </a:rPr>
              <a:t>maunattin-āzham</a:t>
            </a:r>
            <a:endParaRPr lang="en-US" sz="72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dirty="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IN" sz="4500" dirty="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45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etrayā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maunattin-āzham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aṙivīla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-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aṙiyāte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manavum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ēkāntamāyi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dirty="0" smtClean="0">
                <a:solidFill>
                  <a:srgbClr val="FFFF00"/>
                </a:solidFill>
                <a:latin typeface="Calibri"/>
              </a:rPr>
              <a:t>I do not know the depths of silence, yet the mind grew still on its own. </a:t>
            </a:r>
            <a:endParaRPr lang="en-US" sz="60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niśśabda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cittattil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ānandam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etrayō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-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mūkamāy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layam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ārnnu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niścalatvam</a:t>
            </a:r>
            <a:endParaRPr lang="en-US" sz="60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400" dirty="0" smtClean="0">
                <a:solidFill>
                  <a:srgbClr val="FFFF00"/>
                </a:solidFill>
                <a:latin typeface="Calibri"/>
              </a:rPr>
              <a:t>In the silence of the heart, great bliss abides—silent, still, and merged in oneness.</a:t>
            </a:r>
            <a:endParaRPr lang="en-US" sz="54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ā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mauna-vīthiyil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mozhikaḷ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maṙayunnō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ēkānta-cittattil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vilayiccuvō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400" dirty="0" smtClean="0">
                <a:solidFill>
                  <a:srgbClr val="FFFF00"/>
                </a:solidFill>
                <a:latin typeface="Calibri"/>
              </a:rPr>
              <a:t>Did I forget words on this path of silence? Or did they dissolve into my silent heart? </a:t>
            </a:r>
            <a:endParaRPr lang="en-US" sz="54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eviḍēyō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uṇma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tan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vērukaḷ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tēḍavē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amṛta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tīratt-onnu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cērnn-aṇaññō</a:t>
            </a:r>
            <a:endParaRPr lang="en-US" sz="60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dirty="0" smtClean="0">
                <a:solidFill>
                  <a:srgbClr val="FFFF00"/>
                </a:solidFill>
                <a:latin typeface="Calibri"/>
              </a:rPr>
              <a:t>In seeking the roots of eternal truth, did I arrive at the shores of immortality?</a:t>
            </a:r>
            <a:endParaRPr lang="en-US" sz="60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amma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tan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makkaḷkku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vazhi-viḷakk-ākavē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-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nistula-śānti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pakarnniḍunnō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?</a:t>
            </a:r>
            <a:endParaRPr lang="en-US" sz="60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dirty="0" smtClean="0">
                <a:solidFill>
                  <a:srgbClr val="FFFF00"/>
                </a:solidFill>
                <a:latin typeface="Calibri"/>
              </a:rPr>
              <a:t>Mother—the guiding star of her children—will she grant us matchless peace? </a:t>
            </a:r>
            <a:endParaRPr lang="en-US" sz="60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aṙiyīla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eṅkilum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nukarunnu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ñānum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ā -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amṛta-kṛpā-varṣa-dhārayuḷḷil</a:t>
            </a:r>
            <a:endParaRPr lang="en-US" sz="60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dirty="0" smtClean="0">
                <a:solidFill>
                  <a:srgbClr val="FFFF00"/>
                </a:solidFill>
                <a:latin typeface="Calibri"/>
              </a:rPr>
              <a:t>I do not know, yet within me flows the stream of her ambrosial grace.</a:t>
            </a:r>
            <a:endParaRPr lang="en-US" sz="60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147</Words>
  <Application>Microsoft Office PowerPoint</Application>
  <PresentationFormat>On-screen Show (4:3)</PresentationFormat>
  <Paragraphs>15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etrayā maunattin-āzham</vt:lpstr>
      <vt:lpstr>etrayā maunattin-āzham aṙivīla - aṙiyāte manavum ēkāntamāyi</vt:lpstr>
      <vt:lpstr>niśśabda cittattil ānandam etrayō - mūkamāy layam ārnnu niścalatvam</vt:lpstr>
      <vt:lpstr>ā mauna-vīthiyil mozhikaḷ maṙayunnō ēkānta-cittattil vilayiccuvō</vt:lpstr>
      <vt:lpstr>eviḍēyō uṇma tan vērukaḷ tēḍavē  amṛta tīratt-onnu cērnn-aṇaññō</vt:lpstr>
      <vt:lpstr>amma tan makkaḷkku vazhi-viḷakk-ākavē - nistula-śānti pakarnniḍunnō?</vt:lpstr>
      <vt:lpstr>aṙiyīla eṅkilum nukarunnu ñānum ā - amṛta-kṛpā-varṣa-dhārayuḷḷil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etrayā maunattin-āzham</dc:title>
  <dc:creator>Amrita</dc:creator>
  <cp:lastModifiedBy>Amrita</cp:lastModifiedBy>
  <cp:revision>1</cp:revision>
  <dcterms:created xsi:type="dcterms:W3CDTF">2025-06-02T11:19:27Z</dcterms:created>
  <dcterms:modified xsi:type="dcterms:W3CDTF">2025-06-02T11:23:49Z</dcterms:modified>
</cp:coreProperties>
</file>