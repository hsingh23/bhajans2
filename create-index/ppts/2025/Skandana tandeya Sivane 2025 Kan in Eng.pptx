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3E6F-CE6F-45E8-9EDB-E11249AFBFAB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562C-05BF-4192-ABD7-095F110383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3E6F-CE6F-45E8-9EDB-E11249AFBFAB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562C-05BF-4192-ABD7-095F110383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3E6F-CE6F-45E8-9EDB-E11249AFBFAB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562C-05BF-4192-ABD7-095F110383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3E6F-CE6F-45E8-9EDB-E11249AFBFAB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562C-05BF-4192-ABD7-095F110383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3E6F-CE6F-45E8-9EDB-E11249AFBFAB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562C-05BF-4192-ABD7-095F110383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3E6F-CE6F-45E8-9EDB-E11249AFBFAB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562C-05BF-4192-ABD7-095F110383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3E6F-CE6F-45E8-9EDB-E11249AFBFAB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562C-05BF-4192-ABD7-095F110383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3E6F-CE6F-45E8-9EDB-E11249AFBFAB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562C-05BF-4192-ABD7-095F110383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3E6F-CE6F-45E8-9EDB-E11249AFBFAB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562C-05BF-4192-ABD7-095F110383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3E6F-CE6F-45E8-9EDB-E11249AFBFAB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562C-05BF-4192-ABD7-095F110383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3E6F-CE6F-45E8-9EDB-E11249AFBFAB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3562C-05BF-4192-ABD7-095F110383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63E6F-CE6F-45E8-9EDB-E11249AFBFAB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3562C-05BF-4192-ABD7-095F110383A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skandana tandeye śivanē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(Kannada)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skandana tandeye śivanē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hērambana pitanē haranē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Skanda’s father, you are Shiva—also the father of Ganesha, you are Hara.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uragabhūṣaṇa umā-mahēśane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kṣayisu namma prārabdhagaḷa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hōgalāḍisu duritagaḷa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Adorned with serpents, O consort of Uma, may you destroy the effects of our past karmas and dispel the miseries we carry.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mārkaṇḍēyana amaranāgiside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bēḍara kaṇṇappana bhaktige maṇide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made Markandeya immortal and became overpowered by the devotion of Kanappa the hunter-saint.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pinākapāṇi ḍamaruga dhāri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dayāsāgara dīnōddhāri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Wielder of the Pinaka bow, bearer of the damaru drum, ocean of compassion, uplifter of the downtrodden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lōkadi śāntiya mūḍisu nī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moḷagali ninnaya jayadhvani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—may peace spread through the world by your will. Let the victorious sound of your praise resound everywhere.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śiva śiva śaṅkara śambhō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bhava bhaya hara svayambhō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Shiva, Shankara, Shambho! Remover of the fear of worldly existence, O self-born One!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kṣīra sāgarada manthana samayadi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odagida hālāhalava hīride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During the churning of the ocean of milk, you drank the poison that arose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nīlakaṇṭhanemba birudanu gaḷisi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trilōkadoḷu prakhyātanāde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— thus you earned the name Nilakantha, the blue-throated one, and became renowned throughout the three worlds.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jaya jaya jaya śrī bhavāni śaṅkara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tryambaka mṛtyuñjayane namō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Victory, victory to Sri Bhavani’s consort Lord Shankara, to the three eyed One, the conqueror of death—salutations to you!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207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skandana tandeye śivanē</vt:lpstr>
      <vt:lpstr>skandana tandeye śivanē hērambana pitanē haranē</vt:lpstr>
      <vt:lpstr>uragabhūṣaṇa umā-mahēśane kṣayisu namma prārabdhagaḷa hōgalāḍisu duritagaḷa</vt:lpstr>
      <vt:lpstr>mārkaṇḍēyana amaranāgiside bēḍara kaṇṇappana bhaktige maṇide</vt:lpstr>
      <vt:lpstr>pinākapāṇi ḍamaruga dhāri dayāsāgara dīnōddhāri</vt:lpstr>
      <vt:lpstr>lōkadi śāntiya mūḍisu nī moḷagali ninnaya jayadhvani</vt:lpstr>
      <vt:lpstr>śiva śiva śaṅkara śambhō bhava bhaya hara svayambhō</vt:lpstr>
      <vt:lpstr>kṣīra sāgarada manthana samayadi odagida hālāhalava hīride</vt:lpstr>
      <vt:lpstr>nīlakaṇṭhanemba birudanu gaḷisi trilōkadoḷu prakhyātanāde</vt:lpstr>
      <vt:lpstr>jaya jaya jaya śrī bhavāni śaṅkara tryambaka mṛtyuñjayane namō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skandana tandeye śivanē</dc:title>
  <dc:creator>Amrita</dc:creator>
  <cp:lastModifiedBy>Amrita</cp:lastModifiedBy>
  <cp:revision>1</cp:revision>
  <dcterms:created xsi:type="dcterms:W3CDTF">2025-06-28T11:01:19Z</dcterms:created>
  <dcterms:modified xsi:type="dcterms:W3CDTF">2025-06-28T11:03:12Z</dcterms:modified>
</cp:coreProperties>
</file>