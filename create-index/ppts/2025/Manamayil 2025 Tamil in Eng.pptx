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F3F4F-96B6-4FB7-908F-CC67F9D765AD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5CBF9-430E-46F6-9711-930191A197F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F3F4F-96B6-4FB7-908F-CC67F9D765AD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5CBF9-430E-46F6-9711-930191A197F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F3F4F-96B6-4FB7-908F-CC67F9D765AD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5CBF9-430E-46F6-9711-930191A197F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F3F4F-96B6-4FB7-908F-CC67F9D765AD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5CBF9-430E-46F6-9711-930191A197F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F3F4F-96B6-4FB7-908F-CC67F9D765AD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5CBF9-430E-46F6-9711-930191A197F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F3F4F-96B6-4FB7-908F-CC67F9D765AD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5CBF9-430E-46F6-9711-930191A197F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F3F4F-96B6-4FB7-908F-CC67F9D765AD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5CBF9-430E-46F6-9711-930191A197F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F3F4F-96B6-4FB7-908F-CC67F9D765AD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5CBF9-430E-46F6-9711-930191A197F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F3F4F-96B6-4FB7-908F-CC67F9D765AD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5CBF9-430E-46F6-9711-930191A197F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F3F4F-96B6-4FB7-908F-CC67F9D765AD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5CBF9-430E-46F6-9711-930191A197F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F3F4F-96B6-4FB7-908F-CC67F9D765AD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5CBF9-430E-46F6-9711-930191A197F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9F3F4F-96B6-4FB7-908F-CC67F9D765AD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B5CBF9-430E-46F6-9711-930191A197F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manamayil untan varavinai nōkki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(Tamil)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manamayil untan varavinai nōkki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pazhamutir-cōlaiyil kāttirukkum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Like a peacock in the groves, my mind waits for your arrival.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manam kavar murugā nī vantu amara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makizhvuḍan vānil siṙak-aḍikkum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O Muruga, who steals the mind, once you come and dwell within, it will soar in the sky with joy.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300" smtClean="0">
                <a:solidFill>
                  <a:srgbClr val="FFFFFF"/>
                </a:solidFill>
                <a:latin typeface="Calibri"/>
              </a:rPr>
              <a:t>kanavinil vantu maṇimaṇiyāka</a:t>
            </a:r>
            <a:br>
              <a:rPr lang="en-US" sz="6300" smtClean="0">
                <a:solidFill>
                  <a:srgbClr val="FFFFFF"/>
                </a:solidFill>
                <a:latin typeface="Calibri"/>
              </a:rPr>
            </a:br>
            <a:r>
              <a:rPr lang="en-US" sz="6300" smtClean="0">
                <a:solidFill>
                  <a:srgbClr val="FFFFFF"/>
                </a:solidFill>
                <a:latin typeface="Calibri"/>
              </a:rPr>
              <a:t>kanimozhi pēsum kantavēlā</a:t>
            </a:r>
            <a:endParaRPr lang="en-US" sz="63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Lord Vela! You come in my dreams, and speak sweet, gentle words.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nanavilum untan nanmozhi kēṭṭu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nān koṇḍa piṙavi nalam peṙaṭṭum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Likewise, may my life find its purpose by hearing your blessed words even in my waking state.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vēlavā tutikaḷ pāḍavā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manamum nāḍavā makizhntu āḍiḍavā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400" smtClean="0">
                <a:solidFill>
                  <a:srgbClr val="FFFF00"/>
                </a:solidFill>
                <a:latin typeface="Calibri"/>
              </a:rPr>
              <a:t>O Vela! May I sing your praises, may my mind seek you, may I dance in joy.</a:t>
            </a:r>
            <a:endParaRPr lang="en-US" sz="64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vēlavā viraivil nāḍivā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kuṙaiyum tīravā enaiyum āḷavā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O Vela! Come quickly and seek me out, remove all my shortcomings, and make me yours…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700" smtClean="0">
                <a:solidFill>
                  <a:srgbClr val="FFFFFF"/>
                </a:solidFill>
                <a:latin typeface="Calibri"/>
              </a:rPr>
              <a:t>tiruppukazh pāḍi tiruppaṇi seyyum</a:t>
            </a:r>
            <a:br>
              <a:rPr lang="en-US" sz="5700" smtClean="0">
                <a:solidFill>
                  <a:srgbClr val="FFFFFF"/>
                </a:solidFill>
                <a:latin typeface="Calibri"/>
              </a:rPr>
            </a:br>
            <a:r>
              <a:rPr lang="en-US" sz="5700" smtClean="0">
                <a:solidFill>
                  <a:srgbClr val="FFFFFF"/>
                </a:solidFill>
                <a:latin typeface="Calibri"/>
              </a:rPr>
              <a:t>aḍiyavar uṙavē amaintiḍaṭṭum</a:t>
            </a:r>
            <a:endParaRPr lang="en-US" sz="57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May I be in the company of devotees who sing the Tiruppukazh and perform sacred service;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vaḷḷi daivānai sērntamar katirvēlā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tīrāta vinaikaḷ tīrntiḍaṭṭum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O Muruga, radiant as the sun, united with Valli and Daivanai, may my endless karmas be brought to an end!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191</Words>
  <Application>Microsoft Office PowerPoint</Application>
  <PresentationFormat>On-screen Show (4:3)</PresentationFormat>
  <Paragraphs>19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manamayil untan varavinai nōkki</vt:lpstr>
      <vt:lpstr>manamayil untan varavinai nōkki pazhamutir-cōlaiyil kāttirukkum</vt:lpstr>
      <vt:lpstr>manam kavar murugā nī vantu amara makizhvuḍan vānil siṙak-aḍikkum</vt:lpstr>
      <vt:lpstr>kanavinil vantu maṇimaṇiyāka kanimozhi pēsum kantavēlā</vt:lpstr>
      <vt:lpstr>nanavilum untan nanmozhi kēṭṭu nān koṇḍa piṙavi nalam peṙaṭṭum</vt:lpstr>
      <vt:lpstr>vēlavā tutikaḷ pāḍavā manamum nāḍavā makizhntu āḍiḍavā</vt:lpstr>
      <vt:lpstr>vēlavā viraivil nāḍivā kuṙaiyum tīravā enaiyum āḷavā</vt:lpstr>
      <vt:lpstr>tiruppukazh pāḍi tiruppaṇi seyyum aḍiyavar uṙavē amaintiḍaṭṭum</vt:lpstr>
      <vt:lpstr>vaḷḷi daivānai sērntamar katirvēlā tīrāta vinaikaḷ tīrntiḍaṭṭum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manamayil untan varavinai nōkki</dc:title>
  <dc:creator>Amrita</dc:creator>
  <cp:lastModifiedBy>Amrita</cp:lastModifiedBy>
  <cp:revision>1</cp:revision>
  <dcterms:created xsi:type="dcterms:W3CDTF">2025-06-17T17:27:50Z</dcterms:created>
  <dcterms:modified xsi:type="dcterms:W3CDTF">2025-06-17T17:29:27Z</dcterms:modified>
</cp:coreProperties>
</file>