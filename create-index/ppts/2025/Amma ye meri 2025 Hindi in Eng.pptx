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1647B-7F1C-4659-BB39-8CA2AA37331D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30889-0D5F-49D3-86AE-2141BB6E7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 yē mērī jīvan savāri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 yē mērī jīvan savāri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tērē hi dar pē rōk lēnā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Mother, you are the one who has shaped my life. Keep me at your doorstep,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kahīṅ yē – āgē na baṭ jāē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kabhi yē – pīchē na muṭ pāē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so I may go no further ahead, nor ever fall behind.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tērī caraṇōṅ sē bāndh lēnā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dirty="0" smtClean="0">
                <a:solidFill>
                  <a:srgbClr val="FFFF00"/>
                </a:solidFill>
                <a:latin typeface="Calibri"/>
              </a:rPr>
              <a:t>Bind </a:t>
            </a:r>
            <a:r>
              <a:rPr lang="en-US" sz="6300" dirty="0" smtClean="0">
                <a:solidFill>
                  <a:srgbClr val="FFFF00"/>
                </a:solidFill>
                <a:latin typeface="Calibri"/>
              </a:rPr>
              <a:t>me to your holy feet.</a:t>
            </a:r>
            <a:endParaRPr lang="en-US" sz="63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janam janam kī kaṭhin ḍagar sē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tērī dar par ātē haiṅ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From the difficult paths of many lifetimes, we have come to your door.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caraṇōṅ meiṅ tērē ṭhahar milē jab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dukh-sāgar tar pāte haiṅ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we find rest at your feet, we are able to cross the ocean of sorrow.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māyāpāś kī bandhan khōl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sab visrā kē ammā bōl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Undo the bonds of the net of illusion, and forgetting everything, call out—Mother,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ammā ammā cāmuṇḍēśvari mā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ammā ammā cintapūrṇī mā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 Chamundeshwari, Mother, Mother Chintapurni.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tērī caraṇōṅ mē sthān dēnā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tērī caraṇōṅ sē bāndh lēnā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Give me a place at your feet, bind me to your holy 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 yē mērī jīvan savāri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tērē hi dar pē rōk lēnā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Mother, you are the one who has shaped my life. Keep me at your doorstep,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sāñj ḍhaḷe ham pañcī lauṭē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ammā-vṛkṣ meiṅ ātē haiṅ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evening falls, we birds return and come to rest in the Mother-tree.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śākhā-śākhā nīṭ banākar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sukh-śānti kō pātē haiṅ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From branch to branch we make our nests, and find comfort and peace.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saccidānanda apnē meiṅ ghōl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sab visrā kē ammā bōl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Dissolve me into your own being of existence, consciousness, and bliss; and forgetting everything, call out—Mother,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ammā ammā hē baglā dēvi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ammā ammā harsiddhi dēvi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 Bagla Devi, Mother, Mother Harsiddhi Devi.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tērī caraṇōṅ meiṅ sthān dēnā 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tērī caraṇōṅ sē bāndh lēnā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Give me a place at your feet, bind me to your holy 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 yē mērī jīvan savāri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tērē hi dar pē rōk lēnā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Mother, you are the one who has shaped my life. Keep me at your doorstep,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ammā ammā cāmuṇḍēśvari mā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ammā ammā cintpūrṇi mā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Mother, Mother Chamundeshwari, Mother, Mother Chintapurni,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ammā ammā hē baglā dēvī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ammā ammā harsiddhi dēvī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Mother Bagla Devi, Mother, Mother Harsiddhi Devi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tērī caraṇōṅ meiṅ sthān dēnā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tērī caraṇōṅ sē bāndh lēnā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—give me a place at your feet, bind me to your holy 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352</Words>
  <Application>Microsoft Office PowerPoint</Application>
  <PresentationFormat>On-screen Show (4:3)</PresentationFormat>
  <Paragraphs>39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ammā yē mērī jīvan savāri</vt:lpstr>
      <vt:lpstr>ammā yē mērī jīvan savāri tērē hi dar pē rōk lēnā</vt:lpstr>
      <vt:lpstr>kahīṅ yē – āgē na baṭ jāē kabhi yē – pīchē na muṭ pāē</vt:lpstr>
      <vt:lpstr>tērī caraṇōṅ sē bāndh lēnā</vt:lpstr>
      <vt:lpstr>janam janam kī kaṭhin ḍagar sē  tērī dar par ātē haiṅ</vt:lpstr>
      <vt:lpstr>caraṇōṅ meiṅ tērē ṭhahar milē jab dukh-sāgar tar pāte haiṅ</vt:lpstr>
      <vt:lpstr>māyāpāś kī bandhan khōl sab visrā kē ammā bōl</vt:lpstr>
      <vt:lpstr>ammā ammā cāmuṇḍēśvari mā ammā ammā cintapūrṇī mā</vt:lpstr>
      <vt:lpstr>tērī caraṇōṅ mē sthān dēnā tērī caraṇōṅ sē bāndh lēnā</vt:lpstr>
      <vt:lpstr>ammā yē mērī jīvan savāri tērē hi dar pē rōk lēnā</vt:lpstr>
      <vt:lpstr>sāñj ḍhaḷe ham pañcī lauṭē ammā-vṛkṣ meiṅ ātē haiṅ</vt:lpstr>
      <vt:lpstr>śākhā-śākhā nīṭ banākar  sukh-śānti kō pātē haiṅ</vt:lpstr>
      <vt:lpstr>saccidānanda apnē meiṅ ghōl  sab visrā kē ammā bōl</vt:lpstr>
      <vt:lpstr>ammā ammā hē baglā dēvi ammā ammā harsiddhi dēvi</vt:lpstr>
      <vt:lpstr>tērī caraṇōṅ meiṅ sthān dēnā  tērī caraṇōṅ sē bāndh lēnā</vt:lpstr>
      <vt:lpstr>ammā yē mērī jīvan savāri tērē hi dar pē rōk lēnā</vt:lpstr>
      <vt:lpstr>ammā ammā cāmuṇḍēśvari mā ammā ammā cintpūrṇi mā</vt:lpstr>
      <vt:lpstr>ammā ammā hē baglā dēvī ammā ammā harsiddhi dēvī</vt:lpstr>
      <vt:lpstr>tērī caraṇōṅ meiṅ sthān dēnā tērī caraṇōṅ sē bāndh lēnā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ammā yē mērī jīvan savāri</dc:title>
  <dc:creator>Amrita</dc:creator>
  <cp:lastModifiedBy>Amrita</cp:lastModifiedBy>
  <cp:revision>2</cp:revision>
  <dcterms:created xsi:type="dcterms:W3CDTF">2025-08-09T05:56:47Z</dcterms:created>
  <dcterms:modified xsi:type="dcterms:W3CDTF">2025-08-09T06:08:16Z</dcterms:modified>
</cp:coreProperties>
</file>