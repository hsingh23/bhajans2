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F95A4-2EDC-4830-A4B0-894F2770864C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5AA85-D30B-4730-8DEE-0445FFCA2F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F95A4-2EDC-4830-A4B0-894F2770864C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5AA85-D30B-4730-8DEE-0445FFCA2F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F95A4-2EDC-4830-A4B0-894F2770864C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5AA85-D30B-4730-8DEE-0445FFCA2F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F95A4-2EDC-4830-A4B0-894F2770864C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5AA85-D30B-4730-8DEE-0445FFCA2F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F95A4-2EDC-4830-A4B0-894F2770864C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5AA85-D30B-4730-8DEE-0445FFCA2F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F95A4-2EDC-4830-A4B0-894F2770864C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5AA85-D30B-4730-8DEE-0445FFCA2F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F95A4-2EDC-4830-A4B0-894F2770864C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5AA85-D30B-4730-8DEE-0445FFCA2F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F95A4-2EDC-4830-A4B0-894F2770864C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5AA85-D30B-4730-8DEE-0445FFCA2F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F95A4-2EDC-4830-A4B0-894F2770864C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5AA85-D30B-4730-8DEE-0445FFCA2F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F95A4-2EDC-4830-A4B0-894F2770864C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5AA85-D30B-4730-8DEE-0445FFCA2F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F95A4-2EDC-4830-A4B0-894F2770864C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5AA85-D30B-4730-8DEE-0445FFCA2F9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F95A4-2EDC-4830-A4B0-894F2770864C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75AA85-D30B-4730-8DEE-0445FFCA2F9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mujhē apnā banā lō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mujhē apnā banā lō mērī mā…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mērī mā… mērī mā…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Mother, make me your own... O Mother, my Mother.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har dam tērē sāth rahūṅ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tērē binā maiṅ jī nā sakūṅ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Always let me remain with you, for without you I cannot live.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andhiyārē jīvan meiṅ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pyār kā dīp jalā dē…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pyār kā dīp jalā dē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the darkness of this life, light the lamp of love,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mērī mā… mērī mā…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kitnē sāvan baras gayē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maiyā tērī yādōṅ meiṅ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So many monsoons have passed, Mother, while I remained absorbed in your memories.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yē nayanā taras rahē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ab tō darśan dē dē…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ab tō darśan dē dē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These eyes are longing, waiting with yearning. Now at least, grant me your vision… now at least, reveal yourself. 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mērī mā… mērī mā…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 my Mother…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jab tak jīvan caltā rahē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nit tērī ham pūjā karēṅ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As long as life continues, I will worship you every day. As long as life continues, I will worship you every day.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tērī dayā hō mūjh par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tū mujhē pās bulā lē…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tū mujhē pās bulā lē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Let your compassion be upon me, and call me close to you,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mērī mā… mērī mā…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mujhē apnā banā lō mērī mā…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mērī mā… mērī mā…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make me your own.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198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mujhē apnā banā lō</vt:lpstr>
      <vt:lpstr>mujhē apnā banā lō mērī mā… mērī mā… mērī mā…</vt:lpstr>
      <vt:lpstr>har dam tērē sāth rahūṅ tērē binā maiṅ jī nā sakūṅ</vt:lpstr>
      <vt:lpstr>andhiyārē jīvan meiṅ pyār kā dīp jalā dē… pyār kā dīp jalā dē</vt:lpstr>
      <vt:lpstr>mērī mā… mērī mā…</vt:lpstr>
      <vt:lpstr>kitnē sāvan baras gayē maiyā tērī yādōṅ meiṅ</vt:lpstr>
      <vt:lpstr>yē nayanā taras rahē ab tō darśan dē dē… ab tō darśan dē dē</vt:lpstr>
      <vt:lpstr>mērī mā… mērī mā…</vt:lpstr>
      <vt:lpstr>jab tak jīvan caltā rahē nit tērī ham pūjā karēṅ</vt:lpstr>
      <vt:lpstr>tērī dayā hō mūjh par tū mujhē pās bulā lē… tū mujhē pās bulā lē</vt:lpstr>
      <vt:lpstr>mērī mā… mērī mā…</vt:lpstr>
      <vt:lpstr>mujhē apnā banā lō mērī mā…  mērī mā… mērī mā…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mujhē apnā banā lō</dc:title>
  <dc:creator>Amrita</dc:creator>
  <cp:lastModifiedBy>Amrita</cp:lastModifiedBy>
  <cp:revision>1</cp:revision>
  <dcterms:created xsi:type="dcterms:W3CDTF">2025-09-09T10:40:10Z</dcterms:created>
  <dcterms:modified xsi:type="dcterms:W3CDTF">2025-09-09T10:42:21Z</dcterms:modified>
</cp:coreProperties>
</file>