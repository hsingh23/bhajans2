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803E5-5024-405A-8F55-7B12BA48B84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22B6B-FA59-4107-9665-1242EAF8D9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803E5-5024-405A-8F55-7B12BA48B84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22B6B-FA59-4107-9665-1242EAF8D9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803E5-5024-405A-8F55-7B12BA48B84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22B6B-FA59-4107-9665-1242EAF8D9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803E5-5024-405A-8F55-7B12BA48B84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22B6B-FA59-4107-9665-1242EAF8D9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803E5-5024-405A-8F55-7B12BA48B84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22B6B-FA59-4107-9665-1242EAF8D9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803E5-5024-405A-8F55-7B12BA48B84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22B6B-FA59-4107-9665-1242EAF8D9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803E5-5024-405A-8F55-7B12BA48B84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22B6B-FA59-4107-9665-1242EAF8D9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803E5-5024-405A-8F55-7B12BA48B84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22B6B-FA59-4107-9665-1242EAF8D9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803E5-5024-405A-8F55-7B12BA48B84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22B6B-FA59-4107-9665-1242EAF8D9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803E5-5024-405A-8F55-7B12BA48B84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22B6B-FA59-4107-9665-1242EAF8D9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803E5-5024-405A-8F55-7B12BA48B84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22B6B-FA59-4107-9665-1242EAF8D9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D803E5-5024-405A-8F55-7B12BA48B84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22B6B-FA59-4107-9665-1242EAF8D9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kiṇu saṅg khēlūṅ hōlī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(Marwari)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kiṇu saṅg khēlūṅ hōlī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piyā taj gayē haiṅ akēlī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With whom can I play Holi now that my beloved has left me and I am alone?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māṇika mōtī sab ham chōḍē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gal meiṅ pahanī sēlī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I have given up all my jewels and pearls and wear only a simple necklace.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bhōjan bhavan bhalō nahīṅ lāgī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piyā kāraṇ bhayī rē akēlī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dining halls no longer please me; because of my beloved I am left solitary.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mujhē dūrī kyōṅ mēlī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piyā taj gayē haiṅ akēlī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Why has this distance come between us? My beloved has left me and I am alone,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kiṇu saṅg khēlūṅ hōlī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and I have no one with whom to play Holi.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ab tum prīt avarō sū jōḍī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ham sē karī… kyōṅ pahēlī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Now that you have bestowed your love on another, why do you leave me so bewildered?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bahu din bītē ajahuṅ na āyē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lag rahī tālā bēlī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Many days have passed, and you have not returned. I am distraught, wondering where your affections are now.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kin bil mā yē hēlī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piyā taj gayē haiṅ akēlī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kiṇu saṅg khēlūṅ hōḷī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My beloved has left me, and I am alone, with no one to play Holi with.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śyām binā jīyaḍō murjhāvē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jaisē jal bin bēlī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Without Shyam my heart withers like a creeper without water.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mīrā kō prabhu darśan dījō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maiṅ tō janam janam kī cēlī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O Lord, grant Meera your darshan, for I am your servant through countless births.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daraś binā khaḍī duhēlī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piyā taj gayē haiṅ akēlī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Without the sight of you I stand in sorrow. My beloved has left me and I am alone,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kiṇu saṅg khēlūṅ hōḷī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with no one to play Holi with.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</Words>
  <Application>Microsoft Office PowerPoint</Application>
  <PresentationFormat>On-screen Show (4:3)</PresentationFormat>
  <Paragraphs>27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kiṇu saṅg khēlūṅ hōlī</vt:lpstr>
      <vt:lpstr>kiṇu saṅg khēlūṅ hōlī piyā taj gayē haiṅ akēlī</vt:lpstr>
      <vt:lpstr>māṇika mōtī sab ham chōḍē gal meiṅ pahanī sēlī</vt:lpstr>
      <vt:lpstr>bhōjan bhavan bhalō nahīṅ lāgī piyā kāraṇ bhayī rē akēlī</vt:lpstr>
      <vt:lpstr>mujhē dūrī kyōṅ mēlī piyā taj gayē haiṅ akēlī</vt:lpstr>
      <vt:lpstr>kiṇu saṅg khēlūṅ hōlī</vt:lpstr>
      <vt:lpstr>ab tum prīt avarō sū jōḍī ham sē karī… kyōṅ pahēlī</vt:lpstr>
      <vt:lpstr>bahu din bītē ajahuṅ na āyē lag rahī tālā bēlī</vt:lpstr>
      <vt:lpstr>kin bil mā yē hēlī piyā taj gayē haiṅ akēlī kiṇu saṅg khēlūṅ hōḷī</vt:lpstr>
      <vt:lpstr>śyām binā jīyaḍō murjhāvē jaisē jal bin bēlī</vt:lpstr>
      <vt:lpstr>mīrā kō prabhu darśan dījō maiṅ tō janam janam kī cēlī</vt:lpstr>
      <vt:lpstr>daraś binā khaḍī duhēlī piyā taj gayē haiṅ akēlī</vt:lpstr>
      <vt:lpstr>kiṇu saṅg khēlūṅ hōḷī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kiṇu saṅg khēlūṅ hōlī</dc:title>
  <dc:creator>Amrita</dc:creator>
  <cp:lastModifiedBy>Amrita</cp:lastModifiedBy>
  <cp:revision>1</cp:revision>
  <dcterms:created xsi:type="dcterms:W3CDTF">2025-09-22T12:23:03Z</dcterms:created>
  <dcterms:modified xsi:type="dcterms:W3CDTF">2025-09-22T12:23:27Z</dcterms:modified>
</cp:coreProperties>
</file>