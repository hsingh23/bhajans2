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6" r:id="rId2"/>
    <p:sldId id="294" r:id="rId3"/>
    <p:sldId id="295" r:id="rId4"/>
    <p:sldId id="296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75" d="100"/>
          <a:sy n="75" d="100"/>
        </p:scale>
        <p:origin x="-1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neñcukku</a:t>
            </a:r>
            <a:r>
              <a:rPr lang="en-US" sz="6000" dirty="0" smtClean="0"/>
              <a:t> </a:t>
            </a:r>
            <a:r>
              <a:rPr lang="en-US" sz="6000" dirty="0" err="1" smtClean="0"/>
              <a:t>nītiyum</a:t>
            </a:r>
            <a:r>
              <a:rPr lang="en-US" sz="6000" dirty="0" smtClean="0"/>
              <a:t> </a:t>
            </a:r>
            <a:r>
              <a:rPr lang="en-US" sz="6000" dirty="0" err="1" smtClean="0"/>
              <a:t>tōḷukku</a:t>
            </a:r>
            <a:r>
              <a:rPr lang="en-US" sz="6000" dirty="0" smtClean="0"/>
              <a:t> </a:t>
            </a:r>
            <a:r>
              <a:rPr lang="en-US" sz="6000" dirty="0" err="1" smtClean="0"/>
              <a:t>vāḷum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niṙainta</a:t>
            </a:r>
            <a:r>
              <a:rPr lang="en-US" sz="6000" dirty="0" smtClean="0"/>
              <a:t> </a:t>
            </a:r>
            <a:r>
              <a:rPr lang="en-US" sz="6000" dirty="0" err="1" smtClean="0"/>
              <a:t>cuḍarmaṇippūṇ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6000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Bedecked with the radiant ornaments like justice in the heart, valor for shoulders,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pañcukku</a:t>
            </a:r>
            <a:r>
              <a:rPr lang="en-US" sz="6000" dirty="0" smtClean="0"/>
              <a:t> </a:t>
            </a:r>
            <a:r>
              <a:rPr lang="en-US" sz="6000" dirty="0" err="1" smtClean="0"/>
              <a:t>nērpala</a:t>
            </a:r>
            <a:r>
              <a:rPr lang="en-US" sz="6000" dirty="0" smtClean="0"/>
              <a:t> </a:t>
            </a:r>
            <a:r>
              <a:rPr lang="en-US" sz="6000" dirty="0" err="1" smtClean="0"/>
              <a:t>tunpaṅkaḷām</a:t>
            </a:r>
            <a:r>
              <a:rPr lang="en-US" sz="6000" dirty="0" smtClean="0"/>
              <a:t>, </a:t>
            </a:r>
            <a:r>
              <a:rPr lang="en-US" sz="6000" dirty="0" err="1" smtClean="0"/>
              <a:t>ivaḷ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pārvaykku</a:t>
            </a:r>
            <a:r>
              <a:rPr lang="en-US" sz="6000" dirty="0" smtClean="0"/>
              <a:t> </a:t>
            </a:r>
            <a:r>
              <a:rPr lang="en-US" sz="6000" dirty="0" err="1" smtClean="0"/>
              <a:t>nērperuntī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5400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Her children bow down to Her whose very gaze is like a blazing fire in which the cotton of our sorrows burn instantly. 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vañcanayindri</a:t>
            </a:r>
            <a:r>
              <a:rPr lang="en-US" sz="6000" dirty="0" smtClean="0"/>
              <a:t> </a:t>
            </a:r>
            <a:r>
              <a:rPr lang="en-US" sz="6000" dirty="0" err="1" smtClean="0"/>
              <a:t>pakayindri</a:t>
            </a:r>
            <a:r>
              <a:rPr lang="en-US" sz="6000" dirty="0" smtClean="0"/>
              <a:t> </a:t>
            </a:r>
            <a:r>
              <a:rPr lang="en-US" sz="6000" dirty="0" err="1" smtClean="0"/>
              <a:t>sūtindri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vayyaka</a:t>
            </a:r>
            <a:r>
              <a:rPr lang="en-US" sz="6000" dirty="0" smtClean="0"/>
              <a:t> </a:t>
            </a:r>
            <a:r>
              <a:rPr lang="en-US" sz="6000" dirty="0" err="1" smtClean="0"/>
              <a:t>māntarellām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5400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Abandoning treachery, </a:t>
            </a:r>
            <a:r>
              <a:rPr lang="en-US" sz="5400" dirty="0" err="1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enemity</a:t>
            </a:r>
            <a:r>
              <a:rPr lang="en-US" sz="5400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 and deceit, may all beings in the universe, take refuge in Her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tañcamendē</a:t>
            </a:r>
            <a:r>
              <a:rPr lang="en-US" sz="6000" dirty="0" smtClean="0"/>
              <a:t> </a:t>
            </a:r>
            <a:r>
              <a:rPr lang="en-US" sz="6000" dirty="0" err="1" smtClean="0"/>
              <a:t>uṙaippīr</a:t>
            </a:r>
            <a:r>
              <a:rPr lang="en-US" sz="6000" dirty="0" smtClean="0"/>
              <a:t> </a:t>
            </a:r>
            <a:r>
              <a:rPr lang="en-US" sz="6000" dirty="0" err="1" smtClean="0"/>
              <a:t>avaḷ</a:t>
            </a:r>
            <a:r>
              <a:rPr lang="en-US" sz="6000" dirty="0" smtClean="0"/>
              <a:t> </a:t>
            </a:r>
            <a:r>
              <a:rPr lang="en-US" sz="6000" dirty="0" err="1" smtClean="0"/>
              <a:t>pēr</a:t>
            </a:r>
            <a:r>
              <a:rPr lang="en-US" sz="6000" dirty="0" smtClean="0"/>
              <a:t>, </a:t>
            </a:r>
            <a:r>
              <a:rPr lang="en-US" sz="6000" dirty="0" err="1" smtClean="0"/>
              <a:t>śakti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ōm</a:t>
            </a:r>
            <a:r>
              <a:rPr lang="en-US" sz="6000" dirty="0" smtClean="0"/>
              <a:t> </a:t>
            </a:r>
            <a:r>
              <a:rPr lang="en-US" sz="6000" dirty="0" err="1" smtClean="0"/>
              <a:t>śakti</a:t>
            </a:r>
            <a:r>
              <a:rPr lang="en-US" sz="6000" dirty="0" smtClean="0"/>
              <a:t> </a:t>
            </a:r>
            <a:r>
              <a:rPr lang="en-US" sz="6000" dirty="0" err="1" smtClean="0"/>
              <a:t>ōm</a:t>
            </a:r>
            <a:r>
              <a:rPr lang="en-US" sz="6000" dirty="0" smtClean="0"/>
              <a:t> </a:t>
            </a:r>
            <a:r>
              <a:rPr lang="en-US" sz="6000" dirty="0" err="1" smtClean="0"/>
              <a:t>śakti</a:t>
            </a:r>
            <a:r>
              <a:rPr lang="en-US" sz="6000" dirty="0" smtClean="0"/>
              <a:t> </a:t>
            </a:r>
            <a:r>
              <a:rPr lang="en-US" sz="6000" dirty="0" err="1" smtClean="0"/>
              <a:t>ōm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6600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– calling out </a:t>
            </a:r>
            <a:r>
              <a:rPr lang="en-US" sz="6600" dirty="0" err="1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Shakti</a:t>
            </a:r>
            <a:r>
              <a:rPr lang="en-US" sz="6600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 Om </a:t>
            </a:r>
            <a:r>
              <a:rPr lang="en-US" sz="6600" dirty="0" err="1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Shakti</a:t>
            </a:r>
            <a:r>
              <a:rPr lang="en-US" sz="6600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 Om </a:t>
            </a:r>
            <a:r>
              <a:rPr lang="en-US" sz="6600" dirty="0" err="1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Shakti</a:t>
            </a:r>
            <a:r>
              <a:rPr lang="en-US" sz="6600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 Om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nambuvadēvazhiyendre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maṙaitanai</a:t>
            </a:r>
            <a:r>
              <a:rPr lang="en-US" sz="6000" dirty="0" smtClean="0"/>
              <a:t> </a:t>
            </a:r>
            <a:r>
              <a:rPr lang="en-US" sz="6000" dirty="0" err="1" smtClean="0"/>
              <a:t>nāmindru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nambiviṭṭōm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defRPr/>
            </a:pPr>
            <a:r>
              <a:rPr lang="en-US" sz="6600" dirty="0" smtClean="0">
                <a:solidFill>
                  <a:srgbClr val="FFFF00"/>
                </a:solidFill>
              </a:rPr>
              <a:t>We trust the words of the Immaculate Vedas,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kumbiṭṭenēramum</a:t>
            </a:r>
            <a:r>
              <a:rPr lang="en-US" sz="6000" dirty="0" smtClean="0"/>
              <a:t> ‘</a:t>
            </a:r>
            <a:r>
              <a:rPr lang="en-US" sz="6000" dirty="0" err="1" smtClean="0"/>
              <a:t>śakti’yendālunai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kumbiḍuvēn</a:t>
            </a:r>
            <a:r>
              <a:rPr lang="en-US" sz="6000" dirty="0" smtClean="0"/>
              <a:t> </a:t>
            </a:r>
            <a:r>
              <a:rPr lang="en-US" sz="6000" dirty="0" err="1" smtClean="0"/>
              <a:t>manamē</a:t>
            </a:r>
            <a:r>
              <a:rPr lang="en-US" sz="6000" dirty="0" smtClean="0"/>
              <a:t>!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that claim that claim that FIRM faith (</a:t>
            </a:r>
            <a:r>
              <a:rPr lang="en-US" sz="6000" dirty="0" err="1" smtClean="0">
                <a:solidFill>
                  <a:srgbClr val="FFFF00"/>
                </a:solidFill>
              </a:rPr>
              <a:t>Shraddha</a:t>
            </a:r>
            <a:r>
              <a:rPr lang="en-US" sz="6000" dirty="0" smtClean="0">
                <a:solidFill>
                  <a:srgbClr val="FFFF00"/>
                </a:solidFill>
              </a:rPr>
              <a:t>) is the only way to reach the truth.</a:t>
            </a:r>
            <a:endParaRPr lang="en-US" sz="6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ambukkum</a:t>
            </a:r>
            <a:r>
              <a:rPr lang="en-US" sz="6000" dirty="0" smtClean="0"/>
              <a:t> </a:t>
            </a:r>
            <a:r>
              <a:rPr lang="en-US" sz="6000" dirty="0" err="1" smtClean="0"/>
              <a:t>tīkkum</a:t>
            </a:r>
            <a:r>
              <a:rPr lang="en-US" sz="6000" dirty="0" smtClean="0"/>
              <a:t> </a:t>
            </a:r>
            <a:r>
              <a:rPr lang="en-US" sz="6000" dirty="0" err="1" smtClean="0"/>
              <a:t>viḍattukkum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nōvukkum</a:t>
            </a:r>
            <a:r>
              <a:rPr lang="en-US" sz="6000" dirty="0" smtClean="0"/>
              <a:t> </a:t>
            </a:r>
            <a:r>
              <a:rPr lang="en-US" sz="6000" dirty="0" err="1" smtClean="0"/>
              <a:t>accamillāta</a:t>
            </a:r>
            <a:r>
              <a:rPr lang="en-US" sz="6000" dirty="0" smtClean="0"/>
              <a:t> </a:t>
            </a:r>
            <a:r>
              <a:rPr lang="en-US" sz="6000" dirty="0" err="1" smtClean="0"/>
              <a:t>paḍi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In order to be free from fear of weapons, fire, poison and disease – (fear of death due to body identification), we call out to You</a:t>
            </a:r>
            <a:endParaRPr lang="en-US" sz="4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umbarkkum</a:t>
            </a:r>
            <a:r>
              <a:rPr lang="en-US" sz="6000" dirty="0" smtClean="0"/>
              <a:t> </a:t>
            </a:r>
            <a:r>
              <a:rPr lang="en-US" sz="6000" dirty="0" err="1" smtClean="0"/>
              <a:t>imbarkkum</a:t>
            </a:r>
            <a:r>
              <a:rPr lang="en-US" sz="6000" dirty="0" smtClean="0"/>
              <a:t> </a:t>
            </a:r>
            <a:r>
              <a:rPr lang="en-US" sz="6000" dirty="0" err="1" smtClean="0"/>
              <a:t>vāzhvutarum</a:t>
            </a:r>
            <a:r>
              <a:rPr lang="en-US" sz="6000" dirty="0" smtClean="0"/>
              <a:t> </a:t>
            </a:r>
            <a:r>
              <a:rPr lang="en-US" sz="6000" dirty="0" err="1" smtClean="0"/>
              <a:t>patam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ōm</a:t>
            </a:r>
            <a:r>
              <a:rPr lang="en-US" sz="6000" dirty="0" smtClean="0"/>
              <a:t> </a:t>
            </a:r>
            <a:r>
              <a:rPr lang="en-US" sz="6000" dirty="0" err="1" smtClean="0"/>
              <a:t>śakti</a:t>
            </a:r>
            <a:r>
              <a:rPr lang="en-US" sz="6000" dirty="0" smtClean="0"/>
              <a:t> </a:t>
            </a:r>
            <a:r>
              <a:rPr lang="en-US" sz="6000" dirty="0" err="1" smtClean="0"/>
              <a:t>ōm</a:t>
            </a:r>
            <a:r>
              <a:rPr lang="en-US" sz="6000" dirty="0" smtClean="0"/>
              <a:t> </a:t>
            </a:r>
            <a:r>
              <a:rPr lang="en-US" sz="6000" dirty="0" err="1" smtClean="0"/>
              <a:t>śakti</a:t>
            </a:r>
            <a:r>
              <a:rPr lang="en-US" sz="6000" dirty="0" smtClean="0"/>
              <a:t> </a:t>
            </a:r>
            <a:r>
              <a:rPr lang="en-US" sz="6000" dirty="0" err="1" smtClean="0"/>
              <a:t>ōm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– who are the giver of life to the Gods and men – </a:t>
            </a:r>
            <a:r>
              <a:rPr lang="en-US" sz="6000" dirty="0" err="1" smtClean="0">
                <a:solidFill>
                  <a:srgbClr val="FFFF00"/>
                </a:solidFill>
              </a:rPr>
              <a:t>Shakti</a:t>
            </a:r>
            <a:r>
              <a:rPr lang="en-US" sz="6000" dirty="0" smtClean="0">
                <a:solidFill>
                  <a:srgbClr val="FFFF00"/>
                </a:solidFill>
              </a:rPr>
              <a:t> Om </a:t>
            </a:r>
            <a:r>
              <a:rPr lang="en-US" sz="6000" dirty="0" err="1" smtClean="0">
                <a:solidFill>
                  <a:srgbClr val="FFFF00"/>
                </a:solidFill>
              </a:rPr>
              <a:t>Shakti</a:t>
            </a:r>
            <a:r>
              <a:rPr lang="en-US" sz="6000" dirty="0" smtClean="0">
                <a:solidFill>
                  <a:srgbClr val="FFFF00"/>
                </a:solidFill>
              </a:rPr>
              <a:t> Om </a:t>
            </a:r>
            <a:r>
              <a:rPr lang="en-US" sz="6000" dirty="0" err="1" smtClean="0">
                <a:solidFill>
                  <a:srgbClr val="FFFF00"/>
                </a:solidFill>
              </a:rPr>
              <a:t>Shakti</a:t>
            </a:r>
            <a:r>
              <a:rPr lang="en-US" sz="6000" dirty="0" smtClean="0">
                <a:solidFill>
                  <a:srgbClr val="FFFF00"/>
                </a:solidFill>
              </a:rPr>
              <a:t> Om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veḷḷai</a:t>
            </a:r>
            <a:r>
              <a:rPr lang="en-US" sz="6000" dirty="0" smtClean="0"/>
              <a:t> </a:t>
            </a:r>
            <a:r>
              <a:rPr lang="en-US" sz="6000" dirty="0" err="1" smtClean="0"/>
              <a:t>malarmśai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vēdakkarupporuḷāka</a:t>
            </a:r>
            <a:r>
              <a:rPr lang="en-US" sz="6000" dirty="0" smtClean="0"/>
              <a:t> </a:t>
            </a:r>
            <a:r>
              <a:rPr lang="en-US" sz="6000" dirty="0" err="1" smtClean="0"/>
              <a:t>viḷaṅkiḍuvāḷ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Seated on a white Lotus, O beautiful Goddess of knowledge, who is the essence of the Vedas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teḷḷuttamizh</a:t>
            </a:r>
            <a:r>
              <a:rPr lang="en-US" sz="6000" dirty="0" smtClean="0"/>
              <a:t> </a:t>
            </a:r>
            <a:r>
              <a:rPr lang="en-US" sz="6000" dirty="0" err="1" smtClean="0"/>
              <a:t>kalaivāṇi</a:t>
            </a:r>
            <a:r>
              <a:rPr lang="en-US" sz="6000" dirty="0" smtClean="0"/>
              <a:t> </a:t>
            </a:r>
            <a:r>
              <a:rPr lang="en-US" sz="6000" dirty="0" err="1" smtClean="0"/>
              <a:t>ninakkoru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viṇṇappam</a:t>
            </a:r>
            <a:r>
              <a:rPr lang="en-US" sz="6000" dirty="0" smtClean="0"/>
              <a:t> </a:t>
            </a:r>
            <a:r>
              <a:rPr lang="en-US" sz="6000" dirty="0" err="1" smtClean="0"/>
              <a:t>seytiḍuvēn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– I beseech you who speaks poetic Tamil!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eḷḷatanai</a:t>
            </a:r>
            <a:r>
              <a:rPr lang="en-US" sz="6000" dirty="0" smtClean="0"/>
              <a:t> </a:t>
            </a:r>
            <a:r>
              <a:rPr lang="en-US" sz="6000" dirty="0" err="1" smtClean="0"/>
              <a:t>pozhutum</a:t>
            </a:r>
            <a:r>
              <a:rPr lang="en-US" sz="6000" dirty="0" smtClean="0"/>
              <a:t> </a:t>
            </a:r>
            <a:r>
              <a:rPr lang="en-US" sz="6000" dirty="0" err="1" smtClean="0"/>
              <a:t>payanindri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irātendan</a:t>
            </a:r>
            <a:r>
              <a:rPr lang="en-US" sz="6000" dirty="0" smtClean="0"/>
              <a:t> </a:t>
            </a:r>
            <a:r>
              <a:rPr lang="en-US" sz="6000" dirty="0" err="1" smtClean="0"/>
              <a:t>nāvinilē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Let </a:t>
            </a:r>
            <a:r>
              <a:rPr lang="en-US" sz="6000" dirty="0" smtClean="0">
                <a:solidFill>
                  <a:srgbClr val="FFFF00"/>
                </a:solidFill>
              </a:rPr>
              <a:t>not a single moment be useless –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veḷḷamena</a:t>
            </a:r>
            <a:r>
              <a:rPr lang="en-US" sz="6000" dirty="0" smtClean="0"/>
              <a:t> </a:t>
            </a:r>
            <a:r>
              <a:rPr lang="en-US" sz="6000" dirty="0" err="1" smtClean="0"/>
              <a:t>pozhivāy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śaktivēl</a:t>
            </a:r>
            <a:r>
              <a:rPr lang="en-US" sz="6000" dirty="0" smtClean="0"/>
              <a:t> </a:t>
            </a:r>
            <a:r>
              <a:rPr lang="en-US" sz="6000" dirty="0" err="1" smtClean="0"/>
              <a:t>śaktivēl</a:t>
            </a:r>
            <a:r>
              <a:rPr lang="en-US" sz="6000" dirty="0" smtClean="0"/>
              <a:t> </a:t>
            </a:r>
            <a:r>
              <a:rPr lang="en-US" sz="6000" dirty="0" err="1" smtClean="0"/>
              <a:t>śaktivēl</a:t>
            </a:r>
            <a:r>
              <a:rPr lang="en-US" sz="6000" dirty="0" smtClean="0"/>
              <a:t> </a:t>
            </a:r>
            <a:r>
              <a:rPr lang="en-US" sz="6000" dirty="0" err="1" smtClean="0"/>
              <a:t>śaktivēl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Be now present in my tongue – May Your Grace flow torrentially -  </a:t>
            </a:r>
            <a:r>
              <a:rPr lang="en-US" sz="5400" dirty="0" err="1" smtClean="0">
                <a:solidFill>
                  <a:srgbClr val="FFFF00"/>
                </a:solidFill>
              </a:rPr>
              <a:t>Shakti</a:t>
            </a:r>
            <a:r>
              <a:rPr lang="en-US" sz="5400" dirty="0" smtClean="0">
                <a:solidFill>
                  <a:srgbClr val="FFFF00"/>
                </a:solidFill>
              </a:rPr>
              <a:t> Om </a:t>
            </a:r>
            <a:r>
              <a:rPr lang="en-US" sz="5400" dirty="0" err="1" smtClean="0">
                <a:solidFill>
                  <a:srgbClr val="FFFF00"/>
                </a:solidFill>
              </a:rPr>
              <a:t>Shakti</a:t>
            </a:r>
            <a:r>
              <a:rPr lang="en-US" sz="5400" dirty="0" smtClean="0">
                <a:solidFill>
                  <a:srgbClr val="FFFF00"/>
                </a:solidFill>
              </a:rPr>
              <a:t> Om </a:t>
            </a:r>
            <a:r>
              <a:rPr lang="en-US" sz="5400" dirty="0" err="1" smtClean="0">
                <a:solidFill>
                  <a:srgbClr val="FFFF00"/>
                </a:solidFill>
              </a:rPr>
              <a:t>Shakti</a:t>
            </a:r>
            <a:r>
              <a:rPr lang="en-US" sz="5400" dirty="0" smtClean="0">
                <a:solidFill>
                  <a:srgbClr val="FFFF00"/>
                </a:solidFill>
              </a:rPr>
              <a:t> Om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2782</TotalTime>
  <Words>249</Words>
  <Application>Microsoft Office PowerPoint</Application>
  <PresentationFormat>On-screen Show (4:3)</PresentationFormat>
  <Paragraphs>36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neñcukku nītiyum tōḷukku vāḷum niṙainta cuḍarmaṇippūṇ</vt:lpstr>
      <vt:lpstr>pañcukku nērpala tunpaṅkaḷām, ivaḷ pārvaykku nērperuntī</vt:lpstr>
      <vt:lpstr>vañcanayindri pakayindri sūtindri vayyaka māntarellām</vt:lpstr>
      <vt:lpstr>tañcamendē uṙaippīr avaḷ pēr, śakti ōm śakti ōm śakti ōm</vt:lpstr>
      <vt:lpstr>nambuvadēvazhiyendre maṙaitanai nāmindru nambiviṭṭōm</vt:lpstr>
      <vt:lpstr>kumbiṭṭenēramum ‘śakti’yendālunai kumbiḍuvēn manamē!</vt:lpstr>
      <vt:lpstr>ambukkum tīkkum viḍattukkum nōvukkum accamillāta paḍi</vt:lpstr>
      <vt:lpstr>umbarkkum imbarkkum vāzhvutarum patam ōm śakti ōm śakti ōm</vt:lpstr>
      <vt:lpstr>veḷḷai malarmśai vēdakkarupporuḷāka viḷaṅkiḍuvāḷ</vt:lpstr>
      <vt:lpstr>teḷḷuttamizh kalaivāṇi ninakkoru viṇṇappam seytiḍuvēn</vt:lpstr>
      <vt:lpstr>eḷḷatanai pozhutum payanindri irātendan nāvinilē</vt:lpstr>
      <vt:lpstr>veḷḷamena pozhivāy śaktivēl śaktivēl śaktivēl śaktivēl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306</cp:revision>
  <dcterms:created xsi:type="dcterms:W3CDTF">2006-08-16T00:00:00Z</dcterms:created>
  <dcterms:modified xsi:type="dcterms:W3CDTF">2025-02-02T15:38:07Z</dcterms:modified>
</cp:coreProperties>
</file>