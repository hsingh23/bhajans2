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3997-2218-4A00-89A0-5E4C2819A02C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77B-1E18-423C-B7E8-E3692E1BA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3997-2218-4A00-89A0-5E4C2819A02C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77B-1E18-423C-B7E8-E3692E1BA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3997-2218-4A00-89A0-5E4C2819A02C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77B-1E18-423C-B7E8-E3692E1BA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3997-2218-4A00-89A0-5E4C2819A02C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77B-1E18-423C-B7E8-E3692E1BA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3997-2218-4A00-89A0-5E4C2819A02C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77B-1E18-423C-B7E8-E3692E1BA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3997-2218-4A00-89A0-5E4C2819A02C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77B-1E18-423C-B7E8-E3692E1BA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3997-2218-4A00-89A0-5E4C2819A02C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77B-1E18-423C-B7E8-E3692E1BA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3997-2218-4A00-89A0-5E4C2819A02C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77B-1E18-423C-B7E8-E3692E1BA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3997-2218-4A00-89A0-5E4C2819A02C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77B-1E18-423C-B7E8-E3692E1BA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3997-2218-4A00-89A0-5E4C2819A02C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77B-1E18-423C-B7E8-E3692E1BA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3997-2218-4A00-89A0-5E4C2819A02C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477B-1E18-423C-B7E8-E3692E1BA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43997-2218-4A00-89A0-5E4C2819A02C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1477B-1E18-423C-B7E8-E3692E1BA48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pt-BR" sz="6600" smtClean="0">
                <a:solidFill>
                  <a:srgbClr val="FFFFFF"/>
                </a:solidFill>
                <a:latin typeface="Calibri"/>
              </a:rPr>
              <a:t>mil gayā mil gayā darśan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mil gayā mil gayā darśan mujhē mil gayā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mil gayā mil gayā cain mujhē mil gayā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have received it—I have received the divine vision! I have found peace—I have truly received it.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anāth ki rakṣā karne vālī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vijñānī kō jñān dēnē vālī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She who protects the abandoned, who grants wisdom to the wise,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nirbal kō śakti dēnē vālī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bacōṅ ki pyārī dulārī mayyā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who gives strength to the weak, who is the beloved darling of children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ambē mayyā pyārī mayyā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—she is my sweet Mother, my beloved Mother.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janam janam sē ḍhūṇḍhā har din har kṣaṇ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pāyā tō hai is janam mēṅ tujhkō mā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I searched for you through many lifetimes, every single day and every single moment—and now, in this very birth, I have finally found you, O Mother.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mil gayā mil gayā darśan mujhē mil gayā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khil gayā khil gayā hṛdaya-kamal khil gayā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have received it—I have received your darshan! My heart-lotus has blossomed in full bloom with joy and love.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phūlōṅ kī mahak se… galē lagāke…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karuṇā sē… muskurākē…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With the fragrance of flowers, with a loving embrace, with compassion and a gentle smile,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dil kī bāt sunkē hal nikālā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you listened to the deepest feelings of my heart and brought resolution to my pain.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mil gayā mil gayā darśan mujhē mil gayā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miṭ gayā miṭ gayā dard mērā miṭ gayā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have received it—I have truly received your darshan. My sorrow has been wiped away—completely gone.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mil gayā mil gayā darśan</vt:lpstr>
      <vt:lpstr>mil gayā mil gayā darśan mujhē mil gayā mil gayā mil gayā cain mujhē mil gayā</vt:lpstr>
      <vt:lpstr>anāth ki rakṣā karne vālī vijñānī kō jñān dēnē vālī</vt:lpstr>
      <vt:lpstr>nirbal kō śakti dēnē vālī bacōṅ ki pyārī dulārī mayyā</vt:lpstr>
      <vt:lpstr>ambē mayyā pyārī mayyā</vt:lpstr>
      <vt:lpstr>janam janam sē ḍhūṇḍhā har din har kṣaṇ pāyā tō hai is janam mēṅ tujhkō mā</vt:lpstr>
      <vt:lpstr>mil gayā mil gayā darśan mujhē mil gayā khil gayā khil gayā hṛdaya-kamal khil gayā</vt:lpstr>
      <vt:lpstr>phūlōṅ kī mahak se… galē lagāke… karuṇā sē… muskurākē…</vt:lpstr>
      <vt:lpstr>dil kī bāt sunkē hal nikālā</vt:lpstr>
      <vt:lpstr>mil gayā mil gayā darśan mujhē mil gayā miṭ gayā miṭ gayā dard mērā miṭ gayā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 gayā mil gayā darśan</dc:title>
  <dc:creator>Amrita</dc:creator>
  <cp:lastModifiedBy>Amrita</cp:lastModifiedBy>
  <cp:revision>1</cp:revision>
  <dcterms:created xsi:type="dcterms:W3CDTF">2025-07-18T10:57:35Z</dcterms:created>
  <dcterms:modified xsi:type="dcterms:W3CDTF">2025-07-18T10:58:18Z</dcterms:modified>
</cp:coreProperties>
</file>