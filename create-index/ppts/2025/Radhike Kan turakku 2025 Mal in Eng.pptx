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FA030-7D5C-4EEC-BB67-5D08681FE0E0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06224-E7B1-46C9-BC59-7E89A71C83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rādhikē… kaṇ tuṙakkū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rādhikē… kaṇ tuṙakkū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kaṇṇanitā vannu munnil nilppū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lovely Radhika, open your eyes—your Krishna stands before you,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neñcakam pūkkunna puñciri pūṇḍu nin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añjana-kaṇṇan muraḷiyum ūti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the dark-eyed one, playing his flute, with a smile that blossoms your heart with joy.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kaḷavēṇu-nādam nī kēḷppatillē ninde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manamayil pīli viḍarttiyillē?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Do you not hear the enchanting notes of his flute? Does not the peacock of your mind spread its iridescent feathers,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naḍavaranōḍottu nṛttam āḍān ninde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padamalar tellum tuḍippatillē?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dancing to that divine melody? Do your tender feet not yearn to dance with him—he who is the very source of the divine dance?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mizhi tuṙakkāte irippat-entē ninde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vyathayāl maraviccirunnu pōyō?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Why do you not open your eyes, Radhe? Have they been numbed by sorrow?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kadanattāl hṛdayam mūkam āyō? ninde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prāṇa-sañcāram nilaccu pōyō?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Has your heart fallen silent beneath the weight of pain? Has the flow of your breath come to a standstill?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pūmēni nīlimayārnnat-entē nī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kaṇṇande nīla niṙam kavarnnō?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Why has your tender body turned this deep blue hue? Have you taken on Krishna’s very colour?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 ennilō atō ñān ninnilō? rādhē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ī mahābhāvattin arttham entu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Are you within me, or am I within you? </a:t>
            </a:r>
            <a:r>
              <a:rPr lang="en-US" sz="5600" dirty="0" smtClean="0">
                <a:solidFill>
                  <a:srgbClr val="FFFF00"/>
                </a:solidFill>
              </a:rPr>
              <a:t>O </a:t>
            </a:r>
            <a:r>
              <a:rPr lang="en-US" sz="5600" dirty="0" err="1" smtClean="0">
                <a:solidFill>
                  <a:srgbClr val="FFFF00"/>
                </a:solidFill>
              </a:rPr>
              <a:t>Radhe</a:t>
            </a:r>
            <a:r>
              <a:rPr lang="en-US" sz="5600" dirty="0" smtClean="0">
                <a:solidFill>
                  <a:srgbClr val="FFFF00"/>
                </a:solidFill>
              </a:rPr>
              <a:t>, what is this divine </a:t>
            </a:r>
            <a:r>
              <a:rPr lang="en-US" sz="5600" dirty="0" err="1" smtClean="0">
                <a:solidFill>
                  <a:srgbClr val="FFFF00"/>
                </a:solidFill>
              </a:rPr>
              <a:t>bhava</a:t>
            </a:r>
            <a:r>
              <a:rPr lang="en-US" sz="5600" dirty="0" smtClean="0">
                <a:solidFill>
                  <a:srgbClr val="FFFF00"/>
                </a:solidFill>
              </a:rPr>
              <a:t> you are revealing? 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pūvuḍal melle eḍuttu kaṇṇan tande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pēlava-sundara pāṇikaḷāl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Slowly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, Krishna gathered her delicate form into his arms.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‘rādhē’ ennārdramām mantraṇam kēṭṭavaḷ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rādhēśanil vīṇ-aliññu cērnnu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With boundless love, he softly whispered, 'Radhe...' And at the sound of his voice, she dissolved into him—into Radhesha, the Lord who belongs to Radha.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rādhikē… kaṇ tuṙakkū</vt:lpstr>
      <vt:lpstr>rādhikē… kaṇ tuṙakkū kaṇṇanitā vannu munnil nilppū</vt:lpstr>
      <vt:lpstr>neñcakam pūkkunna puñciri pūṇḍu nin añjana-kaṇṇan muraḷiyum ūti</vt:lpstr>
      <vt:lpstr>kaḷavēṇu-nādam nī kēḷppatillē ninde manamayil pīli viḍarttiyillē? </vt:lpstr>
      <vt:lpstr>naḍavaranōḍottu nṛttam āḍān ninde padamalar tellum tuḍippatillē? </vt:lpstr>
      <vt:lpstr>mizhi tuṙakkāte irippat-entē ninde vyathayāl maraviccirunnu pōyō? </vt:lpstr>
      <vt:lpstr>kadanattāl hṛdayam mūkam āyō? ninde prāṇa-sañcāram nilaccu pōyō? </vt:lpstr>
      <vt:lpstr>pūmēni nīlimayārnnat-entē nī nin kaṇṇande nīla niṙam kavarnnō? </vt:lpstr>
      <vt:lpstr>nī ennilō atō ñān ninnilō? rādhē ī mahābhāvattin arttham entu</vt:lpstr>
      <vt:lpstr>pūvuḍal melle eḍuttu kaṇṇan tande pēlava-sundara pāṇikaḷāl</vt:lpstr>
      <vt:lpstr>‘rādhē’ ennārdramām mantraṇam kēṭṭavaḷ rādhēśanil vīṇ-aliññu cērnnu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rādhikē… kaṇ tuṙakkū</dc:title>
  <dc:creator>Amrita</dc:creator>
  <cp:lastModifiedBy>Amrita</cp:lastModifiedBy>
  <cp:revision>2</cp:revision>
  <dcterms:created xsi:type="dcterms:W3CDTF">2025-07-04T17:21:31Z</dcterms:created>
  <dcterms:modified xsi:type="dcterms:W3CDTF">2025-07-05T06:02:57Z</dcterms:modified>
</cp:coreProperties>
</file>