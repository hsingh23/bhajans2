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54" d="100"/>
          <a:sy n="54" d="100"/>
        </p:scale>
        <p:origin x="-12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there’s a way of life in this universe leading to true peace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sanatana</a:t>
            </a:r>
            <a:r>
              <a:rPr lang="en-US" sz="7200" dirty="0" smtClean="0">
                <a:cs typeface="Rachana" pitchFamily="2" charset="0"/>
              </a:rPr>
              <a:t> dharma… </a:t>
            </a:r>
            <a:r>
              <a:rPr lang="en-US" sz="7200" dirty="0" err="1" smtClean="0">
                <a:cs typeface="Rachana" pitchFamily="2" charset="0"/>
              </a:rPr>
              <a:t>sanatana</a:t>
            </a:r>
            <a:r>
              <a:rPr lang="en-US" sz="7200" dirty="0" smtClean="0">
                <a:cs typeface="Rachana" pitchFamily="2" charset="0"/>
              </a:rPr>
              <a:t> dharma…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eternal law… 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eternal </a:t>
            </a:r>
            <a:r>
              <a:rPr lang="en-US" sz="7200" dirty="0" smtClean="0">
                <a:cs typeface="Rachana" pitchFamily="2" charset="0"/>
              </a:rPr>
              <a:t>way of life…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this vast enchanting creation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there is one underlying truth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creator and creation are one and not two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manifest in many forms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we all have a face, each is unique, yet we are not this frame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mother, may I see you everywhere, lift this blinding veil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īśāvāsyam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idam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sarvam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everything is divine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mother end this separation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may I merge in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as space embraces all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beyond confines of walls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same consciousness pervades everything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see oneness in all there is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you’re the I in me,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I’m the you in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awaken to true freedom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awaken to true 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freedom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2769</TotalTime>
  <Words>65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there’s a way of life in this universe leading to true peace</vt:lpstr>
      <vt:lpstr>sanatana dharma… sanatana dharma… eternal law…  eternal way of life…</vt:lpstr>
      <vt:lpstr>in this vast enchanting creation there is one underlying truth</vt:lpstr>
      <vt:lpstr>creator and creation are one and not two manifest in many forms</vt:lpstr>
      <vt:lpstr>we all have a face, each is unique, yet we are not this frame mother, may I see you everywhere, lift this blinding veil</vt:lpstr>
      <vt:lpstr>īśāvāsyam idam sarvam everything is divine</vt:lpstr>
      <vt:lpstr>mother end this separation may I merge in you as space embraces all beyond confines of walls</vt:lpstr>
      <vt:lpstr>the same consciousness pervades everything see oneness in all there is</vt:lpstr>
      <vt:lpstr>you’re the I in me,  I’m the you in you awaken to true freedom awaken to true  freedom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2025-08-19T19:48:35Z</dcterms:modified>
</cp:coreProperties>
</file>