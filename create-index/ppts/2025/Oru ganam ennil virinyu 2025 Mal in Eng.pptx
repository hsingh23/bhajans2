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  <p:sldId id="266" r:id="rId8"/>
    <p:sldId id="261" r:id="rId9"/>
    <p:sldId id="262" r:id="rId10"/>
    <p:sldId id="267" r:id="rId11"/>
    <p:sldId id="268" r:id="rId12"/>
    <p:sldId id="263" r:id="rId13"/>
    <p:sldId id="264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59CE-F605-4672-9C21-9B04926F9366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510C7-628D-45F3-BC35-4F50743120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59CE-F605-4672-9C21-9B04926F9366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510C7-628D-45F3-BC35-4F50743120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59CE-F605-4672-9C21-9B04926F9366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510C7-628D-45F3-BC35-4F50743120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59CE-F605-4672-9C21-9B04926F9366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510C7-628D-45F3-BC35-4F50743120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59CE-F605-4672-9C21-9B04926F9366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510C7-628D-45F3-BC35-4F50743120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59CE-F605-4672-9C21-9B04926F9366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510C7-628D-45F3-BC35-4F50743120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59CE-F605-4672-9C21-9B04926F9366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510C7-628D-45F3-BC35-4F50743120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59CE-F605-4672-9C21-9B04926F9366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510C7-628D-45F3-BC35-4F50743120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59CE-F605-4672-9C21-9B04926F9366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510C7-628D-45F3-BC35-4F50743120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59CE-F605-4672-9C21-9B04926F9366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510C7-628D-45F3-BC35-4F50743120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259CE-F605-4672-9C21-9B04926F9366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D510C7-628D-45F3-BC35-4F50743120D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D259CE-F605-4672-9C21-9B04926F9366}" type="datetimeFigureOut">
              <a:rPr lang="en-US" smtClean="0"/>
              <a:pPr/>
              <a:t>13-Sep-2025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D510C7-628D-45F3-BC35-4F50743120D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oru gānam ennil viriññu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oru gānam ennil viriññu, atil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uriyāḍān vākkukaḷ illa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A song blossomed within my heart — a song that could not be expressed in words.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karuṇārdra-bhāvam viḷaṅgum ninnil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aliyumā gānamarāḷam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tender and compassionate, the song merged into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iniyum varum oru sandhya, nava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pularkālayāmam tiraññu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Hope dawned within me — my mind whispered, “The dark nights of your life are over. The morning sun has risen.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rajaniye nī veṙukkēṇḍa uṣass-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avaluḍe kanyakayallō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dirty="0" smtClean="0">
                <a:solidFill>
                  <a:srgbClr val="FFFF00"/>
                </a:solidFill>
                <a:latin typeface="Calibri"/>
              </a:rPr>
              <a:t>But do not despise the night, for it is the night that has given birth to the dawn.</a:t>
            </a:r>
            <a:endParaRPr lang="en-US" sz="60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oru gānam ennil viriññu, atil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uriyāḍān vākkukaḷ illa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A song blossomed within my heart — a song that could not be expressed in words.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karuṇārdra-bhāvam viḷaṅgum ninnil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aliyumā gānamarāḷam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tender and compassionate, the song merged into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kariyunna malarukaḷ vīṇḍum cemmē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kanikaḷāy māṙiḍum melle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My mind consoled me, “You thought that your efforts and hopes were in vain. But one day, slowly, they will bear fruit;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cirakāla svapnam pūv-aṇiyum annā-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caritārtha saukhyam aṇayum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200" smtClean="0">
                <a:solidFill>
                  <a:srgbClr val="FFFF00"/>
                </a:solidFill>
                <a:latin typeface="Calibri"/>
              </a:rPr>
              <a:t>My mind consoled me, “You thought that your efforts and hopes were in vain. But one day, slowly, they will bear fruit; your long-cherished dream will blossom, and your life will find its fulfillment.”</a:t>
            </a:r>
            <a:endParaRPr lang="en-US" sz="4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oru gānam ennil viriññu, atil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uriyāḍān vākkukaḷ illa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A song blossomed within my heart — a song that could not be expressed in words.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karuṇārdra-bhāvam viḷaṅgum ninnil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aliyumā gānamarāḷam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tender and compassionate, the song merged into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viriyunna pūvil ninnūṙum śuddha-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madhuvine tēḍum bhramaram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smtClean="0">
                <a:solidFill>
                  <a:srgbClr val="FFFF00"/>
                </a:solidFill>
                <a:latin typeface="Calibri"/>
              </a:rPr>
              <a:t>The mind continued, “The honeybee will seek the pure nectar from the freshly blossomed flower that has realized the Self.</a:t>
            </a:r>
            <a:endParaRPr lang="en-US" sz="5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oru nāḷil amma tan divya pada-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malaratil cērnniḍum nūnam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And one day, the honeybee shall surely reach the lotus feet of the Divine Mother.”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oru gānam ennil viriññu, atil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uriyāḍān vākkukaḷ illa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000" smtClean="0">
                <a:solidFill>
                  <a:srgbClr val="FFFF00"/>
                </a:solidFill>
                <a:latin typeface="Calibri"/>
              </a:rPr>
              <a:t>A song blossomed within my heart — a song that could not be expressed in words.</a:t>
            </a:r>
            <a:endParaRPr lang="en-US" sz="60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karuṇārdra-bhāvam viḷaṅgum ninnil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aliyumā gānamarāḷam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tender and compassionate, the song merged into you.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344</Words>
  <Application>Microsoft Office PowerPoint</Application>
  <PresentationFormat>On-screen Show (4:3)</PresentationFormat>
  <Paragraphs>31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oru gānam ennil viriññu</vt:lpstr>
      <vt:lpstr>oru gānam ennil viriññu, atil uriyāḍān vākkukaḷ illa</vt:lpstr>
      <vt:lpstr>karuṇārdra-bhāvam viḷaṅgum ninnil  aliyumā gānamarāḷam</vt:lpstr>
      <vt:lpstr>iniyum varum oru sandhya, nava pularkālayāmam tiraññu</vt:lpstr>
      <vt:lpstr>rajaniye nī veṙukkēṇḍa uṣass- avaluḍe kanyakayallō</vt:lpstr>
      <vt:lpstr>oru gānam ennil viriññu, atil uriyāḍān vākkukaḷ illa</vt:lpstr>
      <vt:lpstr>karuṇārdra-bhāvam viḷaṅgum ninnil  aliyumā gānamarāḷam</vt:lpstr>
      <vt:lpstr>kariyunna malarukaḷ vīṇḍum cemmē kanikaḷāy māṙiḍum melle</vt:lpstr>
      <vt:lpstr>cirakāla svapnam pūv-aṇiyum annā- caritārtha saukhyam aṇayum</vt:lpstr>
      <vt:lpstr>oru gānam ennil viriññu, atil uriyāḍān vākkukaḷ illa</vt:lpstr>
      <vt:lpstr>karuṇārdra-bhāvam viḷaṅgum ninnil  aliyumā gānamarāḷam</vt:lpstr>
      <vt:lpstr>viriyunna pūvil ninnūṙum śuddha- madhuvine tēḍum bhramaram</vt:lpstr>
      <vt:lpstr>oru nāḷil amma tan divya pada- malaratil cērnniḍum nūnam</vt:lpstr>
      <vt:lpstr>oru gānam ennil viriññu, atil uriyāḍān vākkukaḷ illa</vt:lpstr>
      <vt:lpstr>karuṇārdra-bhāvam viḷaṅgum ninnil  aliyumā gānamarāḷam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oru gānam ennil viriññu</dc:title>
  <dc:creator>Amrita</dc:creator>
  <cp:lastModifiedBy>AMMA</cp:lastModifiedBy>
  <cp:revision>2</cp:revision>
  <dcterms:created xsi:type="dcterms:W3CDTF">2025-06-22T14:17:43Z</dcterms:created>
  <dcterms:modified xsi:type="dcterms:W3CDTF">2025-09-13T14:14:43Z</dcterms:modified>
</cp:coreProperties>
</file>