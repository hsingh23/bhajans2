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E22D9-303B-45D9-A843-91034487C50E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8C319-ECAD-4818-A36D-F5CB810CEE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E22D9-303B-45D9-A843-91034487C50E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8C319-ECAD-4818-A36D-F5CB810CEE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E22D9-303B-45D9-A843-91034487C50E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8C319-ECAD-4818-A36D-F5CB810CEE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E22D9-303B-45D9-A843-91034487C50E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8C319-ECAD-4818-A36D-F5CB810CEE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E22D9-303B-45D9-A843-91034487C50E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8C319-ECAD-4818-A36D-F5CB810CEE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E22D9-303B-45D9-A843-91034487C50E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8C319-ECAD-4818-A36D-F5CB810CEE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E22D9-303B-45D9-A843-91034487C50E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8C319-ECAD-4818-A36D-F5CB810CEE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E22D9-303B-45D9-A843-91034487C50E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8C319-ECAD-4818-A36D-F5CB810CEE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E22D9-303B-45D9-A843-91034487C50E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8C319-ECAD-4818-A36D-F5CB810CEE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E22D9-303B-45D9-A843-91034487C50E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8C319-ECAD-4818-A36D-F5CB810CEE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E22D9-303B-45D9-A843-91034487C50E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8C319-ECAD-4818-A36D-F5CB810CEE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E22D9-303B-45D9-A843-91034487C50E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A8C319-ECAD-4818-A36D-F5CB810CEE9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kālamām cuḍalayil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kālamām cuḍalayil vīṇ-aḍiññu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cāramāyīḍum manuṣya-janmam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Human life will one day turn to ashes in the pyre of time.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400" smtClean="0">
                <a:solidFill>
                  <a:srgbClr val="FFFFFF"/>
                </a:solidFill>
                <a:latin typeface="Calibri"/>
              </a:rPr>
              <a:t>veṭṭi piḍikkuvān neṭṭōṭṭamōḍavē</a:t>
            </a:r>
            <a:br>
              <a:rPr lang="en-US" sz="6400" smtClean="0">
                <a:solidFill>
                  <a:srgbClr val="FFFFFF"/>
                </a:solidFill>
                <a:latin typeface="Calibri"/>
              </a:rPr>
            </a:br>
            <a:r>
              <a:rPr lang="en-US" sz="6400" smtClean="0">
                <a:solidFill>
                  <a:srgbClr val="FFFFFF"/>
                </a:solidFill>
                <a:latin typeface="Calibri"/>
              </a:rPr>
              <a:t>ōrppatillārumī nityasatyam</a:t>
            </a:r>
            <a:endParaRPr lang="en-US" sz="6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Yet, when we set out to conquer the world through force and power, we forget this eternal truth.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śāntiykku vēṇḍī āṇōṭṭūm eṅgum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pakṣe viṭṭuvīzhcaykk-oru bhāvamilla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We are all running behind peace, but we refuse to make any concessions.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svārtthavum kāmavum ñān enna bhāvavum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kaiveḍiññāl śānti tēḍiḍēṇḍa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If we can let go of selfishness, endless desires, and ego, there will be no need to search for peace outside.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kālamām cuḍalayil vīṇ-aḍiññu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cāramāyīḍum manuṣya-janmam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Human life will one day turn to ashes in the pyre of time.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900" smtClean="0">
                <a:solidFill>
                  <a:srgbClr val="FFFFFF"/>
                </a:solidFill>
                <a:latin typeface="Calibri"/>
              </a:rPr>
              <a:t>ūzhi iḷakki madiccu koṇḍu ēṙe</a:t>
            </a:r>
            <a:br>
              <a:rPr lang="en-US" sz="5900" smtClean="0">
                <a:solidFill>
                  <a:srgbClr val="FFFFFF"/>
                </a:solidFill>
                <a:latin typeface="Calibri"/>
              </a:rPr>
            </a:br>
            <a:r>
              <a:rPr lang="en-US" sz="5900" smtClean="0">
                <a:solidFill>
                  <a:srgbClr val="FFFFFF"/>
                </a:solidFill>
                <a:latin typeface="Calibri"/>
              </a:rPr>
              <a:t>ūṫṫam paṙaññu naḍannīḍilum</a:t>
            </a:r>
            <a:endParaRPr lang="en-US" sz="5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One may control the world and go around boasting of power,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400" smtClean="0">
                <a:solidFill>
                  <a:srgbClr val="FFFFFF"/>
                </a:solidFill>
                <a:latin typeface="Calibri"/>
              </a:rPr>
              <a:t>uḷḷile uṇmaye tēḍuka allāte</a:t>
            </a:r>
            <a:br>
              <a:rPr lang="en-US" sz="6400" smtClean="0">
                <a:solidFill>
                  <a:srgbClr val="FFFFFF"/>
                </a:solidFill>
                <a:latin typeface="Calibri"/>
              </a:rPr>
            </a:br>
            <a:r>
              <a:rPr lang="en-US" sz="6400" smtClean="0">
                <a:solidFill>
                  <a:srgbClr val="FFFFFF"/>
                </a:solidFill>
                <a:latin typeface="Calibri"/>
              </a:rPr>
              <a:t>śāntiykku maṫṫu vazhikaḷ illa</a:t>
            </a:r>
            <a:endParaRPr lang="en-US" sz="6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yet there is no path to peace other than to seek the truth within.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ānanda-sāramāy uḷḷil viḷaṅgum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ammaye kaṇ tuṙannonnu kāṇu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Open your eyes and behold the Mother who resides within as the eternal truth, as the very embodiment of bliss.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ātma-tatvam pakarnnīḍunn-orā jaga-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dambaye darśiccu śānti nēḍām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Let us seek the darshan of the Universal Mother, who leads us to self-knowledge and grants true peace.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194</Words>
  <Application>Microsoft Office PowerPoint</Application>
  <PresentationFormat>On-screen Show (4:3)</PresentationFormat>
  <Paragraphs>21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kālamām cuḍalayil</vt:lpstr>
      <vt:lpstr>kālamām cuḍalayil vīṇ-aḍiññu cāramāyīḍum manuṣya-janmam</vt:lpstr>
      <vt:lpstr>veṭṭi piḍikkuvān neṭṭōṭṭamōḍavē ōrppatillārumī nityasatyam</vt:lpstr>
      <vt:lpstr>śāntiykku vēṇḍī āṇōṭṭūm eṅgum pakṣe viṭṭuvīzhcaykk-oru bhāvamilla</vt:lpstr>
      <vt:lpstr>svārtthavum kāmavum ñān enna bhāvavum kaiveḍiññāl śānti tēḍiḍēṇḍa</vt:lpstr>
      <vt:lpstr>kālamām cuḍalayil vīṇ-aḍiññu cāramāyīḍum manuṣya-janmam</vt:lpstr>
      <vt:lpstr>ūzhi iḷakki madiccu koṇḍu ēṙe ūṫṫam paṙaññu naḍannīḍilum</vt:lpstr>
      <vt:lpstr>uḷḷile uṇmaye tēḍuka allāte śāntiykku maṫṫu vazhikaḷ illa</vt:lpstr>
      <vt:lpstr>ānanda-sāramāy uḷḷil viḷaṅgum ammaye kaṇ tuṙannonnu kāṇu</vt:lpstr>
      <vt:lpstr>ātma-tatvam pakarnnīḍunn-orā jaga- dambaye darśiccu śānti nēḍām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kālamām cuḍalayil</dc:title>
  <dc:creator>Amrita</dc:creator>
  <cp:lastModifiedBy>Amrita</cp:lastModifiedBy>
  <cp:revision>1</cp:revision>
  <dcterms:created xsi:type="dcterms:W3CDTF">2025-09-07T12:31:00Z</dcterms:created>
  <dcterms:modified xsi:type="dcterms:W3CDTF">2025-09-07T12:32:07Z</dcterms:modified>
</cp:coreProperties>
</file>