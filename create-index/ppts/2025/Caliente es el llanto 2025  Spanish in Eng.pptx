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Ardiente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es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el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llanto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(2025)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Spanish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Ardiente es </a:t>
            </a: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el llanto</a:t>
            </a:r>
            <a:br>
              <a:rPr lang="es-ES" sz="5600" dirty="0" smtClean="0">
                <a:solidFill>
                  <a:srgbClr val="FFFFFF"/>
                </a:solidFill>
                <a:latin typeface="Calibri"/>
              </a:rPr>
            </a:b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del alma que clama / </a:t>
            </a:r>
            <a:br>
              <a:rPr lang="es-ES" sz="5600" dirty="0" smtClean="0">
                <a:solidFill>
                  <a:srgbClr val="FFFFFF"/>
                </a:solidFill>
                <a:latin typeface="Calibri"/>
              </a:rPr>
            </a:b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por unas gotitas</a:t>
            </a:r>
            <a:br>
              <a:rPr lang="es-ES" sz="5600" dirty="0" smtClean="0">
                <a:solidFill>
                  <a:srgbClr val="FFFFFF"/>
                </a:solidFill>
                <a:latin typeface="Calibri"/>
              </a:rPr>
            </a:b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de amor infinito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soul’s cry blazes with yearning for a few drops of infinite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6600" smtClean="0">
                <a:solidFill>
                  <a:srgbClr val="FFFFFF"/>
                </a:solidFill>
                <a:latin typeface="Calibri"/>
              </a:rPr>
              <a:t>y es dulce presencia</a:t>
            </a:r>
            <a:br>
              <a:rPr lang="es-ES" sz="6600" smtClean="0">
                <a:solidFill>
                  <a:srgbClr val="FFFFFF"/>
                </a:solidFill>
                <a:latin typeface="Calibri"/>
              </a:rPr>
            </a:br>
            <a:r>
              <a:rPr lang="es-ES" sz="6600" smtClean="0">
                <a:solidFill>
                  <a:srgbClr val="FFFFFF"/>
                </a:solidFill>
                <a:latin typeface="Calibri"/>
              </a:rPr>
              <a:t>la madre divina /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Divine Mother is a sweet presence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misterio brillante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susurro de paz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—a shining mystery, a whisper of peace.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llenas de gozo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llenas de amor, amma /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amma… amma…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amma… amma…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You fill me with joy, you fill me with love, Mother. You fill me with joy, you fill me with love.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5600" smtClean="0">
                <a:solidFill>
                  <a:srgbClr val="FFFFFF"/>
                </a:solidFill>
                <a:latin typeface="Calibri"/>
              </a:rPr>
              <a:t>se quema la flama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y perfuma el camino 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de aquel que te busca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en profundo silencio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flame burns and perfumes the path of the one who seeks you in deep silence.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5600" smtClean="0">
                <a:solidFill>
                  <a:srgbClr val="FFFFFF"/>
                </a:solidFill>
                <a:latin typeface="Calibri"/>
              </a:rPr>
              <a:t>y es dulce presencia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la madre divina / 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misterio brillante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susurro de paz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The Divine Mother is a sweet presence—a shining mystery, a whisper of peace.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Ardiente es el llanto</vt:lpstr>
      <vt:lpstr>Ardiente es el llanto del alma que clama /  por unas gotitas de amor infinito</vt:lpstr>
      <vt:lpstr>y es dulce presencia la madre divina /</vt:lpstr>
      <vt:lpstr>misterio brillante susurro de paz</vt:lpstr>
      <vt:lpstr>llenas de gozo llenas de amor, amma / amma… amma… amma… amma…</vt:lpstr>
      <vt:lpstr>se quema la flama y perfuma el camino  de aquel que te busca en profundo silencio </vt:lpstr>
      <vt:lpstr>y es dulce presencia la madre divina /  misterio brillante susurro de paz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caliente es el llanto</dc:title>
  <dc:creator>Amrita</dc:creator>
  <cp:lastModifiedBy>AMMA</cp:lastModifiedBy>
  <cp:revision>2</cp:revision>
  <dcterms:created xsi:type="dcterms:W3CDTF">2025-09-22T11:18:38Z</dcterms:created>
  <dcterms:modified xsi:type="dcterms:W3CDTF">2025-10-21T09:10:43Z</dcterms:modified>
</cp:coreProperties>
</file>