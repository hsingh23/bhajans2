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C5144-AC21-4889-96E3-FE17215135B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943A8-8DE0-4BF4-BAB6-565C6E621D9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hṛdaya-mandirattile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hṛdaya-mandirattile kamala maṇḍapattil ñān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ammē ninakkāyi pīṭham iṭṭu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In the lotus mandapa of my heart, a seat awaits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citta-vṛndāvanattil viḍarnna nanmalarālē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ammē ninakkāyi māla tīrttū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 I have woven a garland of pure blossoms, flowering in the Vrindavan of my mind.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hṛdaya-mandirattile kamala maṇḍapattil ñān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ammē ninakkāyi pīṭham iṭṭu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In the lotus mandapa of my heart, a seat awaits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manassu nannāy mathiccu kaḍaññu ñān eḍuttoru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prēmattin naṙuveṇṇa karutivaccū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Churning the depths of my heart, I beheld you—the one eternal truth; from that vision arose the fresh, fragrant butter of devotion, kept aside only for you.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puzha pōle ozhukum ī mizhi-jalam ammē nin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kazhaliṇa kazhukān ñān orukki vaccu…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kazhaliṇa kazhukān ñān orukki vaccu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the river of tears that streamed from my eyes, I have preserved to wash your lotus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jaya jaya śaṅkari śambhu-priyē…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jaya jaya gauri gaṇēśa-priyē… 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Victory to Shankari, beloved of Lord Shiva! Victory to Gauri, Mother of Ganesha!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jaya jaya śrī girirāja-sutē…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jaya jaya dēvi dayā-nidhiyē…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Victory to the daughter of Himavan, the king of mountains! Victory to Devi, treasure house of compassion!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tava pādamalariṇa hṛdayattil patiññorā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nimiṣattil ellām ñān maṙannu pōyi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moment your lotus feet entered my heart, all else was forgotten.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prēma-payōdhiyil āṇḍu pōyenne nī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karam nīṭṭi bōdha-karaykk-aṇaccu…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karam nīṭṭi bōdha-karaykk-aṇaccu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 sank deep into the boundless ocean of love, till you stretched forth your hands of grace, lifting me gently to the radiant shore of supreme consciousness.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hṛdaya-mandirattile</vt:lpstr>
      <vt:lpstr>hṛdaya-mandirattile kamala maṇḍapattil ñān ammē ninakkāyi pīṭham iṭṭu </vt:lpstr>
      <vt:lpstr>citta-vṛndāvanattil viḍarnna nanmalarālē ammē ninakkāyi māla tīrttū</vt:lpstr>
      <vt:lpstr>hṛdaya-mandirattile kamala maṇḍapattil ñān ammē ninakkāyi pīṭham iṭṭu </vt:lpstr>
      <vt:lpstr>manassu nannāy mathiccu kaḍaññu ñān eḍuttoru prēmattin naṙuveṇṇa karutivaccū </vt:lpstr>
      <vt:lpstr>puzha pōle ozhukum ī mizhi-jalam ammē nin kazhaliṇa kazhukān ñān orukki vaccu… kazhaliṇa kazhukān ñān orukki vaccu</vt:lpstr>
      <vt:lpstr>jaya jaya śaṅkari śambhu-priyē… jaya jaya gauri gaṇēśa-priyē… </vt:lpstr>
      <vt:lpstr>jaya jaya śrī girirāja-sutē… jaya jaya dēvi dayā-nidhiyē…</vt:lpstr>
      <vt:lpstr>tava pādamalariṇa hṛdayattil patiññorā nimiṣattil ellām ñān maṙannu pōyi </vt:lpstr>
      <vt:lpstr>prēma-payōdhiyil āṇḍu pōyenne nī karam nīṭṭi bōdha-karaykk-aṇaccu… karam nīṭṭi bōdha-karaykk-aṇaccu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hṛdaya-mandirattile</dc:title>
  <dc:creator>Amrita</dc:creator>
  <cp:lastModifiedBy>Amrita</cp:lastModifiedBy>
  <cp:revision>1</cp:revision>
  <dcterms:created xsi:type="dcterms:W3CDTF">2025-08-27T10:20:33Z</dcterms:created>
  <dcterms:modified xsi:type="dcterms:W3CDTF">2025-08-27T10:21:54Z</dcterms:modified>
</cp:coreProperties>
</file>