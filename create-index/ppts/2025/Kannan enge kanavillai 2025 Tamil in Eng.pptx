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1" r:id="rId9"/>
    <p:sldId id="262" r:id="rId10"/>
    <p:sldId id="268" r:id="rId11"/>
    <p:sldId id="269" r:id="rId12"/>
    <p:sldId id="263" r:id="rId13"/>
    <p:sldId id="264" r:id="rId14"/>
    <p:sldId id="270" r:id="rId15"/>
    <p:sldId id="271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FE05C-562B-410F-8035-DC27762C5AE4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50F97-78C6-4F25-BAEB-46481D2396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FE05C-562B-410F-8035-DC27762C5AE4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50F97-78C6-4F25-BAEB-46481D2396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FE05C-562B-410F-8035-DC27762C5AE4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50F97-78C6-4F25-BAEB-46481D2396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FE05C-562B-410F-8035-DC27762C5AE4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50F97-78C6-4F25-BAEB-46481D2396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FE05C-562B-410F-8035-DC27762C5AE4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50F97-78C6-4F25-BAEB-46481D2396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FE05C-562B-410F-8035-DC27762C5AE4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50F97-78C6-4F25-BAEB-46481D2396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FE05C-562B-410F-8035-DC27762C5AE4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50F97-78C6-4F25-BAEB-46481D2396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FE05C-562B-410F-8035-DC27762C5AE4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50F97-78C6-4F25-BAEB-46481D2396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FE05C-562B-410F-8035-DC27762C5AE4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50F97-78C6-4F25-BAEB-46481D2396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FE05C-562B-410F-8035-DC27762C5AE4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50F97-78C6-4F25-BAEB-46481D2396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FE05C-562B-410F-8035-DC27762C5AE4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50F97-78C6-4F25-BAEB-46481D2396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FE05C-562B-410F-8035-DC27762C5AE4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450F97-78C6-4F25-BAEB-46481D23967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kaṇṇan eṅgē kāṇavillai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(Tamil)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kaṇṇan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eṅgē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kāṇavillai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, 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en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kaṇgaḷin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imaigaḷ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mūḍavillai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Where is Kṛṣṇa? I can't see him anywhere. Tormented by his absence, I cannot close my eyes.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kaṇṇanai nānum tēḍugirēn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kaṇṇīr malgi ēṅgugirēn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</a:rPr>
              <a:t>I search for him restlessly, longing for him with tearful eyes.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nīla mēghamē nilluṅgaḷ, en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nīlavaṇṇanai kaṇḍīrō?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blue clouds drifting by, stop: have you see my blue-skinned Kṛṣṇa?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gānam pāḍum kuyilgaḷē, avan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kuzhal isai gītam kēṭṭīrō?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</a:rPr>
              <a:t>O warbling cuckoos, have you heard the enchanting notes of Krishna’s flute?</a:t>
            </a:r>
            <a:endParaRPr lang="en-US" sz="6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kaṇṇan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eṅgē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kāṇavillai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, 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en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kaṇgaḷin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imaigaḷ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mūḍavillai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Where is Kṛṣṇa? I can't see him anywhere. Tormented by his absence, I cannot close my eyes.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kaṇṇanai nānum tēḍugirēn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kaṇṇīr malgi ēṅgugirēn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</a:rPr>
              <a:t>I search for him restlessly, longing for him with tearful eyes.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tēnīgaḷē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solluṅgaḷ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,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avan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dēhattin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narumaṇam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nugarndīrō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?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O honeybees, tell me: have you whiffed the divine fragrance of Kṛṣṇa’s form?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pulveḷi mēyum pasukkaḷē, en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bālanin kāl taḍam kaṇḍīrō? 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grazing cows, have you seen the footprints of my beloved Kṛṣṇa?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kaṇṇan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eṅgē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kāṇavillai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, 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en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kaṇgaḷin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imaigaḷ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mūḍavillai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Where is Kṛṣṇa? I can't see him anywhere. Tormented by his absence, I cannot close my eyes.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kaṇṇanai nānum tēḍugirēn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kaṇṇīr malgi ēṅgugirēn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</a:rPr>
              <a:t>I search for him restlessly, longing for him with tearful eyes.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kaṇṇanin kārkuzhal asaivinai, sol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kāṫṫrē nīyum uṇarndāyō?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wandering wind, have you brushed against Kṛṣṇa’s curly locks?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kaṇṇanai kaṇḍāl solvīrā? en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kavalaigaḷ ellām tīrppīrā?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dirty="0" smtClean="0">
                <a:solidFill>
                  <a:srgbClr val="FFFF00"/>
                </a:solidFill>
                <a:latin typeface="Calibri"/>
              </a:rPr>
              <a:t>If any of you see </a:t>
            </a:r>
            <a:r>
              <a:rPr lang="en-US" sz="5900" dirty="0" err="1" smtClean="0">
                <a:solidFill>
                  <a:srgbClr val="FFFF00"/>
                </a:solidFill>
                <a:latin typeface="Calibri"/>
              </a:rPr>
              <a:t>Kṛṣṇa</a:t>
            </a:r>
            <a:r>
              <a:rPr lang="en-US" sz="5900" dirty="0" smtClean="0">
                <a:solidFill>
                  <a:srgbClr val="FFFF00"/>
                </a:solidFill>
              </a:rPr>
              <a:t>, please tell me—and save me from this sorrow of separation.</a:t>
            </a:r>
            <a:endParaRPr lang="en-US" sz="59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kaṇṇan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eṅgē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kāṇavillai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, 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en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kaṇgaḷin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imaigaḷ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mūḍavillai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Where is Kṛṣṇa? I can't see him anywhere. Tormented by his absence, I cannot close my eyes.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kaṇṇanai nānum tēḍugirēn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kaṇṇīr malgi ēṅgugirēn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</a:rPr>
              <a:t>I search for him restlessly, longing for him with tearful eyes.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2"/>
            <a:ext cx="9144000" cy="6858001"/>
          </a:xfrm>
        </p:spPr>
        <p:txBody>
          <a:bodyPr wrap="square" anchor="ctr">
            <a:noAutofit/>
          </a:bodyPr>
          <a:lstStyle/>
          <a:p>
            <a:r>
              <a:rPr lang="en-US" sz="7200" dirty="0" err="1" smtClean="0">
                <a:solidFill>
                  <a:srgbClr val="FFFFFF"/>
                </a:solidFill>
                <a:latin typeface="Calibri"/>
              </a:rPr>
              <a:t>rādhē</a:t>
            </a:r>
            <a:r>
              <a:rPr lang="en-US" sz="72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7200" dirty="0" err="1" smtClean="0">
                <a:solidFill>
                  <a:srgbClr val="FFFFFF"/>
                </a:solidFill>
                <a:latin typeface="Calibri"/>
              </a:rPr>
              <a:t>kṛṣṇā</a:t>
            </a:r>
            <a:r>
              <a:rPr lang="en-US" sz="72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7200" dirty="0" err="1" smtClean="0">
                <a:solidFill>
                  <a:srgbClr val="FFFFFF"/>
                </a:solidFill>
                <a:latin typeface="Calibri"/>
              </a:rPr>
              <a:t>rādhē</a:t>
            </a:r>
            <a:r>
              <a:rPr lang="en-US" sz="72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7200" dirty="0" err="1" smtClean="0">
                <a:solidFill>
                  <a:srgbClr val="FFFFFF"/>
                </a:solidFill>
                <a:latin typeface="Calibri"/>
              </a:rPr>
              <a:t>kṛṣṇā</a:t>
            </a:r>
            <a:r>
              <a:rPr lang="en-US" sz="72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7200" dirty="0" smtClean="0">
                <a:solidFill>
                  <a:srgbClr val="FFFFFF"/>
                </a:solidFill>
                <a:latin typeface="Calibri"/>
              </a:rPr>
            </a:br>
            <a:r>
              <a:rPr lang="en-US" sz="7200" dirty="0" err="1" smtClean="0">
                <a:solidFill>
                  <a:srgbClr val="FFFFFF"/>
                </a:solidFill>
                <a:latin typeface="Calibri"/>
              </a:rPr>
              <a:t>gōpi</a:t>
            </a:r>
            <a:r>
              <a:rPr lang="en-US" sz="72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7200" dirty="0" err="1" smtClean="0">
                <a:solidFill>
                  <a:srgbClr val="FFFFFF"/>
                </a:solidFill>
                <a:latin typeface="Calibri"/>
              </a:rPr>
              <a:t>kṛṣṇā</a:t>
            </a:r>
            <a:r>
              <a:rPr lang="en-US" sz="72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7200" dirty="0" err="1" smtClean="0">
                <a:solidFill>
                  <a:srgbClr val="FFFFFF"/>
                </a:solidFill>
                <a:latin typeface="Calibri"/>
              </a:rPr>
              <a:t>rādhē</a:t>
            </a:r>
            <a:r>
              <a:rPr lang="en-US" sz="72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7200" dirty="0" err="1" smtClean="0">
                <a:solidFill>
                  <a:srgbClr val="FFFFFF"/>
                </a:solidFill>
                <a:latin typeface="Calibri"/>
              </a:rPr>
              <a:t>śyām</a:t>
            </a:r>
            <a:r>
              <a:rPr lang="en-US" sz="72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7200" dirty="0" smtClean="0">
                <a:solidFill>
                  <a:srgbClr val="FFFFFF"/>
                </a:solidFill>
                <a:latin typeface="Calibri"/>
              </a:rPr>
            </a:br>
            <a:r>
              <a:rPr lang="en-US" sz="7200" dirty="0" err="1" smtClean="0">
                <a:solidFill>
                  <a:srgbClr val="FFFFFF"/>
                </a:solidFill>
                <a:latin typeface="Calibri"/>
              </a:rPr>
              <a:t>rādhē</a:t>
            </a:r>
            <a:r>
              <a:rPr lang="en-US" sz="72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7200" dirty="0" err="1" smtClean="0">
                <a:solidFill>
                  <a:srgbClr val="FFFFFF"/>
                </a:solidFill>
                <a:latin typeface="Calibri"/>
              </a:rPr>
              <a:t>śyām</a:t>
            </a:r>
            <a:r>
              <a:rPr lang="en-US" sz="72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7200" dirty="0" err="1" smtClean="0">
                <a:solidFill>
                  <a:srgbClr val="FFFFFF"/>
                </a:solidFill>
                <a:latin typeface="Calibri"/>
              </a:rPr>
              <a:t>rādhē</a:t>
            </a:r>
            <a:r>
              <a:rPr lang="en-US" sz="72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7200" dirty="0" err="1" smtClean="0">
                <a:solidFill>
                  <a:srgbClr val="FFFFFF"/>
                </a:solidFill>
                <a:latin typeface="Calibri"/>
              </a:rPr>
              <a:t>śyām</a:t>
            </a:r>
            <a:r>
              <a:rPr lang="en-US" sz="72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7200" dirty="0" smtClean="0">
                <a:solidFill>
                  <a:srgbClr val="FFFFFF"/>
                </a:solidFill>
                <a:latin typeface="Calibri"/>
              </a:rPr>
            </a:br>
            <a:r>
              <a:rPr lang="en-US" sz="7200" dirty="0" err="1" smtClean="0">
                <a:solidFill>
                  <a:srgbClr val="FFFFFF"/>
                </a:solidFill>
                <a:latin typeface="Calibri"/>
              </a:rPr>
              <a:t>rādhā</a:t>
            </a:r>
            <a:r>
              <a:rPr lang="en-US" sz="72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7200" dirty="0" err="1" smtClean="0">
                <a:solidFill>
                  <a:srgbClr val="FFFFFF"/>
                </a:solidFill>
                <a:latin typeface="Calibri"/>
              </a:rPr>
              <a:t>mādhava</a:t>
            </a:r>
            <a:r>
              <a:rPr lang="en-US" sz="72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7200" dirty="0" smtClean="0">
                <a:solidFill>
                  <a:srgbClr val="FFFFFF"/>
                </a:solidFill>
                <a:latin typeface="Calibri"/>
              </a:rPr>
            </a:br>
            <a:r>
              <a:rPr lang="en-US" sz="7200" dirty="0" err="1" smtClean="0">
                <a:solidFill>
                  <a:srgbClr val="FFFFFF"/>
                </a:solidFill>
                <a:latin typeface="Calibri"/>
              </a:rPr>
              <a:t>rādhē</a:t>
            </a:r>
            <a:r>
              <a:rPr lang="en-US" sz="72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7200" dirty="0" err="1" smtClean="0">
                <a:solidFill>
                  <a:srgbClr val="FFFFFF"/>
                </a:solidFill>
                <a:latin typeface="Calibri"/>
              </a:rPr>
              <a:t>śyām</a:t>
            </a:r>
            <a:endParaRPr lang="en-US" sz="720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293</Words>
  <Application>Microsoft Office PowerPoint</Application>
  <PresentationFormat>On-screen Show (4:3)</PresentationFormat>
  <Paragraphs>32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kaṇṇan eṅgē kāṇavillai</vt:lpstr>
      <vt:lpstr>kaṇṇan eṅgē kāṇavillai,  en kaṇgaḷin imaigaḷ mūḍavillai</vt:lpstr>
      <vt:lpstr>kaṇṇanai nānum tēḍugirēn kaṇṇīr malgi ēṅgugirēn</vt:lpstr>
      <vt:lpstr>nīla mēghamē nilluṅgaḷ, en nīlavaṇṇanai kaṇḍīrō? </vt:lpstr>
      <vt:lpstr>gānam pāḍum kuyilgaḷē, avan kuzhal isai gītam kēṭṭīrō? </vt:lpstr>
      <vt:lpstr>kaṇṇan eṅgē kāṇavillai,  en kaṇgaḷin imaigaḷ mūḍavillai</vt:lpstr>
      <vt:lpstr>kaṇṇanai nānum tēḍugirēn kaṇṇīr malgi ēṅgugirēn</vt:lpstr>
      <vt:lpstr>tēnīgaḷē solluṅgaḷ, avan dēhattin narumaṇam nugarndīrō? </vt:lpstr>
      <vt:lpstr>pulveḷi mēyum pasukkaḷē, en bālanin kāl taḍam kaṇḍīrō? </vt:lpstr>
      <vt:lpstr>kaṇṇan eṅgē kāṇavillai,  en kaṇgaḷin imaigaḷ mūḍavillai</vt:lpstr>
      <vt:lpstr>kaṇṇanai nānum tēḍugirēn kaṇṇīr malgi ēṅgugirēn</vt:lpstr>
      <vt:lpstr>kaṇṇanin kārkuzhal asaivinai, sol kāṫṫrē nīyum uṇarndāyō? </vt:lpstr>
      <vt:lpstr>kaṇṇanai kaṇḍāl solvīrā? en kavalaigaḷ ellām tīrppīrā? </vt:lpstr>
      <vt:lpstr>kaṇṇan eṅgē kāṇavillai,  en kaṇgaḷin imaigaḷ mūḍavillai</vt:lpstr>
      <vt:lpstr>kaṇṇanai nānum tēḍugirēn kaṇṇīr malgi ēṅgugirēn</vt:lpstr>
      <vt:lpstr>rādhē kṛṣṇā rādhē kṛṣṇā gōpi kṛṣṇā rādhē śyām rādhē śyām rādhē śyām rādhā mādhava  rādhē śyām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kaṇṇan eṅgē kāṇavillai</dc:title>
  <dc:creator>Amrita</dc:creator>
  <cp:lastModifiedBy>AMMA</cp:lastModifiedBy>
  <cp:revision>4</cp:revision>
  <dcterms:created xsi:type="dcterms:W3CDTF">2025-06-17T17:01:35Z</dcterms:created>
  <dcterms:modified xsi:type="dcterms:W3CDTF">2025-09-09T14:25:23Z</dcterms:modified>
</cp:coreProperties>
</file>