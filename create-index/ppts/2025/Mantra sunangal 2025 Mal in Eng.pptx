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3511-4769-4BFC-AA57-72C3983F04F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A2E5-9F32-4786-A423-6739440569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3511-4769-4BFC-AA57-72C3983F04F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A2E5-9F32-4786-A423-6739440569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3511-4769-4BFC-AA57-72C3983F04F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A2E5-9F32-4786-A423-6739440569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3511-4769-4BFC-AA57-72C3983F04F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A2E5-9F32-4786-A423-6739440569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3511-4769-4BFC-AA57-72C3983F04F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A2E5-9F32-4786-A423-6739440569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3511-4769-4BFC-AA57-72C3983F04F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A2E5-9F32-4786-A423-6739440569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3511-4769-4BFC-AA57-72C3983F04F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A2E5-9F32-4786-A423-6739440569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3511-4769-4BFC-AA57-72C3983F04F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A2E5-9F32-4786-A423-6739440569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3511-4769-4BFC-AA57-72C3983F04F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A2E5-9F32-4786-A423-6739440569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3511-4769-4BFC-AA57-72C3983F04F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A2E5-9F32-4786-A423-6739440569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3511-4769-4BFC-AA57-72C3983F04F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A2E5-9F32-4786-A423-6739440569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03511-4769-4BFC-AA57-72C3983F04F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0A2E5-9F32-4786-A423-67394405699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mantra-sūnaṅgaḷ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mantra-sūnaṅgaḷ viriccēn gurumātē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cintā-gṛhāṅgana-vīthiyil ākavē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O my Mother, my Guru! I have strewn the flowers of mantra along the path to my heart,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centāraḍikaḷām satya-dharmaṅgaḷe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anuyōgyam antarē ānayiccīḍuvān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so that your lotus feet, embodiments of truth and dharma, may be led within with sacred ceremony.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mantra-sūnaṅgaḷ viriccēn gurumātē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cintā-gṛhāṅgana-vīthiyil ākavē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O my Mother, my Guru! I have strewn the flowers of mantra along the path to my heart,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sūkṣmata tēḍum vicāra-pathaṅgaḷe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sadpāda-nakhadamśu dīptam ākkīḍavē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Those subtle paths of reflection are illumined by the radiance of your toenails, which dispel darkness and ignorance.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saphalam ī yātra enn-āśvāsamāy dēha-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vasanam kozhiññ-ātma-vasatiye pūkuvān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I find solace, knowing that the journey of this human life shall find its fulfilment, leading me to complete union with the Atman, and detachment from the body.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umayē nī ulakam niṙaññiripp-ennorā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mahanīya bhāvamām bhēṣajē muṅgi en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O Goddess Uma, may I always immerse myself in the glorious medicine of the knowledge that you alone pervade the entire universe.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matiyaṅgu bhavatīya-mahimāvil uyaravē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manatāru viriyumā pulari vann-ettaṇē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I attain such a worthy state of mind, may the dawn arrive in which my heart flower blossoms.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mātāvu kuññin kṛtajñataykkāyolla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mōdēna pālippat-eṅkilum ambikē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A mother expects no gratitude from the child she raises with love and joy.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sarvadā tadguṇam sarvārttha-sādhakam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cētass-śōbhitam ākkān tuṇaykka nī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Yet, grant me the virtue of gratitude so that I may achieve the true purpose of my life.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mantra-sūnaṅgaḷ</vt:lpstr>
      <vt:lpstr>mantra-sūnaṅgaḷ viriccēn gurumātē cintā-gṛhāṅgana-vīthiyil ākavē</vt:lpstr>
      <vt:lpstr>centāraḍikaḷām satya-dharmaṅgaḷe anuyōgyam antarē ānayiccīḍuvān</vt:lpstr>
      <vt:lpstr>mantra-sūnaṅgaḷ viriccēn gurumātē cintā-gṛhāṅgana-vīthiyil ākavē</vt:lpstr>
      <vt:lpstr>sūkṣmata tēḍum vicāra-pathaṅgaḷe sadpāda-nakhadamśu dīptam ākkīḍavē</vt:lpstr>
      <vt:lpstr>saphalam ī yātra enn-āśvāsamāy dēha- vasanam kozhiññ-ātma-vasatiye pūkuvān</vt:lpstr>
      <vt:lpstr>umayē nī ulakam niṙaññiripp-ennorā mahanīya bhāvamām bhēṣajē muṅgi en</vt:lpstr>
      <vt:lpstr>matiyaṅgu bhavatīya-mahimāvil uyaravē manatāru viriyumā pulari vann-ettaṇē</vt:lpstr>
      <vt:lpstr>mātāvu kuññin kṛtajñataykkāyolla mōdēna pālippat-eṅkilum ambikē</vt:lpstr>
      <vt:lpstr>sarvadā tadguṇam sarvārttha-sādhakam cētass-śōbhitam ākkān tuṇaykka nī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mantra-sūnaṅgaḷ</dc:title>
  <dc:creator>Amrita</dc:creator>
  <cp:lastModifiedBy>Amrita</cp:lastModifiedBy>
  <cp:revision>1</cp:revision>
  <dcterms:created xsi:type="dcterms:W3CDTF">2025-08-27T10:24:43Z</dcterms:created>
  <dcterms:modified xsi:type="dcterms:W3CDTF">2025-08-27T10:25:23Z</dcterms:modified>
</cp:coreProperties>
</file>