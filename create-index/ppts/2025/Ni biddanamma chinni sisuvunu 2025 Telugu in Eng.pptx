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40CC-21AD-4DFB-A09F-5D1ED56929C1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521F-9652-4DC6-BA79-F6D95A8E8F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40CC-21AD-4DFB-A09F-5D1ED56929C1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521F-9652-4DC6-BA79-F6D95A8E8F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40CC-21AD-4DFB-A09F-5D1ED56929C1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521F-9652-4DC6-BA79-F6D95A8E8F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40CC-21AD-4DFB-A09F-5D1ED56929C1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521F-9652-4DC6-BA79-F6D95A8E8F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40CC-21AD-4DFB-A09F-5D1ED56929C1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521F-9652-4DC6-BA79-F6D95A8E8F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40CC-21AD-4DFB-A09F-5D1ED56929C1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521F-9652-4DC6-BA79-F6D95A8E8F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40CC-21AD-4DFB-A09F-5D1ED56929C1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521F-9652-4DC6-BA79-F6D95A8E8F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40CC-21AD-4DFB-A09F-5D1ED56929C1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521F-9652-4DC6-BA79-F6D95A8E8F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40CC-21AD-4DFB-A09F-5D1ED56929C1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521F-9652-4DC6-BA79-F6D95A8E8F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40CC-21AD-4DFB-A09F-5D1ED56929C1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521F-9652-4DC6-BA79-F6D95A8E8F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E40CC-21AD-4DFB-A09F-5D1ED56929C1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D521F-9652-4DC6-BA79-F6D95A8E8F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E40CC-21AD-4DFB-A09F-5D1ED56929C1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DD521F-9652-4DC6-BA79-F6D95A8E8FB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nī biḍḍanammā cinni śiśuvunu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(Telugu)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nī biḍḍanammā cinni śiśuvunu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ceyyi vadalakkammā paḍipōtānu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Mother, I am your child, a helpless infant. Please don’t let go of my hand—if you do, I will fall.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vadili veḷḷakammā tappipōtānu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nī koṅgu paṭṭē nī biḍḍanu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Please do not leave me alone—if you do, I will lose my way, even though I cling to the edge of your saree.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ceyyipaṭṭi naḍipiñcammā - ō ammā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dāricūpi daricērcavammā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Please hold my hand tightly and make me walk, O Mother. Show me the path and lead me, Mother.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āśalennō ammā caṇṭi kūnanu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adi idi kāvālammā āḍukōnu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So many desires, Mother — I stubbornly insist: “I want this, I want that, I want to play!”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aṭṭu iṭṭu pōtānammā cūsirānu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nī ceyyi jārē nī biḍḍanu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wander here and there, Mother — see how I roam. Your child slips from your grasp so easily.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cevvupiṇḍi naḍipiñcammā - ō ammā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moṭṭumoṭṭi saricēyammā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Twist my ears and make me walk, O Mother. Rap me on the head with your knuckles and correct me, O Mother.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naḍavalēnu ammā ciṭṭi buḍutanu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guccukunnadamma saṁsāra muḷḷu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Mother, I, a mere toddler, I am not able to walk on my own. Thorns of worldly bondage prick me.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bhayapeḍutunnadi māyābhūtaṁ 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nīvē śaraṇu anna nī biḍḍanu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The ghost of Māyā (illusion) scares me. This child of yours takes refuge in you alone.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ettukoni naḍavavamma - ō ammā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hattukoni muddāḍamma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Lift me up and help me walk, O Mother. Hug me tightly and shower me with kisses, O Mother.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ammā ettukō ammā hattukō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lift me. O Mother, hold me close.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272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nī biḍḍanammā cinni śiśuvunu</vt:lpstr>
      <vt:lpstr>nī biḍḍanammā cinni śiśuvunu ceyyi vadalakkammā paḍipōtānu</vt:lpstr>
      <vt:lpstr>vadili veḷḷakammā tappipōtānu nī koṅgu paṭṭē nī biḍḍanu</vt:lpstr>
      <vt:lpstr>ceyyipaṭṭi naḍipiñcammā - ō ammā dāricūpi daricērcavammā</vt:lpstr>
      <vt:lpstr>āśalennō ammā caṇṭi kūnanu adi idi kāvālammā āḍukōnu</vt:lpstr>
      <vt:lpstr>aṭṭu iṭṭu pōtānammā cūsirānu nī ceyyi jārē nī biḍḍanu</vt:lpstr>
      <vt:lpstr>cevvupiṇḍi naḍipiñcammā - ō ammā moṭṭumoṭṭi saricēyammā</vt:lpstr>
      <vt:lpstr>naḍavalēnu ammā ciṭṭi buḍutanu guccukunnadamma saṁsāra muḷḷu</vt:lpstr>
      <vt:lpstr>bhayapeḍutunnadi māyābhūtaṁ  nīvē śaraṇu anna nī biḍḍanu</vt:lpstr>
      <vt:lpstr>ettukoni naḍavavamma - ō ammā hattukoni muddāḍamma </vt:lpstr>
      <vt:lpstr>ammā ettukō ammā hattukō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nī biḍḍanammā cinni śiśuvunu</dc:title>
  <dc:creator>Amrita</dc:creator>
  <cp:lastModifiedBy>Amrita</cp:lastModifiedBy>
  <cp:revision>1</cp:revision>
  <dcterms:created xsi:type="dcterms:W3CDTF">2025-06-14T10:19:15Z</dcterms:created>
  <dcterms:modified xsi:type="dcterms:W3CDTF">2025-06-14T10:21:03Z</dcterms:modified>
</cp:coreProperties>
</file>