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60" r:id="rId6"/>
    <p:sldId id="261" r:id="rId7"/>
    <p:sldId id="262" r:id="rId8"/>
    <p:sldId id="277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8" r:id="rId18"/>
    <p:sldId id="275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 autoAdjust="0"/>
    <p:restoredTop sz="94658" autoAdjust="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792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A32EE-A240-44CC-9B3B-D1DB8CFCE3F6}" type="datetimeFigureOut">
              <a:rPr lang="en-US" smtClean="0"/>
              <a:pPr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EA71A-14BD-4508-BE0A-31DF8B46F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pāḍavantēn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paravaśamāy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pāḍavantēn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paravaśamāy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pāḍavantēn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Mother — I have come to sing; in ecstasy I come, to sing Your glory.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3573015"/>
          </a:xfrm>
        </p:spPr>
        <p:txBody>
          <a:bodyPr wrap="square" anchor="ctr">
            <a:noAutofit/>
          </a:bodyPr>
          <a:lstStyle/>
          <a:p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pāḍi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āḍiḍum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000" dirty="0" smtClean="0">
                <a:solidFill>
                  <a:srgbClr val="FFFFFF"/>
                </a:solidFill>
                <a:latin typeface="Calibri"/>
              </a:rPr>
            </a:b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bhaktar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  <a:latin typeface="Calibri"/>
              </a:rPr>
              <a:t>kuzhuvinil</a:t>
            </a:r>
            <a:r>
              <a:rPr lang="en-US" sz="60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000" dirty="0" smtClean="0">
                <a:solidFill>
                  <a:srgbClr val="FFFFFF"/>
                </a:solidFill>
              </a:rPr>
              <a:t> </a:t>
            </a:r>
            <a:br>
              <a:rPr lang="en-US" sz="6000" dirty="0" smtClean="0">
                <a:solidFill>
                  <a:srgbClr val="FFFFFF"/>
                </a:solidFill>
              </a:rPr>
            </a:br>
            <a:r>
              <a:rPr lang="en-US" sz="6000" dirty="0" err="1" smtClean="0">
                <a:solidFill>
                  <a:srgbClr val="FFFFFF"/>
                </a:solidFill>
              </a:rPr>
              <a:t>tēḍi</a:t>
            </a:r>
            <a:r>
              <a:rPr lang="en-US" sz="6000" dirty="0" smtClean="0">
                <a:solidFill>
                  <a:srgbClr val="FFFFFF"/>
                </a:solidFill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</a:rPr>
              <a:t>kāṇāmal</a:t>
            </a:r>
            <a:r>
              <a:rPr lang="en-US" sz="6000" dirty="0" smtClean="0">
                <a:solidFill>
                  <a:srgbClr val="FFFFFF"/>
                </a:solidFill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</a:rPr>
              <a:t>ōḍi</a:t>
            </a:r>
            <a:r>
              <a:rPr lang="en-US" sz="6000" dirty="0" smtClean="0">
                <a:solidFill>
                  <a:srgbClr val="FFFFFF"/>
                </a:solidFill>
              </a:rPr>
              <a:t> </a:t>
            </a:r>
            <a:br>
              <a:rPr lang="en-US" sz="6000" dirty="0" smtClean="0">
                <a:solidFill>
                  <a:srgbClr val="FFFFFF"/>
                </a:solidFill>
              </a:rPr>
            </a:br>
            <a:r>
              <a:rPr lang="en-US" sz="6000" dirty="0" err="1" smtClean="0">
                <a:solidFill>
                  <a:srgbClr val="FFFFFF"/>
                </a:solidFill>
              </a:rPr>
              <a:t>vantēn</a:t>
            </a:r>
            <a:r>
              <a:rPr lang="en-US" sz="6000" dirty="0" smtClean="0">
                <a:solidFill>
                  <a:srgbClr val="FFFFFF"/>
                </a:solidFill>
              </a:rPr>
              <a:t> </a:t>
            </a:r>
            <a:r>
              <a:rPr lang="en-US" sz="6000" dirty="0" err="1" smtClean="0">
                <a:solidFill>
                  <a:srgbClr val="FFFFFF"/>
                </a:solidFill>
              </a:rPr>
              <a:t>unnai</a:t>
            </a:r>
            <a:endParaRPr lang="en-US" sz="60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dirty="0" smtClean="0">
                <a:solidFill>
                  <a:srgbClr val="FFFF00"/>
                </a:solidFill>
              </a:rPr>
              <a:t>I sought You among those who danced and sang Your praise — and finding You not, I ran here, Mother — breathless, longing.</a:t>
            </a:r>
            <a:endParaRPr lang="en-US" sz="48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pāḍavantēn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paravaśamāy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pāḍavantēn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Mother — I have come to sing; in ecstasy I come, to sing Your glory.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pt-BR" sz="6600" dirty="0" smtClean="0">
                <a:solidFill>
                  <a:srgbClr val="FFFFFF"/>
                </a:solidFill>
                <a:latin typeface="Calibri"/>
              </a:rPr>
              <a:t>bhakti ennum cuṭar parava vēṇḍum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May the flame of devotion spread —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pāmara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janaṅgaḷ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nalam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peṙa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vēṇḍum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śaktiyin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pukazh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pāḍa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vēṇḍum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śiva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</a:rPr>
              <a:t>may the humble and helpless find well-being. May I forever sing the praise of the supreme power — the eternal Truth,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sakala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kōḍikaḷ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payan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pera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vēṇḍum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and may countless hearts be blessed by Your grace.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pāḍavantēn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paravaśamāy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pāḍavantēn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Mother — I have come to sing; in ecstasy I come, to sing Your glory.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it-IT" sz="6600" dirty="0" smtClean="0">
                <a:solidFill>
                  <a:srgbClr val="FFFFFF"/>
                </a:solidFill>
                <a:latin typeface="Calibri"/>
              </a:rPr>
              <a:t>ni sa ga… sa ga ma… </a:t>
            </a:r>
            <a:br>
              <a:rPr lang="it-IT" sz="6600" dirty="0" smtClean="0">
                <a:solidFill>
                  <a:srgbClr val="FFFFFF"/>
                </a:solidFill>
                <a:latin typeface="Calibri"/>
              </a:rPr>
            </a:br>
            <a:r>
              <a:rPr lang="it-IT" sz="6600" dirty="0" smtClean="0">
                <a:solidFill>
                  <a:srgbClr val="FFFFFF"/>
                </a:solidFill>
                <a:latin typeface="Calibri"/>
              </a:rPr>
              <a:t>ga ma pa… ma pa ni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(Musical </a:t>
            </a:r>
            <a:r>
              <a:rPr lang="en-US" sz="6600" dirty="0" err="1" smtClean="0">
                <a:solidFill>
                  <a:srgbClr val="FFFF00"/>
                </a:solidFill>
                <a:latin typeface="Calibri"/>
              </a:rPr>
              <a:t>swaras</a:t>
            </a:r>
            <a:r>
              <a:rPr lang="en-US" sz="6600" dirty="0" smtClean="0">
                <a:solidFill>
                  <a:srgbClr val="FFFF00"/>
                </a:solidFill>
                <a:latin typeface="Calibri"/>
              </a:rPr>
              <a:t>)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veṇmayāna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ammayē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kalādēvi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900" dirty="0" smtClean="0">
                <a:solidFill>
                  <a:srgbClr val="FFFFFF"/>
                </a:solidFill>
                <a:latin typeface="Calibri"/>
              </a:rPr>
            </a:b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vēṇḍinēn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ninniḍam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varam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aruḷvāyē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5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dirty="0" smtClean="0">
                <a:solidFill>
                  <a:srgbClr val="FFFF00"/>
                </a:solidFill>
              </a:rPr>
              <a:t>O radiant Mother robed in white — source of all sacred arts — I stand before You in prayer; grant me a blessing, O Divine Mother.</a:t>
            </a:r>
            <a:endParaRPr lang="en-US" sz="48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veṇmayāna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resplendent Mother clothed in white —</a:t>
            </a:r>
            <a:endParaRPr lang="en-US" sz="66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kalvi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selvam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kanindu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aruḷvāy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</a:rPr>
              <a:t/>
            </a:r>
            <a:br>
              <a:rPr lang="en-US" sz="6600" dirty="0" smtClean="0">
                <a:solidFill>
                  <a:srgbClr val="FFFFFF"/>
                </a:solidFill>
              </a:rPr>
            </a:br>
            <a:r>
              <a:rPr lang="en-US" sz="6600" dirty="0" err="1" smtClean="0">
                <a:solidFill>
                  <a:srgbClr val="FFFFFF"/>
                </a:solidFill>
              </a:rPr>
              <a:t>selviyē</a:t>
            </a:r>
            <a:r>
              <a:rPr lang="en-US" sz="6600" dirty="0" smtClean="0">
                <a:solidFill>
                  <a:srgbClr val="FFFFFF"/>
                </a:solidFill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</a:rPr>
              <a:t>śivakāmi</a:t>
            </a:r>
            <a:r>
              <a:rPr lang="en-US" sz="6600" dirty="0" smtClean="0">
                <a:solidFill>
                  <a:srgbClr val="FFFFFF"/>
                </a:solidFill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</a:rPr>
              <a:t>manōhari</a:t>
            </a:r>
            <a:r>
              <a:rPr lang="en-US" sz="6600" dirty="0" smtClean="0">
                <a:solidFill>
                  <a:srgbClr val="FFFFFF"/>
                </a:solidFill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400" dirty="0" smtClean="0">
                <a:solidFill>
                  <a:srgbClr val="FFFF00"/>
                </a:solidFill>
              </a:rPr>
              <a:t>O embodiment of abundance — </a:t>
            </a:r>
            <a:r>
              <a:rPr lang="en-US" sz="4400" dirty="0" err="1" smtClean="0">
                <a:solidFill>
                  <a:srgbClr val="FFFF00"/>
                </a:solidFill>
              </a:rPr>
              <a:t>Shivakami</a:t>
            </a:r>
            <a:r>
              <a:rPr lang="en-US" sz="4400" dirty="0" smtClean="0">
                <a:solidFill>
                  <a:srgbClr val="FFFF00"/>
                </a:solidFill>
              </a:rPr>
              <a:t> — beloved consort of Shiva, enchantress of the heart — bestow upon me the wealth of sacred knowledge.</a:t>
            </a:r>
            <a:endParaRPr lang="en-US" sz="4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veṇmayāna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resplendent Mother clothed in white 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vāṇi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sarasvati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vāymai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aruḷvāy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Vani</a:t>
            </a:r>
            <a:r>
              <a:rPr lang="en-US" sz="5400" dirty="0" smtClean="0">
                <a:solidFill>
                  <a:srgbClr val="FFFF00"/>
                </a:solidFill>
              </a:rPr>
              <a:t> — </a:t>
            </a:r>
            <a:r>
              <a:rPr lang="en-US" sz="5400" dirty="0" err="1" smtClean="0">
                <a:solidFill>
                  <a:srgbClr val="FFFF00"/>
                </a:solidFill>
              </a:rPr>
              <a:t>Sarasvati</a:t>
            </a:r>
            <a:r>
              <a:rPr lang="en-US" sz="5400" dirty="0" smtClean="0">
                <a:solidFill>
                  <a:srgbClr val="FFFF00"/>
                </a:solidFill>
              </a:rPr>
              <a:t> — one with </a:t>
            </a:r>
            <a:r>
              <a:rPr lang="en-US" sz="5400" dirty="0" smtClean="0">
                <a:solidFill>
                  <a:srgbClr val="FFFF00"/>
                </a:solidFill>
              </a:rPr>
              <a:t>braided </a:t>
            </a:r>
            <a:r>
              <a:rPr lang="en-US" sz="5400" dirty="0" smtClean="0">
                <a:solidFill>
                  <a:srgbClr val="FFFF00"/>
                </a:solidFill>
              </a:rPr>
              <a:t>hair ! Grant purity to my life and speech, so that I may worthily sing Your praise.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vēṇi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nindan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pukazhinai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pāḍiḍa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</a:rPr>
              <a:t>O </a:t>
            </a:r>
            <a:r>
              <a:rPr lang="en-US" sz="5400" dirty="0" err="1" smtClean="0">
                <a:solidFill>
                  <a:srgbClr val="FFFF00"/>
                </a:solidFill>
              </a:rPr>
              <a:t>Vani</a:t>
            </a:r>
            <a:r>
              <a:rPr lang="en-US" sz="5400" dirty="0" smtClean="0">
                <a:solidFill>
                  <a:srgbClr val="FFFF00"/>
                </a:solidFill>
              </a:rPr>
              <a:t> — </a:t>
            </a:r>
            <a:r>
              <a:rPr lang="en-US" sz="5400" dirty="0" err="1" smtClean="0">
                <a:solidFill>
                  <a:srgbClr val="FFFF00"/>
                </a:solidFill>
              </a:rPr>
              <a:t>Sarasvati</a:t>
            </a:r>
            <a:r>
              <a:rPr lang="en-US" sz="5400" dirty="0" smtClean="0">
                <a:solidFill>
                  <a:srgbClr val="FFFF00"/>
                </a:solidFill>
              </a:rPr>
              <a:t> — one </a:t>
            </a:r>
            <a:r>
              <a:rPr lang="en-US" sz="5400" smtClean="0">
                <a:solidFill>
                  <a:srgbClr val="FFFF00"/>
                </a:solidFill>
              </a:rPr>
              <a:t>with </a:t>
            </a:r>
            <a:r>
              <a:rPr lang="en-US" sz="5400" smtClean="0">
                <a:solidFill>
                  <a:srgbClr val="FFFF00"/>
                </a:solidFill>
              </a:rPr>
              <a:t>braided </a:t>
            </a:r>
            <a:r>
              <a:rPr lang="en-US" sz="5400" dirty="0" smtClean="0">
                <a:solidFill>
                  <a:srgbClr val="FFFF00"/>
                </a:solidFill>
              </a:rPr>
              <a:t>hair ! Grant purity to my life and speech, so that I may worthily sing Your praise.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nāṇi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annanaḍai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niṙai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vaḍivāy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100" dirty="0" smtClean="0">
                <a:solidFill>
                  <a:srgbClr val="FFFFFF"/>
                </a:solidFill>
                <a:latin typeface="Calibri"/>
              </a:rPr>
            </a:b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pēṇi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nin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aḍiyār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kuṙaikaḷe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100" dirty="0" err="1" smtClean="0">
                <a:solidFill>
                  <a:srgbClr val="FFFFFF"/>
                </a:solidFill>
                <a:latin typeface="Calibri"/>
              </a:rPr>
              <a:t>tīrppāy</a:t>
            </a:r>
            <a:r>
              <a:rPr lang="en-US" sz="61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1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dirty="0" smtClean="0">
                <a:solidFill>
                  <a:srgbClr val="FFFF00"/>
                </a:solidFill>
              </a:rPr>
              <a:t>O graceful One — whose gait is soft as a swan’s — O beloved Mother — remove the burdens and faults of all Your devotees.</a:t>
            </a:r>
            <a:endParaRPr lang="en-US" sz="5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veṇmayāna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ammayē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kalādēvi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900" dirty="0" smtClean="0">
                <a:solidFill>
                  <a:srgbClr val="FFFFFF"/>
                </a:solidFill>
                <a:latin typeface="Calibri"/>
              </a:rPr>
            </a:b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vēṇḍinēn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ninniḍam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varam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aruḷvāyē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5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dirty="0" smtClean="0">
                <a:solidFill>
                  <a:srgbClr val="FFFF00"/>
                </a:solidFill>
              </a:rPr>
              <a:t>O radiant Mother robed in white — source of all sacred arts — I stand before You in prayer; grant me a blessing, O Divine Mother.</a:t>
            </a:r>
            <a:endParaRPr lang="en-US" sz="48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veṇmayāna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ammayē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smtClean="0">
                <a:solidFill>
                  <a:srgbClr val="FFFFFF"/>
                </a:solidFill>
              </a:rPr>
              <a:t/>
            </a:r>
            <a:br>
              <a:rPr lang="en-US" sz="6600" dirty="0" smtClean="0">
                <a:solidFill>
                  <a:srgbClr val="FFFFFF"/>
                </a:solidFill>
              </a:rPr>
            </a:br>
            <a:r>
              <a:rPr lang="en-US" sz="6600" dirty="0" smtClean="0">
                <a:solidFill>
                  <a:srgbClr val="FFFFFF"/>
                </a:solidFill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</a:rPr>
              <a:t>ammayē</a:t>
            </a:r>
            <a:r>
              <a:rPr lang="en-US" sz="6600" dirty="0" smtClean="0">
                <a:solidFill>
                  <a:srgbClr val="FFFFFF"/>
                </a:solidFill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dirty="0" smtClean="0">
                <a:solidFill>
                  <a:srgbClr val="FFFF00"/>
                </a:solidFill>
              </a:rPr>
              <a:t>O resplendent Mother clothed in white 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375</Words>
  <Application>Microsoft Office PowerPoint</Application>
  <PresentationFormat>On-screen Show (4:3)</PresentationFormat>
  <Paragraphs>37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pāḍavantēn ammā paravaśamāy</vt:lpstr>
      <vt:lpstr>pāḍavantēn ammā paravaśamāy pāḍavantēn ammā </vt:lpstr>
      <vt:lpstr>pāḍi āḍiḍum  bhaktar kuzhuvinil   tēḍi kāṇāmal ōḍi  vantēn unnai</vt:lpstr>
      <vt:lpstr>pāḍavantēn ammā paravaśamāy pāḍavantēn ammā </vt:lpstr>
      <vt:lpstr>bhakti ennum cuṭar parava vēṇḍum </vt:lpstr>
      <vt:lpstr>pāmara janaṅgaḷ  nalam peṙa vēṇḍum śaktiyin pukazh pāḍa vēṇḍum… śiva </vt:lpstr>
      <vt:lpstr>sakala kōḍikaḷ  payan pera vēṇḍum</vt:lpstr>
      <vt:lpstr>pāḍavantēn ammā paravaśamāy pāḍavantēn ammā </vt:lpstr>
      <vt:lpstr>ni sa ga… sa ga ma…  ga ma pa… ma pa ni</vt:lpstr>
      <vt:lpstr>veṇmayāna ammayē kalādēvi vēṇḍinēn ninniḍam varam aruḷvāyē </vt:lpstr>
      <vt:lpstr>veṇmayāna ammayē… </vt:lpstr>
      <vt:lpstr>kalvi selvam kanindu aruḷvāy  selviyē śivakāmi manōhari </vt:lpstr>
      <vt:lpstr>veṇmayāna ammayē… </vt:lpstr>
      <vt:lpstr>vāṇi sarasvati  vāymai aruḷvāy </vt:lpstr>
      <vt:lpstr>vēṇi nindan  pukazhinai pāḍiḍa </vt:lpstr>
      <vt:lpstr>nāṇi annanaḍai niṙai vaḍivāy pēṇi nin aḍiyār kuṙaikaḷe tīrppāy </vt:lpstr>
      <vt:lpstr>veṇmayāna ammayē kalādēvi vēṇḍinēn ninniḍam varam aruḷvāyē </vt:lpstr>
      <vt:lpstr>veṇmayāna ammayē…   ammayē…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pāḍavantēn ammā paravaśamāy</dc:title>
  <dc:creator>Amrita</dc:creator>
  <cp:lastModifiedBy>Amrita</cp:lastModifiedBy>
  <cp:revision>14</cp:revision>
  <dcterms:created xsi:type="dcterms:W3CDTF">2025-08-25T12:39:19Z</dcterms:created>
  <dcterms:modified xsi:type="dcterms:W3CDTF">2025-12-19T14:27:11Z</dcterms:modified>
</cp:coreProperties>
</file>