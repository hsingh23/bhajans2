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985C-05A4-4A67-A1DF-618AD475DFA3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2BF1-8F6D-425F-9ECE-0D05487194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985C-05A4-4A67-A1DF-618AD475DFA3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2BF1-8F6D-425F-9ECE-0D05487194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985C-05A4-4A67-A1DF-618AD475DFA3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2BF1-8F6D-425F-9ECE-0D05487194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985C-05A4-4A67-A1DF-618AD475DFA3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2BF1-8F6D-425F-9ECE-0D05487194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985C-05A4-4A67-A1DF-618AD475DFA3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2BF1-8F6D-425F-9ECE-0D05487194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985C-05A4-4A67-A1DF-618AD475DFA3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2BF1-8F6D-425F-9ECE-0D05487194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985C-05A4-4A67-A1DF-618AD475DFA3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2BF1-8F6D-425F-9ECE-0D05487194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985C-05A4-4A67-A1DF-618AD475DFA3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2BF1-8F6D-425F-9ECE-0D05487194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985C-05A4-4A67-A1DF-618AD475DFA3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2BF1-8F6D-425F-9ECE-0D05487194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985C-05A4-4A67-A1DF-618AD475DFA3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2BF1-8F6D-425F-9ECE-0D05487194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9985C-05A4-4A67-A1DF-618AD475DFA3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2BF1-8F6D-425F-9ECE-0D05487194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9985C-05A4-4A67-A1DF-618AD475DFA3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82BF1-8F6D-425F-9ECE-0D054871948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yadukulattinu nāthanāyi vāzhum yādavanē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yadukulattinu nāthanāyi vāzhum yādavanē…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ī gōkulattinn-avastha onn-aṙiññīḍaṇē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O Yadava, Lord of the mighty Yadu clan, look upon the plight that has befallen Gokula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gōpikaḷum gōkkaḷum gōpabālarum 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gōkulavum jīvaccavamāy tīrnnu mādhavanē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— the gopis, the cows, your cherished companions the gopas, and all of Gokula have become desolate, bereft of life.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vṛndāvanattil ōrō pulkkurunnukaḷum – ninde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vēṇugāna madhurimaykkāy kātōrkkunnu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Every tiny blade of grass in Vrindavan listens intently for the sweet strains of your flute,  O Vanamali.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vanamālī aṇayāte vanamāla aṇiyāte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vanasūnam viḍarāte kozhiññīḍunnu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The wild forest buds wither and fall to the earth without blossoming, for you have not come to adorn yourself with their garlands.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maṙavikaḷil maṙaykkallē madhura-smaraṇakaḷe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poḍipaḍalam atinu mēlkkāppaṇiyikkallē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Do not forget the sweet memories of Vrindavan; do not let the dust settle and cover them like a canopy.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udaya-sūryan udikkāte abhayakaram nīṭṭiḍāte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hṛdaya-bhānuvum kadana-cōlayil mukham āzhttunnu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The morning sun has yet to rise and extend its hands to grant us refuge, while the sun within our hearts slowly sinks into the forest of despair.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kṛṣṇa harē jaya kṛṣṇa harē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rādhā jīvana kṛṣṇa harē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kṛṣṇa harē jaya kṛṣṇa harē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gōpī-vallabha kṛṣṇa harē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Glory to Krishna, who is Radha’s very life! Glory to Krishna, the Lord of the gopis!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194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yadukulattinu nāthanāyi vāzhum yādavanē</vt:lpstr>
      <vt:lpstr>yadukulattinu nāthanāyi vāzhum yādavanē… ī gōkulattinn-avastha onn-aṙiññīḍaṇē</vt:lpstr>
      <vt:lpstr>gōpikaḷum gōkkaḷum gōpabālarum ī gōkulavum jīvaccavamāy tīrnnu mādhavanē</vt:lpstr>
      <vt:lpstr>vṛndāvanattil ōrō pulkkurunnukaḷum – ninde vēṇugāna madhurimaykkāy kātōrkkunnu</vt:lpstr>
      <vt:lpstr>vanamālī aṇayāte vanamāla aṇiyāte vanasūnam viḍarāte kozhiññīḍunnu</vt:lpstr>
      <vt:lpstr>maṙavikaḷil maṙaykkallē madhura-smaraṇakaḷe poḍipaḍalam atinu mēlkkāppaṇiyikkallē</vt:lpstr>
      <vt:lpstr>udaya-sūryan udikkāte abhayakaram nīṭṭiḍāte hṛdaya-bhānuvum kadana-cōlayil mukham āzhttunnu</vt:lpstr>
      <vt:lpstr>kṛṣṇa harē jaya kṛṣṇa harē rādhā jīvana kṛṣṇa harē kṛṣṇa harē jaya kṛṣṇa harē gōpī-vallabha kṛṣṇa harē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yadukulattinu nāthanāyi vāzhum yādavanē</dc:title>
  <dc:creator>Amrita</dc:creator>
  <cp:lastModifiedBy>Amrita</cp:lastModifiedBy>
  <cp:revision>2</cp:revision>
  <dcterms:created xsi:type="dcterms:W3CDTF">2025-06-16T11:04:50Z</dcterms:created>
  <dcterms:modified xsi:type="dcterms:W3CDTF">2025-06-16T11:17:05Z</dcterms:modified>
</cp:coreProperties>
</file>