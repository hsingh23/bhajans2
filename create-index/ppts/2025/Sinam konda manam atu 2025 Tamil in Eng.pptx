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6" r:id="rId2"/>
    <p:sldId id="287" r:id="rId3"/>
    <p:sldId id="291" r:id="rId4"/>
    <p:sldId id="288" r:id="rId5"/>
    <p:sldId id="292" r:id="rId6"/>
    <p:sldId id="289" r:id="rId7"/>
    <p:sldId id="293" r:id="rId8"/>
    <p:sldId id="290" r:id="rId9"/>
    <p:sldId id="29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sinam</a:t>
            </a:r>
            <a:r>
              <a:rPr lang="en-US" sz="6000" dirty="0" smtClean="0"/>
              <a:t> </a:t>
            </a:r>
            <a:r>
              <a:rPr lang="en-US" sz="6000" dirty="0" err="1" smtClean="0"/>
              <a:t>koṇḍa</a:t>
            </a:r>
            <a:r>
              <a:rPr lang="en-US" sz="6000" dirty="0" smtClean="0"/>
              <a:t> </a:t>
            </a:r>
            <a:r>
              <a:rPr lang="en-US" sz="6000" dirty="0" err="1" smtClean="0"/>
              <a:t>manam</a:t>
            </a:r>
            <a:r>
              <a:rPr lang="en-US" sz="6000" dirty="0" smtClean="0"/>
              <a:t> </a:t>
            </a:r>
            <a:r>
              <a:rPr lang="en-US" sz="6000" dirty="0" err="1" smtClean="0"/>
              <a:t>atu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400" dirty="0" smtClean="0">
                <a:solidFill>
                  <a:srgbClr val="FFFF00"/>
                </a:solidFill>
              </a:rPr>
              <a:t>2025 (Tamil)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sinam</a:t>
            </a:r>
            <a:r>
              <a:rPr lang="en-US" sz="6000" dirty="0" smtClean="0"/>
              <a:t> </a:t>
            </a:r>
            <a:r>
              <a:rPr lang="en-US" sz="6000" dirty="0" err="1" smtClean="0"/>
              <a:t>koṇḍa</a:t>
            </a:r>
            <a:r>
              <a:rPr lang="en-US" sz="6000" dirty="0" smtClean="0"/>
              <a:t> </a:t>
            </a:r>
            <a:r>
              <a:rPr lang="en-US" sz="6000" dirty="0" err="1" smtClean="0"/>
              <a:t>manam</a:t>
            </a:r>
            <a:r>
              <a:rPr lang="en-US" sz="6000" dirty="0" smtClean="0"/>
              <a:t> </a:t>
            </a:r>
            <a:r>
              <a:rPr lang="en-US" sz="6000" dirty="0" err="1" smtClean="0"/>
              <a:t>atu</a:t>
            </a:r>
            <a:r>
              <a:rPr lang="en-US" sz="6000" dirty="0" smtClean="0"/>
              <a:t> </a:t>
            </a:r>
            <a:r>
              <a:rPr lang="en-US" sz="6000" dirty="0" err="1" smtClean="0"/>
              <a:t>raṇamākkiḍum</a:t>
            </a:r>
            <a:r>
              <a:rPr lang="en-US" sz="6000" dirty="0" smtClean="0"/>
              <a:t> </a:t>
            </a:r>
            <a:r>
              <a:rPr lang="en-US" sz="6000" dirty="0" err="1" smtClean="0"/>
              <a:t>pala</a:t>
            </a:r>
            <a:r>
              <a:rPr lang="en-US" sz="6000" dirty="0" smtClean="0"/>
              <a:t> </a:t>
            </a:r>
            <a:r>
              <a:rPr lang="en-US" sz="6000" dirty="0" err="1" smtClean="0"/>
              <a:t>manam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 mind consumed by anger turns thoughts into battlefields,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guṇam</a:t>
            </a:r>
            <a:r>
              <a:rPr lang="en-US" sz="6000" dirty="0" smtClean="0"/>
              <a:t> </a:t>
            </a:r>
            <a:r>
              <a:rPr lang="en-US" sz="6000" dirty="0" err="1" smtClean="0"/>
              <a:t>koṇḍa</a:t>
            </a:r>
            <a:r>
              <a:rPr lang="en-US" sz="6000" dirty="0" smtClean="0"/>
              <a:t> </a:t>
            </a:r>
            <a:r>
              <a:rPr lang="en-US" sz="6000" dirty="0" err="1" smtClean="0"/>
              <a:t>manam</a:t>
            </a:r>
            <a:r>
              <a:rPr lang="en-US" sz="6000" dirty="0" smtClean="0"/>
              <a:t> </a:t>
            </a:r>
            <a:r>
              <a:rPr lang="en-US" sz="6000" dirty="0" err="1" smtClean="0"/>
              <a:t>atu</a:t>
            </a:r>
            <a:r>
              <a:rPr lang="en-US" sz="6000" dirty="0" smtClean="0"/>
              <a:t> </a:t>
            </a:r>
            <a:r>
              <a:rPr lang="en-US" sz="6000" dirty="0" err="1" smtClean="0"/>
              <a:t>guṇam</a:t>
            </a:r>
            <a:r>
              <a:rPr lang="en-US" sz="6000" dirty="0" smtClean="0"/>
              <a:t> </a:t>
            </a:r>
            <a:r>
              <a:rPr lang="en-US" sz="6000" dirty="0" err="1" smtClean="0"/>
              <a:t>ākkiḍum</a:t>
            </a:r>
            <a:r>
              <a:rPr lang="en-US" sz="6000" dirty="0" smtClean="0"/>
              <a:t> </a:t>
            </a:r>
            <a:r>
              <a:rPr lang="en-US" sz="6000" dirty="0" err="1" smtClean="0"/>
              <a:t>pala</a:t>
            </a:r>
            <a:r>
              <a:rPr lang="en-US" sz="6000" dirty="0" smtClean="0"/>
              <a:t> </a:t>
            </a:r>
            <a:r>
              <a:rPr lang="en-US" sz="6000" dirty="0" err="1" smtClean="0"/>
              <a:t>raṇam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but </a:t>
            </a:r>
            <a:r>
              <a:rPr lang="en-US" sz="6000" dirty="0" smtClean="0">
                <a:solidFill>
                  <a:srgbClr val="FFFF00"/>
                </a:solidFill>
              </a:rPr>
              <a:t>a mind filled with virtue can bring peace and virtue to embattled minds.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tītum</a:t>
            </a:r>
            <a:r>
              <a:rPr lang="en-US" sz="6000" dirty="0" smtClean="0"/>
              <a:t> </a:t>
            </a:r>
            <a:r>
              <a:rPr lang="en-US" sz="6000" dirty="0" err="1" smtClean="0"/>
              <a:t>nandrum</a:t>
            </a:r>
            <a:r>
              <a:rPr lang="en-US" sz="6000" dirty="0" smtClean="0"/>
              <a:t> </a:t>
            </a:r>
            <a:r>
              <a:rPr lang="en-US" sz="6000" dirty="0" err="1" smtClean="0"/>
              <a:t>piṙar</a:t>
            </a:r>
            <a:r>
              <a:rPr lang="en-US" sz="6000" dirty="0" smtClean="0"/>
              <a:t> </a:t>
            </a:r>
            <a:r>
              <a:rPr lang="en-US" sz="6000" dirty="0" err="1" smtClean="0"/>
              <a:t>tara</a:t>
            </a:r>
            <a:r>
              <a:rPr lang="en-US" sz="6000" dirty="0" smtClean="0"/>
              <a:t> </a:t>
            </a:r>
            <a:r>
              <a:rPr lang="en-US" sz="6000" dirty="0" err="1" smtClean="0"/>
              <a:t>vāṙā</a:t>
            </a:r>
            <a:r>
              <a:rPr lang="en-US" sz="6000" dirty="0" smtClean="0"/>
              <a:t> </a:t>
            </a:r>
            <a:r>
              <a:rPr lang="en-US" sz="6000" dirty="0" err="1" smtClean="0"/>
              <a:t>maṙavātiru</a:t>
            </a:r>
            <a:r>
              <a:rPr lang="en-US" sz="6000" dirty="0" smtClean="0"/>
              <a:t> </a:t>
            </a:r>
            <a:r>
              <a:rPr lang="en-US" sz="6000" dirty="0" err="1" smtClean="0"/>
              <a:t>manamē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nīyum</a:t>
            </a:r>
            <a:r>
              <a:rPr lang="en-US" sz="6000" dirty="0" smtClean="0"/>
              <a:t> </a:t>
            </a:r>
            <a:r>
              <a:rPr lang="en-US" sz="6000" dirty="0" err="1" smtClean="0"/>
              <a:t>maṙavātiru</a:t>
            </a:r>
            <a:r>
              <a:rPr lang="en-US" sz="6000" dirty="0" smtClean="0"/>
              <a:t> </a:t>
            </a:r>
            <a:r>
              <a:rPr lang="en-US" sz="6000" dirty="0" err="1" smtClean="0"/>
              <a:t>manamē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Good or bad does not come from others—O mind, never forget this truth</a:t>
            </a:r>
            <a:r>
              <a:rPr lang="en-US" sz="6000" dirty="0" smtClean="0">
                <a:solidFill>
                  <a:srgbClr val="FFFF00"/>
                </a:solidFill>
              </a:rPr>
              <a:t>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atanai</a:t>
            </a:r>
            <a:r>
              <a:rPr lang="en-US" sz="6000" dirty="0" smtClean="0"/>
              <a:t> </a:t>
            </a:r>
            <a:r>
              <a:rPr lang="en-US" sz="6000" dirty="0" err="1" smtClean="0"/>
              <a:t>nīyum</a:t>
            </a:r>
            <a:r>
              <a:rPr lang="en-US" sz="6000" dirty="0" smtClean="0"/>
              <a:t> </a:t>
            </a:r>
            <a:r>
              <a:rPr lang="en-US" sz="6000" dirty="0" err="1" smtClean="0"/>
              <a:t>manatil</a:t>
            </a:r>
            <a:r>
              <a:rPr lang="en-US" sz="6000" dirty="0" smtClean="0"/>
              <a:t> </a:t>
            </a:r>
            <a:r>
              <a:rPr lang="en-US" sz="6000" dirty="0" err="1" smtClean="0"/>
              <a:t>koṇḍāl</a:t>
            </a:r>
            <a:r>
              <a:rPr lang="en-US" sz="6000" dirty="0" smtClean="0"/>
              <a:t> </a:t>
            </a:r>
            <a:r>
              <a:rPr lang="en-US" sz="6000" dirty="0" err="1" smtClean="0"/>
              <a:t>āṙuvatu</a:t>
            </a:r>
            <a:r>
              <a:rPr lang="en-US" sz="6000" dirty="0" smtClean="0"/>
              <a:t> </a:t>
            </a:r>
            <a:r>
              <a:rPr lang="en-US" sz="6000" dirty="0" err="1" smtClean="0"/>
              <a:t>sinamē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atanāl</a:t>
            </a:r>
            <a:r>
              <a:rPr lang="en-US" sz="6000" dirty="0" smtClean="0"/>
              <a:t> </a:t>
            </a:r>
            <a:r>
              <a:rPr lang="en-US" sz="6000" dirty="0" err="1" smtClean="0"/>
              <a:t>poṙumai</a:t>
            </a:r>
            <a:r>
              <a:rPr lang="en-US" sz="6000" dirty="0" smtClean="0"/>
              <a:t> </a:t>
            </a:r>
            <a:r>
              <a:rPr lang="en-US" sz="6000" dirty="0" err="1" smtClean="0"/>
              <a:t>koḷ</a:t>
            </a:r>
            <a:r>
              <a:rPr lang="en-US" sz="6000" dirty="0" smtClean="0"/>
              <a:t> </a:t>
            </a:r>
            <a:r>
              <a:rPr lang="en-US" sz="6000" dirty="0" err="1" smtClean="0"/>
              <a:t>manamē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If </a:t>
            </a:r>
            <a:r>
              <a:rPr lang="en-US" sz="5400" dirty="0" smtClean="0">
                <a:solidFill>
                  <a:srgbClr val="FFFF00"/>
                </a:solidFill>
              </a:rPr>
              <a:t>you hold onto this deep wisdom, your anger will cool down. So, be patient, O mind.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kuṫṫram</a:t>
            </a:r>
            <a:r>
              <a:rPr lang="en-US" sz="6000" dirty="0" smtClean="0"/>
              <a:t> </a:t>
            </a:r>
            <a:r>
              <a:rPr lang="en-US" sz="6000" dirty="0" err="1" smtClean="0"/>
              <a:t>pārppin</a:t>
            </a:r>
            <a:r>
              <a:rPr lang="en-US" sz="6000" dirty="0" smtClean="0"/>
              <a:t> </a:t>
            </a:r>
            <a:r>
              <a:rPr lang="en-US" sz="6000" dirty="0" err="1" smtClean="0"/>
              <a:t>suṫṫrum</a:t>
            </a:r>
            <a:r>
              <a:rPr lang="en-US" sz="6000" dirty="0" smtClean="0"/>
              <a:t> </a:t>
            </a:r>
            <a:r>
              <a:rPr lang="en-US" sz="6000" dirty="0" err="1" smtClean="0"/>
              <a:t>illai</a:t>
            </a:r>
            <a:r>
              <a:rPr lang="en-US" sz="6000" dirty="0" smtClean="0"/>
              <a:t> </a:t>
            </a:r>
            <a:r>
              <a:rPr lang="en-US" sz="6000" dirty="0" err="1" smtClean="0"/>
              <a:t>maṙavātiru</a:t>
            </a:r>
            <a:r>
              <a:rPr lang="en-US" sz="6000" dirty="0" smtClean="0"/>
              <a:t> </a:t>
            </a:r>
            <a:r>
              <a:rPr lang="en-US" sz="6000" dirty="0" err="1" smtClean="0"/>
              <a:t>manamē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nīyum</a:t>
            </a:r>
            <a:r>
              <a:rPr lang="en-US" sz="6000" dirty="0" smtClean="0"/>
              <a:t> </a:t>
            </a:r>
            <a:r>
              <a:rPr lang="en-US" sz="6000" dirty="0" err="1" smtClean="0"/>
              <a:t>maṙavātiru</a:t>
            </a:r>
            <a:r>
              <a:rPr lang="en-US" sz="6000" dirty="0" smtClean="0"/>
              <a:t> </a:t>
            </a:r>
            <a:r>
              <a:rPr lang="en-US" sz="6000" dirty="0" err="1" smtClean="0"/>
              <a:t>manamē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Those who find fault with others will find themselves alone—never forget this truth, O mind.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poṙumai</a:t>
            </a:r>
            <a:r>
              <a:rPr lang="en-US" sz="6000" dirty="0" smtClean="0"/>
              <a:t> </a:t>
            </a:r>
            <a:r>
              <a:rPr lang="en-US" sz="6000" dirty="0" err="1" smtClean="0"/>
              <a:t>kāttāl</a:t>
            </a:r>
            <a:r>
              <a:rPr lang="en-US" sz="6000" dirty="0" smtClean="0"/>
              <a:t> </a:t>
            </a:r>
            <a:r>
              <a:rPr lang="en-US" sz="6000" dirty="0" err="1" smtClean="0"/>
              <a:t>sinamum</a:t>
            </a:r>
            <a:r>
              <a:rPr lang="en-US" sz="6000" dirty="0" smtClean="0"/>
              <a:t> </a:t>
            </a:r>
            <a:r>
              <a:rPr lang="en-US" sz="6000" dirty="0" err="1" smtClean="0"/>
              <a:t>azhiyum</a:t>
            </a:r>
            <a:r>
              <a:rPr lang="en-US" sz="6000" dirty="0" smtClean="0"/>
              <a:t> </a:t>
            </a:r>
            <a:r>
              <a:rPr lang="en-US" sz="6000" dirty="0" err="1" smtClean="0"/>
              <a:t>āruvatu</a:t>
            </a:r>
            <a:r>
              <a:rPr lang="en-US" sz="6000" dirty="0" smtClean="0"/>
              <a:t> </a:t>
            </a:r>
            <a:r>
              <a:rPr lang="en-US" sz="6000" dirty="0" err="1" smtClean="0"/>
              <a:t>sinamē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atanāl</a:t>
            </a:r>
            <a:r>
              <a:rPr lang="en-US" sz="6000" dirty="0" smtClean="0"/>
              <a:t> </a:t>
            </a:r>
            <a:r>
              <a:rPr lang="en-US" sz="6000" dirty="0" err="1" smtClean="0"/>
              <a:t>poṙumai</a:t>
            </a:r>
            <a:r>
              <a:rPr lang="en-US" sz="6000" dirty="0" smtClean="0"/>
              <a:t> </a:t>
            </a:r>
            <a:r>
              <a:rPr lang="en-US" sz="6000" dirty="0" err="1" smtClean="0"/>
              <a:t>koḷ</a:t>
            </a:r>
            <a:r>
              <a:rPr lang="en-US" sz="6000" dirty="0" smtClean="0"/>
              <a:t> </a:t>
            </a:r>
            <a:r>
              <a:rPr lang="en-US" sz="6000" dirty="0" err="1" smtClean="0"/>
              <a:t>manamē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If </a:t>
            </a:r>
            <a:r>
              <a:rPr lang="en-US" sz="5400" dirty="0" smtClean="0">
                <a:solidFill>
                  <a:srgbClr val="FFFF00"/>
                </a:solidFill>
              </a:rPr>
              <a:t>you cultivate patience, your anger will fade, and its fiery heat will cool with time. Therefore, be patient, O mind.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tīyināl</a:t>
            </a:r>
            <a:r>
              <a:rPr lang="en-US" sz="6600" dirty="0" smtClean="0"/>
              <a:t> </a:t>
            </a:r>
            <a:r>
              <a:rPr lang="en-US" sz="6600" dirty="0" err="1" smtClean="0"/>
              <a:t>suṭṭa</a:t>
            </a:r>
            <a:r>
              <a:rPr lang="en-US" sz="6600" dirty="0" smtClean="0"/>
              <a:t> </a:t>
            </a:r>
            <a:r>
              <a:rPr lang="en-US" sz="6600" dirty="0" err="1" smtClean="0"/>
              <a:t>puṇṇum</a:t>
            </a:r>
            <a:r>
              <a:rPr lang="en-US" sz="6600" dirty="0" smtClean="0"/>
              <a:t> </a:t>
            </a:r>
            <a:r>
              <a:rPr lang="en-US" sz="6600" dirty="0" err="1" smtClean="0"/>
              <a:t>āṙum</a:t>
            </a:r>
            <a:r>
              <a:rPr lang="en-US" sz="6600" dirty="0" smtClean="0"/>
              <a:t> </a:t>
            </a:r>
            <a:r>
              <a:rPr lang="en-US" sz="6600" dirty="0" err="1" smtClean="0"/>
              <a:t>vaḍuvum</a:t>
            </a:r>
            <a:r>
              <a:rPr lang="en-US" sz="6600" dirty="0" smtClean="0"/>
              <a:t> </a:t>
            </a:r>
            <a:r>
              <a:rPr lang="en-US" sz="6600" dirty="0" err="1" smtClean="0"/>
              <a:t>ārātē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nāvin</a:t>
            </a:r>
            <a:r>
              <a:rPr lang="en-US" sz="6600" dirty="0" smtClean="0"/>
              <a:t> </a:t>
            </a:r>
            <a:r>
              <a:rPr lang="en-US" sz="6600" dirty="0" err="1" smtClean="0"/>
              <a:t>vaḍuvum</a:t>
            </a:r>
            <a:r>
              <a:rPr lang="en-US" sz="6600" dirty="0" smtClean="0"/>
              <a:t> </a:t>
            </a:r>
            <a:r>
              <a:rPr lang="en-US" sz="6600" dirty="0" err="1" smtClean="0"/>
              <a:t>ārāte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burns caused by fire may heal, but the scars left by harsh words never fade away.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avvai</a:t>
            </a:r>
            <a:r>
              <a:rPr lang="en-US" sz="6600" dirty="0" smtClean="0"/>
              <a:t> </a:t>
            </a:r>
            <a:r>
              <a:rPr lang="en-US" sz="6600" dirty="0" err="1" smtClean="0"/>
              <a:t>pāṭṭi</a:t>
            </a:r>
            <a:r>
              <a:rPr lang="en-US" sz="6600" dirty="0" smtClean="0"/>
              <a:t> </a:t>
            </a:r>
            <a:r>
              <a:rPr lang="en-US" sz="6600" dirty="0" err="1" smtClean="0"/>
              <a:t>andrē</a:t>
            </a:r>
            <a:r>
              <a:rPr lang="en-US" sz="6600" dirty="0" smtClean="0"/>
              <a:t> </a:t>
            </a:r>
            <a:r>
              <a:rPr lang="en-US" sz="6600" dirty="0" err="1" smtClean="0"/>
              <a:t>sonnāl</a:t>
            </a:r>
            <a:r>
              <a:rPr lang="en-US" sz="6600" dirty="0" smtClean="0"/>
              <a:t> </a:t>
            </a:r>
            <a:r>
              <a:rPr lang="en-US" sz="6600" dirty="0" err="1" smtClean="0"/>
              <a:t>āṙuvatu</a:t>
            </a:r>
            <a:r>
              <a:rPr lang="en-US" sz="6600" dirty="0" smtClean="0"/>
              <a:t> </a:t>
            </a:r>
            <a:r>
              <a:rPr lang="en-US" sz="6600" dirty="0" err="1" smtClean="0"/>
              <a:t>sinamē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manamē</a:t>
            </a:r>
            <a:r>
              <a:rPr lang="en-US" sz="6600" dirty="0" smtClean="0"/>
              <a:t> </a:t>
            </a:r>
            <a:r>
              <a:rPr lang="en-US" sz="6600" dirty="0" err="1" smtClean="0"/>
              <a:t>āṙuvatu</a:t>
            </a:r>
            <a:r>
              <a:rPr lang="en-US" sz="6600" dirty="0" smtClean="0"/>
              <a:t> </a:t>
            </a:r>
            <a:r>
              <a:rPr lang="en-US" sz="6600" dirty="0" err="1" smtClean="0"/>
              <a:t>sinamē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As </a:t>
            </a:r>
            <a:r>
              <a:rPr lang="en-US" sz="5400" dirty="0" smtClean="0">
                <a:solidFill>
                  <a:srgbClr val="FFFF00"/>
                </a:solidFill>
              </a:rPr>
              <a:t>the wise sage, </a:t>
            </a:r>
            <a:r>
              <a:rPr lang="en-US" sz="5400" dirty="0" err="1" smtClean="0">
                <a:solidFill>
                  <a:srgbClr val="FFFF00"/>
                </a:solidFill>
              </a:rPr>
              <a:t>Avvai</a:t>
            </a:r>
            <a:r>
              <a:rPr lang="en-US" sz="5400" dirty="0" smtClean="0">
                <a:solidFill>
                  <a:srgbClr val="FFFF00"/>
                </a:solidFill>
              </a:rPr>
              <a:t> </a:t>
            </a:r>
            <a:r>
              <a:rPr lang="en-US" sz="5400" dirty="0" err="1" smtClean="0">
                <a:solidFill>
                  <a:srgbClr val="FFFF00"/>
                </a:solidFill>
              </a:rPr>
              <a:t>Paati</a:t>
            </a:r>
            <a:r>
              <a:rPr lang="en-US" sz="5400" dirty="0" smtClean="0">
                <a:solidFill>
                  <a:srgbClr val="FFFF00"/>
                </a:solidFill>
              </a:rPr>
              <a:t> sang long ago, the heat of anger will cool with time. Therefore, be patient, O mind.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2775</TotalTime>
  <Words>222</Words>
  <Application>Microsoft Office PowerPoint</Application>
  <PresentationFormat>On-screen Show (4:3)</PresentationFormat>
  <Paragraphs>27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sinam koṇḍa manam atu</vt:lpstr>
      <vt:lpstr>sinam koṇḍa manam atu raṇamākkiḍum pala manam</vt:lpstr>
      <vt:lpstr>guṇam koṇḍa manam atu guṇam ākkiḍum pala raṇam</vt:lpstr>
      <vt:lpstr>tītum nandrum piṙar tara vāṙā maṙavātiru manamē nīyum maṙavātiru manamē</vt:lpstr>
      <vt:lpstr>atanai nīyum manatil koṇḍāl āṙuvatu sinamē atanāl poṙumai koḷ manamē</vt:lpstr>
      <vt:lpstr>kuṫṫram pārppin suṫṫrum illai maṙavātiru manamē nīyum maṙavātiru manamē</vt:lpstr>
      <vt:lpstr>poṙumai kāttāl sinamum azhiyum āruvatu sinamē atanāl poṙumai koḷ manamē</vt:lpstr>
      <vt:lpstr>tīyināl suṭṭa puṇṇum āṙum vaḍuvum ārātē  nāvin vaḍuvum ārāte</vt:lpstr>
      <vt:lpstr>avvai pāṭṭi andrē sonnāl āṙuvatu sinamē manamē āṙuvatu sinamē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304</cp:revision>
  <dcterms:created xsi:type="dcterms:W3CDTF">2006-08-16T00:00:00Z</dcterms:created>
  <dcterms:modified xsi:type="dcterms:W3CDTF">2025-03-18T14:17:41Z</dcterms:modified>
</cp:coreProperties>
</file>