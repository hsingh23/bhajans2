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91D0-3299-4AD5-B697-E332A95BA6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0FD5-C51B-4F10-888C-7B011B5CDA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91D0-3299-4AD5-B697-E332A95BA6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0FD5-C51B-4F10-888C-7B011B5CDA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91D0-3299-4AD5-B697-E332A95BA6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0FD5-C51B-4F10-888C-7B011B5CDA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91D0-3299-4AD5-B697-E332A95BA6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0FD5-C51B-4F10-888C-7B011B5CDA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91D0-3299-4AD5-B697-E332A95BA6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0FD5-C51B-4F10-888C-7B011B5CDA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91D0-3299-4AD5-B697-E332A95BA6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0FD5-C51B-4F10-888C-7B011B5CDA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91D0-3299-4AD5-B697-E332A95BA6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0FD5-C51B-4F10-888C-7B011B5CDA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91D0-3299-4AD5-B697-E332A95BA6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0FD5-C51B-4F10-888C-7B011B5CDA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91D0-3299-4AD5-B697-E332A95BA6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0FD5-C51B-4F10-888C-7B011B5CDA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91D0-3299-4AD5-B697-E332A95BA6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0FD5-C51B-4F10-888C-7B011B5CDA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91D0-3299-4AD5-B697-E332A95BA6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0FD5-C51B-4F10-888C-7B011B5CDA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091D0-3299-4AD5-B697-E332A95BA6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30FD5-C51B-4F10-888C-7B011B5CDA0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karuṇāmayī dayānidhē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karuṇāmayī dayānidhē hṛdayēśvarī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tirumumbilāy en ātma nādam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 compassionate one, treasure-house of mercy, Goddess of my heart — receive this earnest, humble prayer arising from my innermost self.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mantra-mugdhamāy tannāthanil mizhinaṭṭu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sāphalyam nēḍumā sūryakāntiyum pōl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sunflower, purified by mantra, fixes its gaze on the Sun God to blossom and fulfil its life.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ammē! ninnilēykkāy nīḷum en mizhikaḷum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māmaka-janmavum saphalam ākkaṇē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So too, O Mother, may this life of mine — whose eyes ever seek you — find its fulfilment in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pūntiṅkaḷ śōbhayil lasikkumā nīlāmbal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ānanda-nirvṛti nukarumbōle ammē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Like the blue lotus that celebrates itself in joyful exultation beneath the full moon’s silvery gaze — O Mother,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pūrṇṇēndu vadanābhayil enmanam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dīptamāy ānandamāy tīrttīḍaṇē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enrapture and illumine my mind with the radiance of your face, more luminous than the full moon.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muttāyi māṙuvān oru tuḷḷi māriykkāyi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tapassu ceytīḍumā cippipōle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The seashell, hidden in the ocean's depths, performs great penance for a single drop of rain — to transform that drop into a gleaming pearl.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ammē nin cilambatin muttāyi māṙuvān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tapam ceyyum ennilum nī kṛpa ēkaṇē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So too, I do penance, yearning to become a tiny bell on the sacred anklet that graces your feet. Mother, grant me your grace.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sparśana-mātrayil ponnākki māṫṫumā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cintāmaṇi tan virutatupōl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Chintamani gem skilfully turns all it touches to gold.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ambikē nin divya sparśanattāl ennum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amṛtamāy māṫṫaṇēyī jīvaneyum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O Mother Ambika, with your divine touch, transform this life into one of immortal bliss.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karuṇāmayī dayānidhē</vt:lpstr>
      <vt:lpstr>karuṇāmayī dayānidhē hṛdayēśvarī tirumumbilāy en ātma nādam</vt:lpstr>
      <vt:lpstr>mantra-mugdhamāy tannāthanil mizhinaṭṭu sāphalyam nēḍumā sūryakāntiyum pōl</vt:lpstr>
      <vt:lpstr>ammē! ninnilēykkāy nīḷum en mizhikaḷum māmaka-janmavum saphalam ākkaṇē</vt:lpstr>
      <vt:lpstr>pūntiṅkaḷ śōbhayil lasikkumā nīlāmbal ānanda-nirvṛti nukarumbōle ammē</vt:lpstr>
      <vt:lpstr>nin pūrṇṇēndu vadanābhayil enmanam dīptamāy ānandamāy tīrttīḍaṇē</vt:lpstr>
      <vt:lpstr>muttāyi māṙuvān oru tuḷḷi māriykkāyi tapassu ceytīḍumā cippipōle</vt:lpstr>
      <vt:lpstr>ammē nin cilambatin muttāyi māṙuvān tapam ceyyum ennilum nī kṛpa ēkaṇē</vt:lpstr>
      <vt:lpstr>sparśana-mātrayil ponnākki māṫṫumā cintāmaṇi tan virutatupōl</vt:lpstr>
      <vt:lpstr>ambikē nin divya sparśanattāl ennum amṛtamāy māṫṫaṇēyī jīvaneyum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karuṇāmayī dayānidhē</dc:title>
  <dc:creator>Amrita</dc:creator>
  <cp:lastModifiedBy>Amrita</cp:lastModifiedBy>
  <cp:revision>1</cp:revision>
  <dcterms:created xsi:type="dcterms:W3CDTF">2025-07-27T15:03:32Z</dcterms:created>
  <dcterms:modified xsi:type="dcterms:W3CDTF">2025-07-27T15:03:58Z</dcterms:modified>
</cp:coreProperties>
</file>