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73C05-03C4-4D10-A7F7-F9236BEE07A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0DEA9-B9C0-4E0F-8261-ED7686836AC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āzhiyil vīṇu pōyammē kadanamām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āzhiyil vīṇu pōyammē kadanamām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āzhiyil āṇḍu pōy ennē manam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āzhiyil vīṇu pōyammē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Mother! My mind has fallen into the ocean of sorrow—it has sunk deep into its shadowy depths.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rāgādi-vairikaḷ narttanam āḍī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māyā-mōham enne piḍi muṙukkī 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Likes and dislikes, aversions and attachments—these inner enemies dance wildly 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samsāra-mōham enne valicc-iṙukkī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ammē valicc-iṙukkī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This world, steeped in delusion and allure, has bound me tightly in its chains.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janmaṅgaḷ etrayō kozhiññu vīṇu dēvi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mṛdu mizhi ennil paticcīḍuvān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Countless lives I wandered, until I gained this precious birth.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māyāndhakāram enne taḷarttiyallō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gurupadam aṇayuvān vaikiyallō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And then, O Devi! Your tender glance fell upon me. Yet the darkness of ignorance left me weary</a:t>
            </a:r>
          </a:p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I reached the Guru’s feet too late.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antamillāt-ōḍi enn-antaraṅgam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kāṇunnat-ellām ñān satyamāy ninaccu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My mind chased after all it saw, desiring everything, mistaking it for truth.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eṅkilum amba tan vātsalya-dugdham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enikkāy ammē nī karuti veccu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Even so, Mother, you reserved for me the milk of your tenderness.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tan pādaṅgaḷ nitya satyam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anpināy ammē ñān koticciḍunnu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sacred feet are the eternal truth. I yearn for your boundless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ā divya-rūpam en hṛttil niṙayuvān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kāruṇyam ēkān kai tozhunnēn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folded palms, I pray: May your divine form fill my heart, and may your grace descend upon 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</Words>
  <Application>Microsoft Office PowerPoint</Application>
  <PresentationFormat>On-screen Show (4:3)</PresentationFormat>
  <Paragraphs>22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āzhiyil vīṇu pōyammē kadanamām</vt:lpstr>
      <vt:lpstr>āzhiyil vīṇu pōyammē kadanamām āzhiyil āṇḍu pōy ennē manam āzhiyil vīṇu pōyammē</vt:lpstr>
      <vt:lpstr>rāgādi-vairikaḷ narttanam āḍī māyā-mōham enne piḍi muṙukkī </vt:lpstr>
      <vt:lpstr>samsāra-mōham enne valicc-iṙukkī  ammē valicc-iṙukkī</vt:lpstr>
      <vt:lpstr>janmaṅgaḷ etrayō kozhiññu vīṇu dēvi nin mṛdu mizhi ennil paticcīḍuvān</vt:lpstr>
      <vt:lpstr>māyāndhakāram enne taḷarttiyallō gurupadam aṇayuvān vaikiyallō</vt:lpstr>
      <vt:lpstr>antamillāt-ōḍi enn-antaraṅgam kāṇunnat-ellām ñān satyamāy ninaccu</vt:lpstr>
      <vt:lpstr>eṅkilum amba tan vātsalya-dugdham enikkāy ammē nī karuti veccu</vt:lpstr>
      <vt:lpstr>amma tan pādaṅgaḷ nitya satyam anpināy ammē ñān koticciḍunnu</vt:lpstr>
      <vt:lpstr>ā divya-rūpam en hṛttil niṙayuvān kāruṇyam ēkān kai tozhunnēn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āzhiyil vīṇu pōyammē kadanamām</dc:title>
  <dc:creator>Amrita</dc:creator>
  <cp:lastModifiedBy>Amrita</cp:lastModifiedBy>
  <cp:revision>1</cp:revision>
  <dcterms:created xsi:type="dcterms:W3CDTF">2025-06-25T12:48:56Z</dcterms:created>
  <dcterms:modified xsi:type="dcterms:W3CDTF">2025-06-25T12:50:13Z</dcterms:modified>
</cp:coreProperties>
</file>