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87" r:id="rId2"/>
    <p:sldId id="293" r:id="rId3"/>
    <p:sldId id="294" r:id="rId4"/>
    <p:sldId id="288" r:id="rId5"/>
    <p:sldId id="295" r:id="rId6"/>
    <p:sldId id="289" r:id="rId7"/>
    <p:sldId id="296" r:id="rId8"/>
    <p:sldId id="290" r:id="rId9"/>
    <p:sldId id="291" r:id="rId10"/>
    <p:sldId id="292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87" autoAdjust="0"/>
    <p:restoredTop sz="86441" autoAdjust="0"/>
  </p:normalViewPr>
  <p:slideViewPr>
    <p:cSldViewPr>
      <p:cViewPr varScale="1">
        <p:scale>
          <a:sx n="69" d="100"/>
          <a:sy n="69" d="100"/>
        </p:scale>
        <p:origin x="-666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62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41776F-C5E4-4D79-8409-3173ED07A66F}" type="datetimeFigureOut">
              <a:rPr lang="en-US" smtClean="0"/>
              <a:pPr/>
              <a:t>5/14/2025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84ED3-0A26-466E-9119-AEC6D927E7C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8000" dirty="0" err="1" smtClean="0"/>
              <a:t>kāḷiya</a:t>
            </a:r>
            <a:r>
              <a:rPr lang="en-US" sz="8000" dirty="0" smtClean="0"/>
              <a:t> </a:t>
            </a:r>
            <a:r>
              <a:rPr lang="en-US" sz="8000" dirty="0" err="1" smtClean="0"/>
              <a:t>kaigaḷu</a:t>
            </a:r>
            <a:r>
              <a:rPr lang="en-US" sz="8000" dirty="0" smtClean="0"/>
              <a:t> </a:t>
            </a:r>
            <a:r>
              <a:rPr lang="en-US" sz="8000" dirty="0" err="1" smtClean="0"/>
              <a:t>nīḷa</a:t>
            </a:r>
            <a:endParaRPr lang="en-US" sz="8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7200" dirty="0" smtClean="0">
                <a:solidFill>
                  <a:srgbClr val="FFFF00"/>
                </a:solidFill>
              </a:rPr>
              <a:t>2025</a:t>
            </a:r>
          </a:p>
          <a:p>
            <a:pPr algn="ctr"/>
            <a:r>
              <a:rPr lang="en-IN" sz="7200" dirty="0" smtClean="0">
                <a:solidFill>
                  <a:srgbClr val="FFFF00"/>
                </a:solidFill>
              </a:rPr>
              <a:t>(Kannada)</a:t>
            </a:r>
            <a:endParaRPr lang="en-US" sz="72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7200" dirty="0" err="1" smtClean="0"/>
              <a:t>kāḷiya</a:t>
            </a:r>
            <a:r>
              <a:rPr lang="en-US" sz="7200" dirty="0" smtClean="0"/>
              <a:t> </a:t>
            </a:r>
            <a:r>
              <a:rPr lang="en-US" sz="7200" dirty="0" err="1" smtClean="0"/>
              <a:t>kaigaḷu</a:t>
            </a:r>
            <a:r>
              <a:rPr lang="en-US" sz="7200" dirty="0" smtClean="0"/>
              <a:t> </a:t>
            </a:r>
            <a:r>
              <a:rPr lang="en-US" sz="7200" dirty="0" err="1" smtClean="0"/>
              <a:t>nīḷa</a:t>
            </a:r>
            <a:r>
              <a:rPr lang="en-US" sz="7200" dirty="0" smtClean="0"/>
              <a:t> – </a:t>
            </a:r>
            <a:r>
              <a:rPr lang="en-US" sz="7200" dirty="0" err="1" smtClean="0"/>
              <a:t>nannamma</a:t>
            </a:r>
            <a:r>
              <a:rPr lang="en-US" sz="7200" dirty="0" smtClean="0"/>
              <a:t/>
            </a:r>
            <a:br>
              <a:rPr lang="en-US" sz="7200" dirty="0" smtClean="0"/>
            </a:br>
            <a:r>
              <a:rPr lang="en-US" sz="7200" dirty="0" err="1" smtClean="0"/>
              <a:t>kāḷiya</a:t>
            </a:r>
            <a:r>
              <a:rPr lang="en-US" sz="7200" dirty="0" smtClean="0"/>
              <a:t> </a:t>
            </a:r>
            <a:r>
              <a:rPr lang="en-US" sz="7200" dirty="0" err="1" smtClean="0"/>
              <a:t>kaigaḷu</a:t>
            </a:r>
            <a:r>
              <a:rPr lang="en-US" sz="7200" dirty="0" smtClean="0"/>
              <a:t> </a:t>
            </a:r>
            <a:r>
              <a:rPr lang="en-US" sz="7200" dirty="0" err="1" smtClean="0"/>
              <a:t>nīḷa</a:t>
            </a:r>
            <a:endParaRPr lang="en-US" sz="72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7200" dirty="0" smtClean="0">
                <a:solidFill>
                  <a:srgbClr val="FFFF00"/>
                </a:solidFill>
              </a:rPr>
              <a:t>My mother Kali has very long arms, </a:t>
            </a:r>
            <a:endParaRPr lang="en-US" sz="72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7200" dirty="0" err="1" smtClean="0"/>
              <a:t>baḷasalu</a:t>
            </a:r>
            <a:r>
              <a:rPr lang="en-US" sz="7200" dirty="0" smtClean="0"/>
              <a:t> </a:t>
            </a:r>
            <a:r>
              <a:rPr lang="en-US" sz="7200" dirty="0" err="1" smtClean="0"/>
              <a:t>iḷeyanu</a:t>
            </a:r>
            <a:r>
              <a:rPr lang="en-US" sz="7200" dirty="0" smtClean="0"/>
              <a:t> </a:t>
            </a:r>
            <a:r>
              <a:rPr lang="en-US" sz="7200" dirty="0" err="1" smtClean="0"/>
              <a:t>iḍiyāgi</a:t>
            </a:r>
            <a:r>
              <a:rPr lang="en-US" sz="7200" dirty="0" smtClean="0"/>
              <a:t/>
            </a:r>
            <a:br>
              <a:rPr lang="en-US" sz="7200" dirty="0" smtClean="0"/>
            </a:br>
            <a:r>
              <a:rPr lang="en-US" sz="7200" dirty="0" err="1" smtClean="0"/>
              <a:t>poreyalu</a:t>
            </a:r>
            <a:r>
              <a:rPr lang="en-US" sz="7200" dirty="0" smtClean="0"/>
              <a:t> </a:t>
            </a:r>
            <a:r>
              <a:rPr lang="en-US" sz="7200" dirty="0" err="1" smtClean="0"/>
              <a:t>pakṣimṛgādi</a:t>
            </a:r>
            <a:r>
              <a:rPr lang="en-US" sz="7200" dirty="0" smtClean="0"/>
              <a:t/>
            </a:r>
            <a:br>
              <a:rPr lang="en-US" sz="7200" dirty="0" smtClean="0"/>
            </a:br>
            <a:r>
              <a:rPr lang="en-US" sz="7200" dirty="0" err="1" smtClean="0"/>
              <a:t>poreyalu</a:t>
            </a:r>
            <a:r>
              <a:rPr lang="en-US" sz="7200" dirty="0" smtClean="0"/>
              <a:t> </a:t>
            </a:r>
            <a:r>
              <a:rPr lang="en-US" sz="7200" dirty="0" err="1" smtClean="0"/>
              <a:t>vṛkṣalatādi</a:t>
            </a:r>
            <a:endParaRPr lang="en-US" sz="72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long </a:t>
            </a:r>
            <a:r>
              <a:rPr lang="en-US" sz="6000" dirty="0" smtClean="0">
                <a:solidFill>
                  <a:srgbClr val="FFFF00"/>
                </a:solidFill>
              </a:rPr>
              <a:t>enough to embrace the whole world, to protect the birds and animals, the trees and creepers. 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7200" dirty="0" err="1" smtClean="0"/>
              <a:t>kāḷiya</a:t>
            </a:r>
            <a:r>
              <a:rPr lang="en-US" sz="7200" dirty="0" smtClean="0"/>
              <a:t> </a:t>
            </a:r>
            <a:r>
              <a:rPr lang="en-US" sz="7200" dirty="0" err="1" smtClean="0"/>
              <a:t>kālu</a:t>
            </a:r>
            <a:r>
              <a:rPr lang="en-US" sz="7200" dirty="0" smtClean="0"/>
              <a:t> </a:t>
            </a:r>
            <a:r>
              <a:rPr lang="en-US" sz="7200" dirty="0" err="1" smtClean="0"/>
              <a:t>padapadma</a:t>
            </a:r>
            <a:r>
              <a:rPr lang="en-US" sz="7200" dirty="0" smtClean="0"/>
              <a:t/>
            </a:r>
            <a:br>
              <a:rPr lang="en-US" sz="7200" dirty="0" smtClean="0"/>
            </a:br>
            <a:r>
              <a:rPr lang="en-US" sz="7200" dirty="0" err="1" smtClean="0"/>
              <a:t>kāḷiya</a:t>
            </a:r>
            <a:r>
              <a:rPr lang="en-US" sz="7200" dirty="0" smtClean="0"/>
              <a:t> </a:t>
            </a:r>
            <a:r>
              <a:rPr lang="en-US" sz="7200" dirty="0" err="1" smtClean="0"/>
              <a:t>kālu</a:t>
            </a:r>
            <a:r>
              <a:rPr lang="en-US" sz="7200" dirty="0" smtClean="0"/>
              <a:t> </a:t>
            </a:r>
            <a:r>
              <a:rPr lang="en-US" sz="7200" dirty="0" err="1" smtClean="0"/>
              <a:t>padapadma</a:t>
            </a:r>
            <a:endParaRPr lang="en-US" sz="72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Mother </a:t>
            </a:r>
            <a:r>
              <a:rPr lang="en-US" sz="6600" dirty="0" err="1" smtClean="0">
                <a:solidFill>
                  <a:srgbClr val="FFFF00"/>
                </a:solidFill>
              </a:rPr>
              <a:t>Kali’s</a:t>
            </a:r>
            <a:r>
              <a:rPr lang="en-US" sz="6600" dirty="0" smtClean="0">
                <a:solidFill>
                  <a:srgbClr val="FFFF00"/>
                </a:solidFill>
              </a:rPr>
              <a:t> arms are beautiful and soft as lotus </a:t>
            </a:r>
            <a:r>
              <a:rPr lang="en-US" sz="6600" dirty="0" smtClean="0">
                <a:solidFill>
                  <a:srgbClr val="FFFF00"/>
                </a:solidFill>
              </a:rPr>
              <a:t>flowers.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5400" dirty="0" err="1" smtClean="0"/>
              <a:t>kāmēśa</a:t>
            </a:r>
            <a:r>
              <a:rPr lang="en-US" sz="5400" dirty="0" smtClean="0"/>
              <a:t> </a:t>
            </a:r>
            <a:r>
              <a:rPr lang="en-US" sz="5400" dirty="0" err="1" smtClean="0"/>
              <a:t>aideyanu</a:t>
            </a:r>
            <a:r>
              <a:rPr lang="en-US" sz="5400" dirty="0" smtClean="0"/>
              <a:t> </a:t>
            </a:r>
            <a:r>
              <a:rPr lang="en-US" sz="5400" dirty="0" err="1" smtClean="0"/>
              <a:t>meṭṭiha</a:t>
            </a:r>
            <a:r>
              <a:rPr lang="en-US" sz="5400" dirty="0" smtClean="0"/>
              <a:t> ā</a:t>
            </a:r>
            <a:br>
              <a:rPr lang="en-US" sz="5400" dirty="0" smtClean="0"/>
            </a:br>
            <a:r>
              <a:rPr lang="en-US" sz="5400" dirty="0" err="1" smtClean="0"/>
              <a:t>pādake</a:t>
            </a:r>
            <a:r>
              <a:rPr lang="en-US" sz="5400" dirty="0" smtClean="0"/>
              <a:t> </a:t>
            </a:r>
            <a:r>
              <a:rPr lang="en-US" sz="5400" dirty="0" err="1" smtClean="0"/>
              <a:t>nānigō</a:t>
            </a:r>
            <a:r>
              <a:rPr lang="en-US" sz="5400" dirty="0" smtClean="0"/>
              <a:t> </a:t>
            </a:r>
            <a:r>
              <a:rPr lang="en-US" sz="5400" dirty="0" err="1" smtClean="0"/>
              <a:t>poḍamaḍuve</a:t>
            </a:r>
            <a:r>
              <a:rPr lang="en-US" sz="5400" dirty="0" smtClean="0"/>
              <a:t>/</a:t>
            </a:r>
            <a:br>
              <a:rPr lang="en-US" sz="5400" dirty="0" smtClean="0"/>
            </a:br>
            <a:r>
              <a:rPr lang="en-US" sz="5400" dirty="0" smtClean="0"/>
              <a:t>ā </a:t>
            </a:r>
            <a:r>
              <a:rPr lang="en-US" sz="5400" dirty="0" err="1" smtClean="0"/>
              <a:t>pādake</a:t>
            </a:r>
            <a:r>
              <a:rPr lang="en-US" sz="5400" dirty="0" smtClean="0"/>
              <a:t> </a:t>
            </a:r>
            <a:r>
              <a:rPr lang="en-US" sz="5400" dirty="0" err="1" smtClean="0"/>
              <a:t>nānigō</a:t>
            </a:r>
            <a:r>
              <a:rPr lang="en-US" sz="5400" dirty="0" smtClean="0"/>
              <a:t> </a:t>
            </a:r>
            <a:r>
              <a:rPr lang="en-US" sz="5400" dirty="0" err="1" smtClean="0"/>
              <a:t>poḍamaḍuve</a:t>
            </a:r>
            <a:endParaRPr lang="en-US" sz="54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I </a:t>
            </a:r>
            <a:r>
              <a:rPr lang="en-US" sz="6600" dirty="0" smtClean="0">
                <a:solidFill>
                  <a:srgbClr val="FFFF00"/>
                </a:solidFill>
              </a:rPr>
              <a:t>bow down to those sacred feet that stand upon Lord Shiva’s chest. 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kāḷiya</a:t>
            </a:r>
            <a:r>
              <a:rPr lang="en-US" sz="6600" dirty="0" smtClean="0"/>
              <a:t> </a:t>
            </a:r>
            <a:r>
              <a:rPr lang="en-US" sz="6600" dirty="0" err="1" smtClean="0"/>
              <a:t>kaigaḷanēka</a:t>
            </a:r>
            <a:r>
              <a:rPr lang="en-US" sz="6600" dirty="0" smtClean="0"/>
              <a:t> – </a:t>
            </a:r>
            <a:r>
              <a:rPr lang="en-US" sz="6600" dirty="0" err="1" smtClean="0"/>
              <a:t>nannamma</a:t>
            </a:r>
            <a:r>
              <a:rPr lang="en-US" sz="6600" dirty="0" smtClean="0"/>
              <a:t/>
            </a:r>
            <a:br>
              <a:rPr lang="en-US" sz="6600" dirty="0" smtClean="0"/>
            </a:br>
            <a:r>
              <a:rPr lang="en-US" sz="6600" dirty="0" err="1" smtClean="0"/>
              <a:t>kāḷiya</a:t>
            </a:r>
            <a:r>
              <a:rPr lang="en-US" sz="6600" dirty="0" smtClean="0"/>
              <a:t> </a:t>
            </a:r>
            <a:r>
              <a:rPr lang="en-US" sz="6600" dirty="0" err="1" smtClean="0"/>
              <a:t>kaigaḷanēka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7200" dirty="0" smtClean="0">
                <a:solidFill>
                  <a:srgbClr val="FFFF00"/>
                </a:solidFill>
              </a:rPr>
              <a:t>My Mother Kali has countless arms</a:t>
            </a:r>
            <a:r>
              <a:rPr lang="en-US" sz="7200" dirty="0" smtClean="0">
                <a:solidFill>
                  <a:srgbClr val="FFFF00"/>
                </a:solidFill>
              </a:rPr>
              <a:t>,</a:t>
            </a:r>
            <a:endParaRPr lang="en-US" sz="72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5400" dirty="0" err="1" smtClean="0"/>
              <a:t>kādalu</a:t>
            </a:r>
            <a:r>
              <a:rPr lang="en-US" sz="5400" dirty="0" smtClean="0"/>
              <a:t> </a:t>
            </a:r>
            <a:r>
              <a:rPr lang="en-US" sz="5400" dirty="0" err="1" smtClean="0"/>
              <a:t>rākṣasa</a:t>
            </a:r>
            <a:r>
              <a:rPr lang="en-US" sz="5400" dirty="0" smtClean="0"/>
              <a:t> </a:t>
            </a:r>
            <a:r>
              <a:rPr lang="en-US" sz="5400" dirty="0" err="1" smtClean="0"/>
              <a:t>duṣṭarannu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porayalu</a:t>
            </a:r>
            <a:r>
              <a:rPr lang="en-US" sz="5400" dirty="0" smtClean="0"/>
              <a:t> </a:t>
            </a:r>
            <a:r>
              <a:rPr lang="en-US" sz="5400" dirty="0" err="1" smtClean="0"/>
              <a:t>akkare</a:t>
            </a:r>
            <a:r>
              <a:rPr lang="en-US" sz="5400" dirty="0" smtClean="0"/>
              <a:t> </a:t>
            </a:r>
            <a:r>
              <a:rPr lang="en-US" sz="5400" dirty="0" err="1" smtClean="0"/>
              <a:t>makkaḷannu</a:t>
            </a:r>
            <a:r>
              <a:rPr lang="en-US" sz="5400" dirty="0" smtClean="0"/>
              <a:t>/</a:t>
            </a:r>
            <a:br>
              <a:rPr lang="en-US" sz="5400" dirty="0" smtClean="0"/>
            </a:br>
            <a:r>
              <a:rPr lang="en-US" sz="5400" dirty="0" err="1" smtClean="0"/>
              <a:t>porayalu</a:t>
            </a:r>
            <a:r>
              <a:rPr lang="en-US" sz="5400" dirty="0" smtClean="0"/>
              <a:t> </a:t>
            </a:r>
            <a:r>
              <a:rPr lang="en-US" sz="5400" dirty="0" err="1" smtClean="0"/>
              <a:t>akkare</a:t>
            </a:r>
            <a:r>
              <a:rPr lang="en-US" sz="5400" dirty="0" smtClean="0"/>
              <a:t> </a:t>
            </a:r>
            <a:r>
              <a:rPr lang="en-US" sz="5400" dirty="0" err="1" smtClean="0"/>
              <a:t>makkaḷannu</a:t>
            </a:r>
            <a:endParaRPr lang="en-US" sz="54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My Mother Kali has countless arms, to destroy evil demons and protect her darling children. 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kāṇuva</a:t>
            </a:r>
            <a:r>
              <a:rPr lang="en-US" sz="6600" dirty="0" smtClean="0"/>
              <a:t> </a:t>
            </a:r>
            <a:r>
              <a:rPr lang="en-US" sz="6600" dirty="0" err="1" smtClean="0"/>
              <a:t>ellava</a:t>
            </a:r>
            <a:r>
              <a:rPr lang="en-US" sz="6600" dirty="0" smtClean="0"/>
              <a:t> </a:t>
            </a:r>
            <a:r>
              <a:rPr lang="en-US" sz="6600" dirty="0" err="1" smtClean="0"/>
              <a:t>nōḍuvaḷu</a:t>
            </a:r>
            <a:r>
              <a:rPr lang="en-US" sz="6600" dirty="0" smtClean="0"/>
              <a:t> – </a:t>
            </a:r>
            <a:r>
              <a:rPr lang="en-US" sz="6600" dirty="0" err="1" smtClean="0"/>
              <a:t>kāḷi</a:t>
            </a:r>
            <a:r>
              <a:rPr lang="en-US" sz="6600" dirty="0" smtClean="0"/>
              <a:t/>
            </a:r>
            <a:br>
              <a:rPr lang="en-US" sz="6600" dirty="0" smtClean="0"/>
            </a:br>
            <a:r>
              <a:rPr lang="en-US" sz="6600" dirty="0" err="1" smtClean="0"/>
              <a:t>kāṇada</a:t>
            </a:r>
            <a:r>
              <a:rPr lang="en-US" sz="6600" dirty="0" smtClean="0"/>
              <a:t> </a:t>
            </a:r>
            <a:r>
              <a:rPr lang="en-US" sz="6600" dirty="0" err="1" smtClean="0"/>
              <a:t>ellava</a:t>
            </a:r>
            <a:r>
              <a:rPr lang="en-US" sz="6600" dirty="0" smtClean="0"/>
              <a:t> </a:t>
            </a:r>
            <a:r>
              <a:rPr lang="en-US" sz="6600" dirty="0" err="1" smtClean="0"/>
              <a:t>kāṇuvaḷu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Our Mother Kali sees all—both the outer world and the unseen inner realms. 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5400" dirty="0" err="1" smtClean="0"/>
              <a:t>laya</a:t>
            </a:r>
            <a:r>
              <a:rPr lang="en-US" sz="5400" dirty="0" smtClean="0"/>
              <a:t> </a:t>
            </a:r>
            <a:r>
              <a:rPr lang="en-US" sz="5400" dirty="0" err="1" smtClean="0"/>
              <a:t>sthiti</a:t>
            </a:r>
            <a:r>
              <a:rPr lang="en-US" sz="5400" dirty="0" smtClean="0"/>
              <a:t> </a:t>
            </a:r>
            <a:r>
              <a:rPr lang="en-US" sz="5400" dirty="0" err="1" smtClean="0"/>
              <a:t>udbhava</a:t>
            </a:r>
            <a:r>
              <a:rPr lang="en-US" sz="5400" dirty="0" smtClean="0"/>
              <a:t> </a:t>
            </a:r>
            <a:r>
              <a:rPr lang="en-US" sz="5400" dirty="0" err="1" smtClean="0"/>
              <a:t>kāraṇakartaḷe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kāraṇa</a:t>
            </a:r>
            <a:r>
              <a:rPr lang="en-US" sz="5400" dirty="0" smtClean="0"/>
              <a:t> </a:t>
            </a:r>
            <a:r>
              <a:rPr lang="en-US" sz="5400" dirty="0" err="1" smtClean="0"/>
              <a:t>kāraki</a:t>
            </a:r>
            <a:r>
              <a:rPr lang="en-US" sz="5400" dirty="0" smtClean="0"/>
              <a:t> </a:t>
            </a:r>
            <a:r>
              <a:rPr lang="en-US" sz="5400" dirty="0" err="1" smtClean="0"/>
              <a:t>kāḷi</a:t>
            </a:r>
            <a:r>
              <a:rPr lang="en-US" sz="5400" dirty="0" smtClean="0"/>
              <a:t> </a:t>
            </a:r>
            <a:r>
              <a:rPr lang="en-US" sz="5400" dirty="0" err="1" smtClean="0"/>
              <a:t>amma</a:t>
            </a:r>
            <a:r>
              <a:rPr lang="en-US" sz="5400" dirty="0" smtClean="0"/>
              <a:t>/</a:t>
            </a:r>
            <a:br>
              <a:rPr lang="en-US" sz="5400" dirty="0" smtClean="0"/>
            </a:br>
            <a:r>
              <a:rPr lang="en-US" sz="5400" dirty="0" err="1" smtClean="0"/>
              <a:t>kāḷī</a:t>
            </a:r>
            <a:r>
              <a:rPr lang="en-US" sz="5400" dirty="0" smtClean="0"/>
              <a:t> </a:t>
            </a:r>
            <a:r>
              <a:rPr lang="en-US" sz="5400" dirty="0" err="1" smtClean="0"/>
              <a:t>mahākāḷī</a:t>
            </a:r>
            <a:r>
              <a:rPr lang="en-US" sz="5400" dirty="0" smtClean="0"/>
              <a:t> </a:t>
            </a:r>
            <a:r>
              <a:rPr lang="en-US" sz="5400" dirty="0" err="1" smtClean="0"/>
              <a:t>jaya</a:t>
            </a:r>
            <a:r>
              <a:rPr lang="en-US" sz="5400" dirty="0" smtClean="0"/>
              <a:t> </a:t>
            </a:r>
            <a:r>
              <a:rPr lang="en-US" sz="5400" dirty="0" err="1" smtClean="0"/>
              <a:t>kāḷī</a:t>
            </a:r>
            <a:r>
              <a:rPr lang="en-US" sz="5400" dirty="0" smtClean="0"/>
              <a:t> </a:t>
            </a:r>
            <a:r>
              <a:rPr lang="en-US" sz="5400" dirty="0" err="1" smtClean="0"/>
              <a:t>mahākāḷī</a:t>
            </a:r>
            <a:endParaRPr lang="en-US" sz="54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800" dirty="0" smtClean="0">
                <a:solidFill>
                  <a:srgbClr val="FFFF00"/>
                </a:solidFill>
              </a:rPr>
              <a:t>Mother Kali is the source of creation, preservation and destruction. She is the divine power that gives form to all that exists.</a:t>
            </a:r>
            <a:endParaRPr lang="en-US" sz="48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7200" dirty="0" err="1" smtClean="0"/>
              <a:t>kāḷī</a:t>
            </a:r>
            <a:r>
              <a:rPr lang="en-US" sz="7200" dirty="0" smtClean="0"/>
              <a:t> </a:t>
            </a:r>
            <a:r>
              <a:rPr lang="en-US" sz="7200" dirty="0" err="1" smtClean="0"/>
              <a:t>mahākāḷi</a:t>
            </a:r>
            <a:r>
              <a:rPr lang="en-US" sz="7200" dirty="0" smtClean="0"/>
              <a:t> </a:t>
            </a:r>
            <a:r>
              <a:rPr lang="en-US" sz="7200" dirty="0" smtClean="0"/>
              <a:t/>
            </a:r>
            <a:br>
              <a:rPr lang="en-US" sz="7200" dirty="0" smtClean="0"/>
            </a:br>
            <a:r>
              <a:rPr lang="en-US" sz="7200" dirty="0" err="1" smtClean="0"/>
              <a:t>jaya</a:t>
            </a:r>
            <a:r>
              <a:rPr lang="en-US" sz="7200" dirty="0" smtClean="0"/>
              <a:t> </a:t>
            </a:r>
            <a:r>
              <a:rPr lang="en-US" sz="7200" dirty="0" err="1" smtClean="0"/>
              <a:t>kāḷī</a:t>
            </a:r>
            <a:r>
              <a:rPr lang="en-US" sz="7200" dirty="0" smtClean="0"/>
              <a:t> </a:t>
            </a:r>
            <a:r>
              <a:rPr lang="en-US" sz="7200" dirty="0" err="1" smtClean="0"/>
              <a:t>mahākāḷī</a:t>
            </a:r>
            <a:endParaRPr lang="en-US" sz="72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8000" dirty="0" smtClean="0">
                <a:solidFill>
                  <a:srgbClr val="FFFF00"/>
                </a:solidFill>
              </a:rPr>
              <a:t>O Kali, </a:t>
            </a:r>
            <a:r>
              <a:rPr lang="en-US" sz="8000" dirty="0" smtClean="0">
                <a:solidFill>
                  <a:srgbClr val="FFFF00"/>
                </a:solidFill>
              </a:rPr>
              <a:t>Great Kali, </a:t>
            </a:r>
            <a:r>
              <a:rPr lang="en-US" sz="8000" dirty="0" smtClean="0">
                <a:solidFill>
                  <a:srgbClr val="FFFF00"/>
                </a:solidFill>
              </a:rPr>
              <a:t>  victory to you!</a:t>
            </a:r>
            <a:endParaRPr lang="en-US" sz="8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2870</TotalTime>
  <Words>172</Words>
  <Application>Microsoft Office PowerPoint</Application>
  <PresentationFormat>On-screen Show (4:3)</PresentationFormat>
  <Paragraphs>31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kāḷiya kaigaḷu nīḷa</vt:lpstr>
      <vt:lpstr>kāḷiya kaigaḷu nīḷa – nannamma kāḷiya kaigaḷu nīḷa</vt:lpstr>
      <vt:lpstr>baḷasalu iḷeyanu iḍiyāgi poreyalu pakṣimṛgādi poreyalu vṛkṣalatādi</vt:lpstr>
      <vt:lpstr>kāḷiya kālu padapadma kāḷiya kālu padapadma</vt:lpstr>
      <vt:lpstr>kāmēśa aideyanu meṭṭiha ā pādake nānigō poḍamaḍuve/ ā pādake nānigō poḍamaḍuve</vt:lpstr>
      <vt:lpstr>kāḷiya kaigaḷanēka – nannamma kāḷiya kaigaḷanēka</vt:lpstr>
      <vt:lpstr>kādalu rākṣasa duṣṭarannu porayalu akkare makkaḷannu/ porayalu akkare makkaḷannu</vt:lpstr>
      <vt:lpstr>kāṇuva ellava nōḍuvaḷu – kāḷi kāṇada ellava kāṇuvaḷu</vt:lpstr>
      <vt:lpstr>laya sthiti udbhava kāraṇakartaḷe kāraṇa kāraki kāḷi amma/ kāḷī mahākāḷī jaya kāḷī mahākāḷī</vt:lpstr>
      <vt:lpstr>kāḷī mahākāḷi  jaya kāḷī mahākāḷī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Cars Blocking the way</dc:title>
  <dc:creator>amritam</dc:creator>
  <cp:lastModifiedBy>Amrita</cp:lastModifiedBy>
  <cp:revision>323</cp:revision>
  <dcterms:created xsi:type="dcterms:W3CDTF">2006-08-16T00:00:00Z</dcterms:created>
  <dcterms:modified xsi:type="dcterms:W3CDTF">2025-05-14T10:19:34Z</dcterms:modified>
</cp:coreProperties>
</file>