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87" r:id="rId2"/>
    <p:sldId id="291" r:id="rId3"/>
    <p:sldId id="292" r:id="rId4"/>
    <p:sldId id="288" r:id="rId5"/>
    <p:sldId id="293" r:id="rId6"/>
    <p:sldId id="289" r:id="rId7"/>
    <p:sldId id="294" r:id="rId8"/>
    <p:sldId id="290" r:id="rId9"/>
    <p:sldId id="295" r:id="rId1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srgbClr val="FF0000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4587" autoAdjust="0"/>
    <p:restoredTop sz="86441" autoAdjust="0"/>
  </p:normalViewPr>
  <p:slideViewPr>
    <p:cSldViewPr>
      <p:cViewPr varScale="1">
        <p:scale>
          <a:sx n="99" d="100"/>
          <a:sy n="99" d="100"/>
        </p:scale>
        <p:origin x="-1974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162"/>
    </p:cViewPr>
  </p:outlin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41776F-C5E4-4D79-8409-3173ED07A66F}" type="datetimeFigureOut">
              <a:rPr lang="en-US" smtClean="0"/>
              <a:pPr/>
              <a:t>5/8/2025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984ED3-0A26-466E-9119-AEC6D927E7CC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9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54" r:id="rId1"/>
  </p:sldLayoutIdLst>
  <p:transition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600" dirty="0" err="1" smtClean="0"/>
              <a:t>prēmāmṛtattinde</a:t>
            </a:r>
            <a:r>
              <a:rPr lang="en-US" sz="6600" dirty="0" smtClean="0"/>
              <a:t> </a:t>
            </a:r>
            <a:r>
              <a:rPr lang="en-US" sz="6600" dirty="0" err="1" smtClean="0"/>
              <a:t>nanav-ūṙum</a:t>
            </a:r>
            <a:r>
              <a:rPr lang="en-US" sz="6600" dirty="0" smtClean="0"/>
              <a:t> </a:t>
            </a:r>
            <a:r>
              <a:rPr lang="en-US" sz="6600" dirty="0" err="1" smtClean="0"/>
              <a:t>mizhiyiṇa</a:t>
            </a:r>
            <a:endParaRPr lang="en-US" sz="66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ml-IN" sz="6000" dirty="0" smtClean="0">
                <a:solidFill>
                  <a:srgbClr val="FFFF00"/>
                </a:solidFill>
              </a:rPr>
              <a:t>2025</a:t>
            </a:r>
          </a:p>
          <a:p>
            <a:pPr algn="ctr"/>
            <a:r>
              <a:rPr lang="en-IN" sz="6000" dirty="0" smtClean="0">
                <a:solidFill>
                  <a:srgbClr val="FFFF00"/>
                </a:solidFill>
              </a:rPr>
              <a:t>(Malayalam)</a:t>
            </a:r>
            <a:endParaRPr lang="en-US" sz="60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000" dirty="0" err="1" smtClean="0"/>
              <a:t>prēmāmṛtattinde</a:t>
            </a:r>
            <a:r>
              <a:rPr lang="en-US" sz="6000" dirty="0" smtClean="0"/>
              <a:t> </a:t>
            </a:r>
            <a:r>
              <a:rPr lang="en-US" sz="6000" dirty="0" err="1" smtClean="0"/>
              <a:t>nanav-ūṙum</a:t>
            </a:r>
            <a:r>
              <a:rPr lang="en-US" sz="6000" dirty="0" smtClean="0"/>
              <a:t> </a:t>
            </a:r>
            <a:r>
              <a:rPr lang="en-US" sz="6000" dirty="0" err="1" smtClean="0"/>
              <a:t>mizhiyiṇa</a:t>
            </a:r>
            <a:r>
              <a:rPr lang="en-US" sz="6000" dirty="0" smtClean="0"/>
              <a:t/>
            </a:r>
            <a:br>
              <a:rPr lang="en-US" sz="6000" dirty="0" smtClean="0"/>
            </a:br>
            <a:r>
              <a:rPr lang="en-US" sz="6000" dirty="0" err="1" smtClean="0"/>
              <a:t>ini</a:t>
            </a:r>
            <a:r>
              <a:rPr lang="en-US" sz="6000" dirty="0" smtClean="0"/>
              <a:t> </a:t>
            </a:r>
            <a:r>
              <a:rPr lang="en-US" sz="6000" dirty="0" err="1" smtClean="0"/>
              <a:t>ennu</a:t>
            </a:r>
            <a:r>
              <a:rPr lang="en-US" sz="6000" dirty="0" smtClean="0"/>
              <a:t> </a:t>
            </a:r>
            <a:r>
              <a:rPr lang="en-US" sz="6000" dirty="0" err="1" smtClean="0"/>
              <a:t>kaṇḍīḍum</a:t>
            </a:r>
            <a:r>
              <a:rPr lang="en-US" sz="6000" dirty="0" smtClean="0"/>
              <a:t> </a:t>
            </a:r>
            <a:r>
              <a:rPr lang="en-US" sz="6000" dirty="0" err="1" smtClean="0"/>
              <a:t>ñān</a:t>
            </a:r>
            <a:r>
              <a:rPr lang="en-US" sz="6000" dirty="0" smtClean="0"/>
              <a:t>? </a:t>
            </a:r>
            <a:r>
              <a:rPr lang="en-US" sz="6000" dirty="0" err="1" smtClean="0"/>
              <a:t>ammē</a:t>
            </a:r>
            <a:r>
              <a:rPr lang="en-US" sz="6000" dirty="0" smtClean="0"/>
              <a:t>…/</a:t>
            </a:r>
            <a:endParaRPr lang="en-US" sz="60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6000" dirty="0" smtClean="0">
                <a:solidFill>
                  <a:srgbClr val="FFFF00"/>
                </a:solidFill>
              </a:rPr>
              <a:t>When will I see those eyes brimming with divine love? </a:t>
            </a:r>
            <a:endParaRPr lang="en-US" sz="60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5400" dirty="0" err="1" smtClean="0"/>
              <a:t>akatārin-uṇarv-ēkum</a:t>
            </a:r>
            <a:r>
              <a:rPr lang="en-US" sz="5400" dirty="0" smtClean="0"/>
              <a:t> </a:t>
            </a:r>
            <a:r>
              <a:rPr lang="en-US" sz="5400" dirty="0" err="1" smtClean="0"/>
              <a:t>madhu-mozhimuttukaḷ</a:t>
            </a:r>
            <a:r>
              <a:rPr lang="en-US" sz="5400" dirty="0" smtClean="0"/>
              <a:t/>
            </a:r>
            <a:br>
              <a:rPr lang="en-US" sz="5400" dirty="0" smtClean="0"/>
            </a:br>
            <a:r>
              <a:rPr lang="en-US" sz="5400" dirty="0" err="1" smtClean="0"/>
              <a:t>ini</a:t>
            </a:r>
            <a:r>
              <a:rPr lang="en-US" sz="5400" dirty="0" smtClean="0"/>
              <a:t> </a:t>
            </a:r>
            <a:r>
              <a:rPr lang="en-US" sz="5400" dirty="0" err="1" smtClean="0"/>
              <a:t>ennu</a:t>
            </a:r>
            <a:r>
              <a:rPr lang="en-US" sz="5400" dirty="0" smtClean="0"/>
              <a:t> </a:t>
            </a:r>
            <a:r>
              <a:rPr lang="en-US" sz="5400" dirty="0" err="1" smtClean="0"/>
              <a:t>kēṭṭīḍum</a:t>
            </a:r>
            <a:r>
              <a:rPr lang="en-US" sz="5400" dirty="0" smtClean="0"/>
              <a:t> </a:t>
            </a:r>
            <a:r>
              <a:rPr lang="en-US" sz="5400" dirty="0" err="1" smtClean="0"/>
              <a:t>ñān</a:t>
            </a:r>
            <a:r>
              <a:rPr lang="en-US" sz="5400" dirty="0" smtClean="0"/>
              <a:t>?</a:t>
            </a:r>
            <a:br>
              <a:rPr lang="en-US" sz="5400" dirty="0" smtClean="0"/>
            </a:br>
            <a:r>
              <a:rPr lang="en-US" sz="5400" dirty="0" err="1" smtClean="0"/>
              <a:t>ammē</a:t>
            </a:r>
            <a:r>
              <a:rPr lang="en-US" sz="5400" dirty="0" smtClean="0"/>
              <a:t> </a:t>
            </a:r>
            <a:r>
              <a:rPr lang="en-US" sz="5400" dirty="0" err="1" smtClean="0"/>
              <a:t>ini</a:t>
            </a:r>
            <a:r>
              <a:rPr lang="en-US" sz="5400" dirty="0" smtClean="0"/>
              <a:t> </a:t>
            </a:r>
            <a:r>
              <a:rPr lang="en-US" sz="5400" dirty="0" err="1" smtClean="0"/>
              <a:t>ennu</a:t>
            </a:r>
            <a:r>
              <a:rPr lang="en-US" sz="5400" dirty="0" smtClean="0"/>
              <a:t> </a:t>
            </a:r>
            <a:r>
              <a:rPr lang="en-US" sz="5400" dirty="0" err="1" smtClean="0"/>
              <a:t>kēṭṭīḍum</a:t>
            </a:r>
            <a:r>
              <a:rPr lang="en-US" sz="5400" dirty="0" smtClean="0"/>
              <a:t> </a:t>
            </a:r>
            <a:r>
              <a:rPr lang="en-US" sz="5400" dirty="0" err="1" smtClean="0"/>
              <a:t>ñān</a:t>
            </a:r>
            <a:r>
              <a:rPr lang="en-US" sz="5400" dirty="0" smtClean="0"/>
              <a:t>?</a:t>
            </a:r>
            <a:endParaRPr lang="en-US" sz="54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5400" dirty="0" smtClean="0">
                <a:solidFill>
                  <a:srgbClr val="FFFF00"/>
                </a:solidFill>
              </a:rPr>
              <a:t>When </a:t>
            </a:r>
            <a:r>
              <a:rPr lang="en-US" sz="5400" dirty="0" smtClean="0">
                <a:solidFill>
                  <a:srgbClr val="FFFF00"/>
                </a:solidFill>
              </a:rPr>
              <a:t>will I hear those sweet words that rejuvenate the soul? O Mother, when will I hear those words? </a:t>
            </a:r>
            <a:endParaRPr lang="en-US" sz="54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000" dirty="0" err="1" smtClean="0"/>
              <a:t>praṇamicciḍunnu</a:t>
            </a:r>
            <a:r>
              <a:rPr lang="en-US" sz="6000" dirty="0" smtClean="0"/>
              <a:t> </a:t>
            </a:r>
            <a:r>
              <a:rPr lang="en-US" sz="6000" dirty="0" err="1" smtClean="0"/>
              <a:t>ñān</a:t>
            </a:r>
            <a:r>
              <a:rPr lang="en-US" sz="6000" dirty="0" smtClean="0"/>
              <a:t> </a:t>
            </a:r>
            <a:r>
              <a:rPr lang="en-US" sz="6000" dirty="0" err="1" smtClean="0"/>
              <a:t>ammē</a:t>
            </a:r>
            <a:r>
              <a:rPr lang="en-US" sz="6000" dirty="0" smtClean="0"/>
              <a:t> </a:t>
            </a:r>
            <a:r>
              <a:rPr lang="en-US" sz="6000" dirty="0" err="1" smtClean="0"/>
              <a:t>nin</a:t>
            </a:r>
            <a:r>
              <a:rPr lang="en-US" sz="6000" dirty="0" smtClean="0"/>
              <a:t> </a:t>
            </a:r>
            <a:r>
              <a:rPr lang="en-US" sz="6000" dirty="0" err="1" smtClean="0"/>
              <a:t>kazhaliṇa</a:t>
            </a:r>
            <a:r>
              <a:rPr lang="en-US" sz="6000" dirty="0" smtClean="0"/>
              <a:t/>
            </a:r>
            <a:br>
              <a:rPr lang="en-US" sz="6000" dirty="0" smtClean="0"/>
            </a:br>
            <a:r>
              <a:rPr lang="en-US" sz="6000" dirty="0" err="1" smtClean="0"/>
              <a:t>tuṇa</a:t>
            </a:r>
            <a:r>
              <a:rPr lang="en-US" sz="6000" dirty="0" smtClean="0"/>
              <a:t> </a:t>
            </a:r>
            <a:r>
              <a:rPr lang="en-US" sz="6000" dirty="0" err="1" smtClean="0"/>
              <a:t>enikkēkukillē</a:t>
            </a:r>
            <a:endParaRPr lang="en-US" sz="60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6000" dirty="0" smtClean="0">
                <a:solidFill>
                  <a:srgbClr val="FFFF00"/>
                </a:solidFill>
              </a:rPr>
              <a:t>O Mother, I bow down at your sacred feet, will you not give me your support? </a:t>
            </a:r>
            <a:endParaRPr lang="en-US" sz="60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5400" dirty="0" err="1" smtClean="0"/>
              <a:t>onnu</a:t>
            </a:r>
            <a:r>
              <a:rPr lang="en-US" sz="5400" dirty="0" smtClean="0"/>
              <a:t> </a:t>
            </a:r>
            <a:r>
              <a:rPr lang="en-US" sz="5400" dirty="0" err="1" smtClean="0"/>
              <a:t>kaniññ-enne</a:t>
            </a:r>
            <a:r>
              <a:rPr lang="en-US" sz="5400" dirty="0" smtClean="0"/>
              <a:t> </a:t>
            </a:r>
            <a:r>
              <a:rPr lang="en-US" sz="5400" dirty="0" err="1" smtClean="0"/>
              <a:t>karaḷil</a:t>
            </a:r>
            <a:r>
              <a:rPr lang="en-US" sz="5400" dirty="0" smtClean="0"/>
              <a:t> </a:t>
            </a:r>
            <a:r>
              <a:rPr lang="en-US" sz="5400" dirty="0" err="1" smtClean="0"/>
              <a:t>nī</a:t>
            </a:r>
            <a:r>
              <a:rPr lang="en-US" sz="5400" dirty="0" smtClean="0"/>
              <a:t> </a:t>
            </a:r>
            <a:r>
              <a:rPr lang="en-US" sz="5400" dirty="0" err="1" smtClean="0"/>
              <a:t>karutukil</a:t>
            </a:r>
            <a:r>
              <a:rPr lang="en-US" sz="5400" dirty="0" smtClean="0"/>
              <a:t/>
            </a:r>
            <a:br>
              <a:rPr lang="en-US" sz="5400" dirty="0" smtClean="0"/>
            </a:br>
            <a:r>
              <a:rPr lang="en-US" sz="5400" dirty="0" err="1" smtClean="0"/>
              <a:t>kanal</a:t>
            </a:r>
            <a:r>
              <a:rPr lang="en-US" sz="5400" dirty="0" smtClean="0"/>
              <a:t> </a:t>
            </a:r>
            <a:r>
              <a:rPr lang="en-US" sz="5400" dirty="0" err="1" smtClean="0"/>
              <a:t>ennil</a:t>
            </a:r>
            <a:r>
              <a:rPr lang="en-US" sz="5400" dirty="0" smtClean="0"/>
              <a:t> </a:t>
            </a:r>
            <a:r>
              <a:rPr lang="en-US" sz="5400" dirty="0" err="1" smtClean="0"/>
              <a:t>aṇayukillē</a:t>
            </a:r>
            <a:r>
              <a:rPr lang="en-US" sz="5400" dirty="0" smtClean="0"/>
              <a:t>? </a:t>
            </a:r>
            <a:r>
              <a:rPr lang="en-US" sz="5400" dirty="0" err="1" smtClean="0"/>
              <a:t>duḥkhatī</a:t>
            </a:r>
            <a:r>
              <a:rPr lang="en-US" sz="5400" dirty="0" smtClean="0"/>
              <a:t/>
            </a:r>
            <a:br>
              <a:rPr lang="en-US" sz="5400" dirty="0" smtClean="0"/>
            </a:br>
            <a:r>
              <a:rPr lang="en-US" sz="5400" dirty="0" err="1" smtClean="0"/>
              <a:t>kanal</a:t>
            </a:r>
            <a:r>
              <a:rPr lang="en-US" sz="5400" dirty="0" smtClean="0"/>
              <a:t> </a:t>
            </a:r>
            <a:r>
              <a:rPr lang="en-US" sz="5400" dirty="0" err="1" smtClean="0"/>
              <a:t>ennil</a:t>
            </a:r>
            <a:r>
              <a:rPr lang="en-US" sz="5400" dirty="0" smtClean="0"/>
              <a:t> </a:t>
            </a:r>
            <a:r>
              <a:rPr lang="en-US" sz="5400" dirty="0" err="1" smtClean="0"/>
              <a:t>aṇayukillē</a:t>
            </a:r>
            <a:r>
              <a:rPr lang="en-US" sz="5400" dirty="0" smtClean="0"/>
              <a:t>?</a:t>
            </a:r>
            <a:endParaRPr lang="en-US" sz="54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5400" dirty="0" smtClean="0">
                <a:solidFill>
                  <a:srgbClr val="FFFF00"/>
                </a:solidFill>
              </a:rPr>
              <a:t>Will </a:t>
            </a:r>
            <a:r>
              <a:rPr lang="en-US" sz="5400" dirty="0" smtClean="0">
                <a:solidFill>
                  <a:srgbClr val="FFFF00"/>
                </a:solidFill>
              </a:rPr>
              <a:t>you not compassionately keep me within your heart and extinguish the fire of sorrow within me?</a:t>
            </a:r>
            <a:endParaRPr lang="en-US" sz="54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600" dirty="0" err="1" smtClean="0"/>
              <a:t>kāruṇya-dhāmamē</a:t>
            </a:r>
            <a:r>
              <a:rPr lang="en-US" sz="6600" dirty="0" smtClean="0"/>
              <a:t> </a:t>
            </a:r>
            <a:r>
              <a:rPr lang="en-US" sz="6600" dirty="0" err="1" smtClean="0"/>
              <a:t>nin</a:t>
            </a:r>
            <a:r>
              <a:rPr lang="en-US" sz="6600" dirty="0" smtClean="0"/>
              <a:t> </a:t>
            </a:r>
            <a:r>
              <a:rPr lang="en-US" sz="6600" dirty="0" err="1" smtClean="0"/>
              <a:t>kazhal</a:t>
            </a:r>
            <a:r>
              <a:rPr lang="en-US" sz="6600" dirty="0" smtClean="0"/>
              <a:t> </a:t>
            </a:r>
            <a:r>
              <a:rPr lang="en-US" sz="6600" dirty="0" err="1" smtClean="0"/>
              <a:t>viṭṭoru</a:t>
            </a:r>
            <a:r>
              <a:rPr lang="en-US" sz="6600" dirty="0" smtClean="0"/>
              <a:t/>
            </a:r>
            <a:br>
              <a:rPr lang="en-US" sz="6600" dirty="0" smtClean="0"/>
            </a:br>
            <a:r>
              <a:rPr lang="en-US" sz="6600" dirty="0" err="1" smtClean="0"/>
              <a:t>jīvitam</a:t>
            </a:r>
            <a:r>
              <a:rPr lang="en-US" sz="6600" dirty="0" smtClean="0"/>
              <a:t> </a:t>
            </a:r>
            <a:r>
              <a:rPr lang="en-US" sz="6600" dirty="0" err="1" smtClean="0"/>
              <a:t>ēkiḍollē</a:t>
            </a:r>
            <a:endParaRPr lang="en-US" sz="6600" dirty="0" smtClean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6000" dirty="0" smtClean="0">
                <a:solidFill>
                  <a:srgbClr val="FFFF00"/>
                </a:solidFill>
              </a:rPr>
              <a:t>O abode of compassion, never let me live a life away from your sacred feet. </a:t>
            </a:r>
            <a:endParaRPr lang="en-US" sz="60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5400" dirty="0" err="1" smtClean="0"/>
              <a:t>paramārtha</a:t>
            </a:r>
            <a:r>
              <a:rPr lang="en-US" sz="5400" dirty="0" smtClean="0"/>
              <a:t> </a:t>
            </a:r>
            <a:r>
              <a:rPr lang="en-US" sz="5400" dirty="0" err="1" smtClean="0"/>
              <a:t>bōdham</a:t>
            </a:r>
            <a:r>
              <a:rPr lang="en-US" sz="5400" dirty="0" smtClean="0"/>
              <a:t> </a:t>
            </a:r>
            <a:r>
              <a:rPr lang="en-US" sz="5400" dirty="0" err="1" smtClean="0"/>
              <a:t>uṇarttuma</a:t>
            </a:r>
            <a:r>
              <a:rPr lang="en-US" sz="5400" dirty="0" smtClean="0"/>
              <a:t> </a:t>
            </a:r>
            <a:r>
              <a:rPr lang="en-US" sz="5400" dirty="0" err="1" smtClean="0"/>
              <a:t>tṛppāda</a:t>
            </a:r>
            <a:r>
              <a:rPr lang="en-US" sz="5400" dirty="0" smtClean="0"/>
              <a:t/>
            </a:r>
            <a:br>
              <a:rPr lang="en-US" sz="5400" dirty="0" smtClean="0"/>
            </a:br>
            <a:r>
              <a:rPr lang="en-US" sz="5400" dirty="0" err="1" smtClean="0"/>
              <a:t>vismṛti</a:t>
            </a:r>
            <a:r>
              <a:rPr lang="en-US" sz="5400" dirty="0" smtClean="0"/>
              <a:t> </a:t>
            </a:r>
            <a:r>
              <a:rPr lang="en-US" sz="5400" dirty="0" err="1" smtClean="0"/>
              <a:t>ēkiḍollē</a:t>
            </a:r>
            <a:r>
              <a:rPr lang="en-US" sz="5400" dirty="0" smtClean="0"/>
              <a:t> </a:t>
            </a:r>
            <a:r>
              <a:rPr lang="en-US" sz="5400" dirty="0" err="1" smtClean="0"/>
              <a:t>ammē</a:t>
            </a:r>
            <a:r>
              <a:rPr lang="en-US" sz="5400" dirty="0" smtClean="0"/>
              <a:t/>
            </a:r>
            <a:br>
              <a:rPr lang="en-US" sz="5400" dirty="0" smtClean="0"/>
            </a:br>
            <a:r>
              <a:rPr lang="en-US" sz="5400" dirty="0" err="1" smtClean="0"/>
              <a:t>durmati</a:t>
            </a:r>
            <a:r>
              <a:rPr lang="en-US" sz="5400" dirty="0" smtClean="0"/>
              <a:t> </a:t>
            </a:r>
            <a:r>
              <a:rPr lang="en-US" sz="5400" dirty="0" err="1" smtClean="0"/>
              <a:t>ēkiḍollē</a:t>
            </a:r>
            <a:endParaRPr lang="en-US" sz="5400" dirty="0" smtClean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5400" dirty="0" smtClean="0">
                <a:solidFill>
                  <a:srgbClr val="FFFF00"/>
                </a:solidFill>
              </a:rPr>
              <a:t>Let </a:t>
            </a:r>
            <a:r>
              <a:rPr lang="en-US" sz="5400" dirty="0" smtClean="0">
                <a:solidFill>
                  <a:srgbClr val="FFFF00"/>
                </a:solidFill>
              </a:rPr>
              <a:t>me never forget those divine feet that bestow true knowledge. May I never be overcome by arrogance.</a:t>
            </a:r>
            <a:endParaRPr lang="en-US" sz="54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600" dirty="0" err="1" smtClean="0"/>
              <a:t>khēdikkill-ini</a:t>
            </a:r>
            <a:r>
              <a:rPr lang="en-US" sz="6600" dirty="0" smtClean="0"/>
              <a:t> </a:t>
            </a:r>
            <a:r>
              <a:rPr lang="en-US" sz="6600" dirty="0" err="1" smtClean="0"/>
              <a:t>mēlil</a:t>
            </a:r>
            <a:r>
              <a:rPr lang="en-US" sz="6600" dirty="0" smtClean="0"/>
              <a:t> </a:t>
            </a:r>
            <a:r>
              <a:rPr lang="en-US" sz="6600" dirty="0" err="1" smtClean="0"/>
              <a:t>jananī</a:t>
            </a:r>
            <a:r>
              <a:rPr lang="en-US" sz="6600" dirty="0" smtClean="0"/>
              <a:t> </a:t>
            </a:r>
            <a:r>
              <a:rPr lang="en-US" sz="6600" dirty="0" err="1" smtClean="0"/>
              <a:t>nī</a:t>
            </a:r>
            <a:r>
              <a:rPr lang="en-US" sz="6600" dirty="0" smtClean="0"/>
              <a:t> </a:t>
            </a:r>
            <a:r>
              <a:rPr lang="en-US" sz="6600" dirty="0" err="1" smtClean="0"/>
              <a:t>ennuḍe</a:t>
            </a:r>
            <a:r>
              <a:rPr lang="en-US" sz="6600" dirty="0" smtClean="0"/>
              <a:t/>
            </a:r>
            <a:br>
              <a:rPr lang="en-US" sz="6600" dirty="0" smtClean="0"/>
            </a:br>
            <a:r>
              <a:rPr lang="en-US" sz="6600" dirty="0" err="1" smtClean="0"/>
              <a:t>cāratt-aṇaññīḍukil</a:t>
            </a:r>
            <a:endParaRPr lang="en-US" sz="6600" dirty="0" smtClean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6600" dirty="0" smtClean="0">
                <a:solidFill>
                  <a:srgbClr val="FFFF00"/>
                </a:solidFill>
              </a:rPr>
              <a:t>I will not grieve anymore, O Mother, if only you stand beside me. </a:t>
            </a:r>
            <a:endParaRPr lang="en-US" sz="66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5400" dirty="0" err="1" smtClean="0"/>
              <a:t>alayil</a:t>
            </a:r>
            <a:r>
              <a:rPr lang="en-US" sz="5400" dirty="0" smtClean="0"/>
              <a:t> </a:t>
            </a:r>
            <a:r>
              <a:rPr lang="en-US" sz="5400" dirty="0" err="1" smtClean="0"/>
              <a:t>peṭṭila</a:t>
            </a:r>
            <a:r>
              <a:rPr lang="en-US" sz="5400" dirty="0" smtClean="0"/>
              <a:t> </a:t>
            </a:r>
            <a:r>
              <a:rPr lang="en-US" sz="5400" dirty="0" err="1" smtClean="0"/>
              <a:t>pōle</a:t>
            </a:r>
            <a:r>
              <a:rPr lang="en-US" sz="5400" dirty="0" smtClean="0"/>
              <a:t> </a:t>
            </a:r>
            <a:r>
              <a:rPr lang="en-US" sz="5400" dirty="0" err="1" smtClean="0"/>
              <a:t>duḥkhattil</a:t>
            </a:r>
            <a:r>
              <a:rPr lang="en-US" sz="5400" dirty="0" smtClean="0"/>
              <a:t> </a:t>
            </a:r>
            <a:r>
              <a:rPr lang="en-US" sz="5400" dirty="0" err="1" smtClean="0"/>
              <a:t>ulayāte</a:t>
            </a:r>
            <a:r>
              <a:rPr lang="en-US" sz="5400" dirty="0" smtClean="0"/>
              <a:t> - </a:t>
            </a:r>
            <a:r>
              <a:rPr lang="en-US" sz="5400" dirty="0" err="1" smtClean="0"/>
              <a:t>kazhal</a:t>
            </a:r>
            <a:r>
              <a:rPr lang="en-US" sz="5400" dirty="0" smtClean="0"/>
              <a:t> </a:t>
            </a:r>
            <a:r>
              <a:rPr lang="en-US" sz="5400" dirty="0" err="1" smtClean="0"/>
              <a:t>tīratt-aṇaññiḍum</a:t>
            </a:r>
            <a:r>
              <a:rPr lang="en-US" sz="5400" dirty="0" smtClean="0"/>
              <a:t> </a:t>
            </a:r>
            <a:r>
              <a:rPr lang="en-US" sz="5400" dirty="0" err="1" smtClean="0"/>
              <a:t>ñān</a:t>
            </a:r>
            <a:r>
              <a:rPr lang="en-US" sz="5400" dirty="0" smtClean="0"/>
              <a:t> </a:t>
            </a:r>
            <a:r>
              <a:rPr lang="en-US" sz="5400" dirty="0" smtClean="0"/>
              <a:t>- </a:t>
            </a:r>
            <a:r>
              <a:rPr lang="en-US" sz="5400" dirty="0" err="1" smtClean="0"/>
              <a:t>ammē</a:t>
            </a:r>
            <a:r>
              <a:rPr lang="en-US" sz="5400" dirty="0" smtClean="0"/>
              <a:t> </a:t>
            </a:r>
            <a:r>
              <a:rPr lang="en-US" sz="5400" dirty="0" err="1" smtClean="0"/>
              <a:t>nin</a:t>
            </a:r>
            <a:r>
              <a:rPr lang="en-US" sz="5400" dirty="0" smtClean="0"/>
              <a:t> </a:t>
            </a:r>
            <a:r>
              <a:rPr lang="en-US" sz="5400" dirty="0" err="1" smtClean="0"/>
              <a:t>kazhaliṇa</a:t>
            </a:r>
            <a:r>
              <a:rPr lang="en-US" sz="5400" dirty="0" smtClean="0"/>
              <a:t> </a:t>
            </a:r>
            <a:r>
              <a:rPr lang="en-US" sz="5400" dirty="0" err="1" smtClean="0"/>
              <a:t>cērnnīḍum</a:t>
            </a:r>
            <a:r>
              <a:rPr lang="en-US" sz="5400" dirty="0" smtClean="0"/>
              <a:t> </a:t>
            </a:r>
            <a:r>
              <a:rPr lang="en-US" sz="5400" dirty="0" err="1" smtClean="0"/>
              <a:t>ñān</a:t>
            </a:r>
            <a:r>
              <a:rPr lang="en-US" sz="5400" dirty="0" smtClean="0"/>
              <a:t> </a:t>
            </a:r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4400" dirty="0" smtClean="0">
                <a:solidFill>
                  <a:srgbClr val="FFFF00"/>
                </a:solidFill>
              </a:rPr>
              <a:t>No </a:t>
            </a:r>
            <a:r>
              <a:rPr lang="en-US" sz="4400" dirty="0" smtClean="0">
                <a:solidFill>
                  <a:srgbClr val="FFFF00"/>
                </a:solidFill>
              </a:rPr>
              <a:t>longer will I be swept away like a leaf in sorrow’s tide. I will reach the shore, the sanctuary of your divine feet, and there I </a:t>
            </a:r>
            <a:r>
              <a:rPr lang="en-US" sz="4400" dirty="0" smtClean="0">
                <a:solidFill>
                  <a:srgbClr val="FFFF00"/>
                </a:solidFill>
              </a:rPr>
              <a:t> will</a:t>
            </a:r>
            <a:r>
              <a:rPr lang="en-US" sz="4400" dirty="0" smtClean="0">
                <a:solidFill>
                  <a:srgbClr val="FFFF00"/>
                </a:solidFill>
              </a:rPr>
              <a:t> merge into you.</a:t>
            </a:r>
            <a:endParaRPr lang="en-US" sz="44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2902</TotalTime>
  <Words>213</Words>
  <Application>Microsoft Office PowerPoint</Application>
  <PresentationFormat>On-screen Show (4:3)</PresentationFormat>
  <Paragraphs>28</Paragraphs>
  <Slides>9</Slides>
  <Notes>9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prēmāmṛtattinde nanav-ūṙum mizhiyiṇa</vt:lpstr>
      <vt:lpstr>prēmāmṛtattinde nanav-ūṙum mizhiyiṇa ini ennu kaṇḍīḍum ñān? ammē…/</vt:lpstr>
      <vt:lpstr>akatārin-uṇarv-ēkum madhu-mozhimuttukaḷ ini ennu kēṭṭīḍum ñān? ammē ini ennu kēṭṭīḍum ñān?</vt:lpstr>
      <vt:lpstr>praṇamicciḍunnu ñān ammē nin kazhaliṇa tuṇa enikkēkukillē</vt:lpstr>
      <vt:lpstr>onnu kaniññ-enne karaḷil nī karutukil kanal ennil aṇayukillē? duḥkhatī kanal ennil aṇayukillē?</vt:lpstr>
      <vt:lpstr>kāruṇya-dhāmamē nin kazhal viṭṭoru jīvitam ēkiḍollē</vt:lpstr>
      <vt:lpstr>paramārtha bōdham uṇarttuma tṛppāda vismṛti ēkiḍollē ammē durmati ēkiḍollē</vt:lpstr>
      <vt:lpstr>khēdikkill-ini mēlil jananī nī ennuḍe cāratt-aṇaññīḍukil</vt:lpstr>
      <vt:lpstr>alayil peṭṭila pōle duḥkhattil ulayāte - kazhal tīratt-aṇaññiḍum ñān - ammē nin kazhaliṇa cērnnīḍum ñān 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Cars Blocking the way</dc:title>
  <dc:creator>amritam</dc:creator>
  <cp:lastModifiedBy>Amrita</cp:lastModifiedBy>
  <cp:revision>327</cp:revision>
  <dcterms:created xsi:type="dcterms:W3CDTF">2006-08-16T00:00:00Z</dcterms:created>
  <dcterms:modified xsi:type="dcterms:W3CDTF">2025-05-08T17:31:54Z</dcterms:modified>
</cp:coreProperties>
</file>