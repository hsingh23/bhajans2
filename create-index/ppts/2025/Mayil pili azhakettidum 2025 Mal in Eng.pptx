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6" r:id="rId2"/>
    <p:sldId id="291" r:id="rId3"/>
    <p:sldId id="290" r:id="rId4"/>
    <p:sldId id="287" r:id="rId5"/>
    <p:sldId id="292" r:id="rId6"/>
    <p:sldId id="288" r:id="rId7"/>
    <p:sldId id="293" r:id="rId8"/>
    <p:sldId id="28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mayilppīli</a:t>
            </a:r>
            <a:r>
              <a:rPr lang="en-US" sz="6600" dirty="0" smtClean="0"/>
              <a:t> </a:t>
            </a:r>
            <a:r>
              <a:rPr lang="en-US" sz="6600" dirty="0" err="1" smtClean="0"/>
              <a:t>azhakēṫṫiḍum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(Malayalam)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2025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mayilppīli</a:t>
            </a:r>
            <a:r>
              <a:rPr lang="en-US" sz="5400" dirty="0" smtClean="0"/>
              <a:t> </a:t>
            </a:r>
            <a:r>
              <a:rPr lang="en-US" sz="5400" dirty="0" err="1" smtClean="0"/>
              <a:t>azhakēṫṫiḍum</a:t>
            </a:r>
            <a:r>
              <a:rPr lang="en-US" sz="5400" dirty="0" smtClean="0"/>
              <a:t> ā </a:t>
            </a:r>
            <a:r>
              <a:rPr lang="en-US" sz="5400" dirty="0" err="1" smtClean="0"/>
              <a:t>cikurabhāramō</a:t>
            </a:r>
            <a:r>
              <a:rPr lang="en-US" sz="5400" dirty="0" smtClean="0"/>
              <a:t> </a:t>
            </a:r>
            <a:r>
              <a:rPr lang="en-US" sz="5400" dirty="0" err="1" smtClean="0"/>
              <a:t>ramyam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muḷantaṇḍatil</a:t>
            </a:r>
            <a:r>
              <a:rPr lang="en-US" sz="5400" dirty="0" smtClean="0"/>
              <a:t> </a:t>
            </a:r>
            <a:r>
              <a:rPr lang="en-US" sz="5400" dirty="0" err="1" smtClean="0"/>
              <a:t>utirnniḍum</a:t>
            </a:r>
            <a:r>
              <a:rPr lang="en-US" sz="5400" dirty="0" smtClean="0"/>
              <a:t> ā </a:t>
            </a:r>
            <a:r>
              <a:rPr lang="en-US" sz="5400" dirty="0" err="1" smtClean="0"/>
              <a:t>madhuragānamō</a:t>
            </a:r>
            <a:r>
              <a:rPr lang="en-US" sz="5400" dirty="0" smtClean="0"/>
              <a:t> </a:t>
            </a:r>
            <a:r>
              <a:rPr lang="en-US" sz="5400" dirty="0" err="1" smtClean="0"/>
              <a:t>ramyam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Is it the dark, flowing hair adorned with peacock feathers that is beautiful</a:t>
            </a:r>
            <a:r>
              <a:rPr lang="en-US" sz="4800" dirty="0" smtClean="0">
                <a:solidFill>
                  <a:srgbClr val="FFFF00"/>
                </a:solidFill>
              </a:rPr>
              <a:t>? Or </a:t>
            </a:r>
            <a:r>
              <a:rPr lang="en-US" sz="4800" dirty="0" smtClean="0">
                <a:solidFill>
                  <a:srgbClr val="FFFF00"/>
                </a:solidFill>
              </a:rPr>
              <a:t>the enchanting melody that flows from the bamboo flute</a:t>
            </a:r>
            <a:r>
              <a:rPr lang="en-US" sz="4800" dirty="0" smtClean="0">
                <a:solidFill>
                  <a:srgbClr val="FFFF00"/>
                </a:solidFill>
              </a:rPr>
              <a:t>?</a:t>
            </a:r>
            <a:endParaRPr lang="en-US" sz="48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pītāmbaramatil</a:t>
            </a:r>
            <a:r>
              <a:rPr lang="en-US" sz="5400" dirty="0" smtClean="0"/>
              <a:t> </a:t>
            </a:r>
            <a:r>
              <a:rPr lang="en-US" sz="5400" dirty="0" err="1" smtClean="0"/>
              <a:t>āvṛtam</a:t>
            </a:r>
            <a:r>
              <a:rPr lang="en-US" sz="5400" dirty="0" smtClean="0"/>
              <a:t> ā </a:t>
            </a:r>
            <a:r>
              <a:rPr lang="en-US" sz="5400" dirty="0" err="1" smtClean="0"/>
              <a:t>śyāmavarṇṇamō</a:t>
            </a:r>
            <a:r>
              <a:rPr lang="en-US" sz="5400" dirty="0" smtClean="0"/>
              <a:t> </a:t>
            </a:r>
            <a:r>
              <a:rPr lang="en-US" sz="5400" dirty="0" err="1" smtClean="0"/>
              <a:t>ramyam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karuṇāmadhurima</a:t>
            </a:r>
            <a:r>
              <a:rPr lang="en-US" sz="5400" dirty="0" smtClean="0"/>
              <a:t> </a:t>
            </a:r>
            <a:r>
              <a:rPr lang="en-US" sz="5400" dirty="0" err="1" smtClean="0"/>
              <a:t>vazhiññiḍum</a:t>
            </a:r>
            <a:r>
              <a:rPr lang="en-US" sz="5400" dirty="0" smtClean="0"/>
              <a:t> ā </a:t>
            </a:r>
            <a:r>
              <a:rPr lang="en-US" sz="5400" dirty="0" err="1" smtClean="0"/>
              <a:t>kaḍākṣasumamō</a:t>
            </a:r>
            <a:r>
              <a:rPr lang="en-US" sz="5400" dirty="0" smtClean="0"/>
              <a:t> </a:t>
            </a:r>
            <a:r>
              <a:rPr lang="en-US" sz="5400" dirty="0" err="1" smtClean="0"/>
              <a:t>ramyam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Is </a:t>
            </a:r>
            <a:r>
              <a:rPr lang="en-US" sz="4800" dirty="0" smtClean="0">
                <a:solidFill>
                  <a:srgbClr val="FFFF00"/>
                </a:solidFill>
              </a:rPr>
              <a:t>it the dusky form draped in radiant yellow silk that is beautiful</a:t>
            </a:r>
            <a:r>
              <a:rPr lang="en-US" sz="4800" dirty="0" smtClean="0">
                <a:solidFill>
                  <a:srgbClr val="FFFF00"/>
                </a:solidFill>
              </a:rPr>
              <a:t>? Or </a:t>
            </a:r>
            <a:r>
              <a:rPr lang="en-US" sz="4800" dirty="0" smtClean="0">
                <a:solidFill>
                  <a:srgbClr val="FFFF00"/>
                </a:solidFill>
              </a:rPr>
              <a:t>the tender glance from which sweet compassion pours forth?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/>
              <a:t>gōpimaṇtilaka-lasitam</a:t>
            </a:r>
            <a:r>
              <a:rPr lang="en-US" sz="4800" dirty="0" smtClean="0"/>
              <a:t> ā </a:t>
            </a:r>
            <a:r>
              <a:rPr lang="en-US" sz="4800" dirty="0" err="1" smtClean="0"/>
              <a:t>lalāḍatalamō</a:t>
            </a:r>
            <a:r>
              <a:rPr lang="en-US" sz="4800" dirty="0" smtClean="0"/>
              <a:t> </a:t>
            </a:r>
            <a:r>
              <a:rPr lang="en-US" sz="4800" dirty="0" err="1" smtClean="0"/>
              <a:t>ramyam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maṇikuṇḍalaṅgaḷoḍu</a:t>
            </a:r>
            <a:r>
              <a:rPr lang="en-US" sz="4800" dirty="0" smtClean="0"/>
              <a:t> </a:t>
            </a:r>
            <a:r>
              <a:rPr lang="en-US" sz="4800" dirty="0" err="1" smtClean="0"/>
              <a:t>viḷaṅgiḍum</a:t>
            </a:r>
            <a:r>
              <a:rPr lang="en-US" sz="4800" dirty="0" smtClean="0"/>
              <a:t> ā </a:t>
            </a:r>
            <a:r>
              <a:rPr lang="en-US" sz="4800" dirty="0" err="1" smtClean="0"/>
              <a:t>karṇṇayugaḷamō</a:t>
            </a:r>
            <a:r>
              <a:rPr lang="en-US" sz="4800" dirty="0" smtClean="0"/>
              <a:t> </a:t>
            </a:r>
            <a:r>
              <a:rPr lang="en-US" sz="4800" dirty="0" err="1" smtClean="0"/>
              <a:t>ramyam</a:t>
            </a:r>
            <a:endParaRPr lang="en-US" sz="4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Is it the brow adorned with the </a:t>
            </a:r>
            <a:r>
              <a:rPr lang="en-US" sz="4800" dirty="0" err="1" smtClean="0">
                <a:solidFill>
                  <a:srgbClr val="FFFF00"/>
                </a:solidFill>
              </a:rPr>
              <a:t>tilak</a:t>
            </a:r>
            <a:r>
              <a:rPr lang="en-US" sz="4800" dirty="0" smtClean="0">
                <a:solidFill>
                  <a:srgbClr val="FFFF00"/>
                </a:solidFill>
              </a:rPr>
              <a:t> of </a:t>
            </a:r>
            <a:r>
              <a:rPr lang="en-US" sz="4800" dirty="0" err="1" smtClean="0">
                <a:solidFill>
                  <a:srgbClr val="FFFF00"/>
                </a:solidFill>
              </a:rPr>
              <a:t>Gopichandan</a:t>
            </a:r>
            <a:r>
              <a:rPr lang="en-US" sz="4800" dirty="0" smtClean="0">
                <a:solidFill>
                  <a:srgbClr val="FFFF00"/>
                </a:solidFill>
              </a:rPr>
              <a:t> that is beautiful</a:t>
            </a:r>
            <a:r>
              <a:rPr lang="en-US" sz="4800" dirty="0" smtClean="0">
                <a:solidFill>
                  <a:srgbClr val="FFFF00"/>
                </a:solidFill>
              </a:rPr>
              <a:t>, Or </a:t>
            </a:r>
            <a:r>
              <a:rPr lang="en-US" sz="4800" dirty="0" smtClean="0">
                <a:solidFill>
                  <a:srgbClr val="FFFF00"/>
                </a:solidFill>
              </a:rPr>
              <a:t>the ears where the </a:t>
            </a:r>
            <a:r>
              <a:rPr lang="en-US" sz="4800" dirty="0" err="1" smtClean="0">
                <a:solidFill>
                  <a:srgbClr val="FFFF00"/>
                </a:solidFill>
              </a:rPr>
              <a:t>Manikundala</a:t>
            </a:r>
            <a:r>
              <a:rPr lang="en-US" sz="4800" dirty="0" smtClean="0">
                <a:solidFill>
                  <a:srgbClr val="FFFF00"/>
                </a:solidFill>
              </a:rPr>
              <a:t> earrings gleam with light</a:t>
            </a:r>
            <a:r>
              <a:rPr lang="en-US" sz="4800" dirty="0" smtClean="0">
                <a:solidFill>
                  <a:srgbClr val="FFFF00"/>
                </a:solidFill>
              </a:rPr>
              <a:t>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/>
              <a:t>anilanoḍu</a:t>
            </a:r>
            <a:r>
              <a:rPr lang="en-US" sz="4800" dirty="0" smtClean="0"/>
              <a:t> </a:t>
            </a:r>
            <a:r>
              <a:rPr lang="en-US" sz="4800" dirty="0" err="1" smtClean="0"/>
              <a:t>nṛtyaccuvaḍukaḷ</a:t>
            </a:r>
            <a:r>
              <a:rPr lang="en-US" sz="4800" dirty="0" smtClean="0"/>
              <a:t> </a:t>
            </a:r>
            <a:r>
              <a:rPr lang="en-US" sz="4800" dirty="0" err="1" smtClean="0"/>
              <a:t>vaykkum</a:t>
            </a:r>
            <a:r>
              <a:rPr lang="en-US" sz="4800" dirty="0" smtClean="0"/>
              <a:t> </a:t>
            </a:r>
            <a:r>
              <a:rPr lang="en-US" sz="4800" dirty="0" err="1" smtClean="0"/>
              <a:t>aḷakavṛndamō</a:t>
            </a:r>
            <a:r>
              <a:rPr lang="en-US" sz="4800" dirty="0" smtClean="0"/>
              <a:t> </a:t>
            </a:r>
            <a:r>
              <a:rPr lang="en-US" sz="4800" dirty="0" err="1" smtClean="0"/>
              <a:t>ramyam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aruṇimayoḍu</a:t>
            </a:r>
            <a:r>
              <a:rPr lang="en-US" sz="4800" dirty="0" smtClean="0"/>
              <a:t> </a:t>
            </a:r>
            <a:r>
              <a:rPr lang="en-US" sz="4800" dirty="0" err="1" smtClean="0"/>
              <a:t>mṛduhāsamārnnayā</a:t>
            </a:r>
            <a:r>
              <a:rPr lang="en-US" sz="4800" dirty="0" smtClean="0"/>
              <a:t> </a:t>
            </a:r>
            <a:r>
              <a:rPr lang="en-US" sz="4800" dirty="0" err="1" smtClean="0"/>
              <a:t>adharaśobhayō</a:t>
            </a:r>
            <a:r>
              <a:rPr lang="en-US" sz="4800" dirty="0" smtClean="0"/>
              <a:t> </a:t>
            </a:r>
            <a:r>
              <a:rPr lang="en-US" sz="4800" dirty="0" err="1" smtClean="0"/>
              <a:t>ramyam</a:t>
            </a:r>
            <a:endParaRPr lang="en-US" sz="4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Is </a:t>
            </a:r>
            <a:r>
              <a:rPr lang="en-US" sz="4800" dirty="0" smtClean="0">
                <a:solidFill>
                  <a:srgbClr val="FFFF00"/>
                </a:solidFill>
              </a:rPr>
              <a:t>it the heavy locks of hair that dance in the wind</a:t>
            </a:r>
            <a:r>
              <a:rPr lang="en-US" sz="4800" dirty="0" smtClean="0">
                <a:solidFill>
                  <a:srgbClr val="FFFF00"/>
                </a:solidFill>
              </a:rPr>
              <a:t>, Or </a:t>
            </a:r>
            <a:r>
              <a:rPr lang="en-US" sz="4800" dirty="0" smtClean="0">
                <a:solidFill>
                  <a:srgbClr val="FFFF00"/>
                </a:solidFill>
              </a:rPr>
              <a:t>the smiling lips aglow with a crimson radiance that are beautiful?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mauktikāvalīhāra-vilasita</a:t>
            </a:r>
            <a:r>
              <a:rPr lang="en-US" sz="5400" dirty="0" smtClean="0"/>
              <a:t> </a:t>
            </a:r>
            <a:r>
              <a:rPr lang="en-US" sz="5400" dirty="0" err="1" smtClean="0"/>
              <a:t>kaṇṭhaśrīyō</a:t>
            </a:r>
            <a:r>
              <a:rPr lang="en-US" sz="5400" dirty="0" smtClean="0"/>
              <a:t> </a:t>
            </a:r>
            <a:r>
              <a:rPr lang="en-US" sz="5400" dirty="0" err="1" smtClean="0"/>
              <a:t>ramyam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kaṅkaṇamuraḷī-dhṛtayutamām</a:t>
            </a:r>
            <a:r>
              <a:rPr lang="en-US" sz="5400" dirty="0" smtClean="0"/>
              <a:t> ā </a:t>
            </a:r>
            <a:r>
              <a:rPr lang="en-US" sz="5400" dirty="0" err="1" smtClean="0"/>
              <a:t>karābjaṅgaḷō</a:t>
            </a:r>
            <a:r>
              <a:rPr lang="en-US" sz="5400" dirty="0" smtClean="0"/>
              <a:t> </a:t>
            </a:r>
            <a:r>
              <a:rPr lang="en-US" sz="5400" dirty="0" err="1" smtClean="0"/>
              <a:t>ramyam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Is it the neck where pearl necklaces gently dance that is beautiful</a:t>
            </a:r>
            <a:r>
              <a:rPr lang="en-US" sz="4800" dirty="0" smtClean="0">
                <a:solidFill>
                  <a:srgbClr val="FFFF00"/>
                </a:solidFill>
              </a:rPr>
              <a:t>, Or </a:t>
            </a:r>
            <a:r>
              <a:rPr lang="en-US" sz="4800" dirty="0" smtClean="0">
                <a:solidFill>
                  <a:srgbClr val="FFFF00"/>
                </a:solidFill>
              </a:rPr>
              <a:t>the lotus hands, adorned with bangles and holding the bamboo flute</a:t>
            </a:r>
            <a:r>
              <a:rPr lang="en-US" sz="4800" dirty="0" smtClean="0">
                <a:solidFill>
                  <a:srgbClr val="FFFF00"/>
                </a:solidFill>
              </a:rPr>
              <a:t>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/>
              <a:t>kaustubha-maṇibhuṣita-manōjñamā</a:t>
            </a:r>
            <a:r>
              <a:rPr lang="en-US" sz="4800" dirty="0" smtClean="0"/>
              <a:t> </a:t>
            </a:r>
            <a:r>
              <a:rPr lang="en-US" sz="4800" dirty="0" err="1" smtClean="0"/>
              <a:t>vakṣasthalamō</a:t>
            </a:r>
            <a:r>
              <a:rPr lang="en-US" sz="4800" dirty="0" smtClean="0"/>
              <a:t> </a:t>
            </a:r>
            <a:r>
              <a:rPr lang="en-US" sz="4800" dirty="0" err="1" smtClean="0"/>
              <a:t>ramyam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muktamañjīra-yutamatām</a:t>
            </a:r>
            <a:r>
              <a:rPr lang="en-US" sz="4800" dirty="0" smtClean="0"/>
              <a:t> ā </a:t>
            </a:r>
            <a:r>
              <a:rPr lang="en-US" sz="4800" dirty="0" err="1" smtClean="0"/>
              <a:t>muktidānghriyō</a:t>
            </a:r>
            <a:r>
              <a:rPr lang="en-US" sz="4800" dirty="0" smtClean="0"/>
              <a:t> </a:t>
            </a:r>
            <a:r>
              <a:rPr lang="en-US" sz="4800" dirty="0" err="1" smtClean="0"/>
              <a:t>ramyam</a:t>
            </a:r>
            <a:endParaRPr lang="en-US" sz="4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Is </a:t>
            </a:r>
            <a:r>
              <a:rPr lang="en-US" sz="4800" dirty="0" smtClean="0">
                <a:solidFill>
                  <a:srgbClr val="FFFF00"/>
                </a:solidFill>
              </a:rPr>
              <a:t>it the chest adorned with the radiant </a:t>
            </a:r>
            <a:r>
              <a:rPr lang="en-US" sz="4800" dirty="0" err="1" smtClean="0">
                <a:solidFill>
                  <a:srgbClr val="FFFF00"/>
                </a:solidFill>
              </a:rPr>
              <a:t>Kaustubha</a:t>
            </a:r>
            <a:r>
              <a:rPr lang="en-US" sz="4800" dirty="0" smtClean="0">
                <a:solidFill>
                  <a:srgbClr val="FFFF00"/>
                </a:solidFill>
              </a:rPr>
              <a:t> gem that is beautiful</a:t>
            </a:r>
            <a:r>
              <a:rPr lang="en-US" sz="4800" dirty="0" smtClean="0">
                <a:solidFill>
                  <a:srgbClr val="FFFF00"/>
                </a:solidFill>
              </a:rPr>
              <a:t>, Or </a:t>
            </a:r>
            <a:r>
              <a:rPr lang="en-US" sz="4800" dirty="0" smtClean="0">
                <a:solidFill>
                  <a:srgbClr val="FFFF00"/>
                </a:solidFill>
              </a:rPr>
              <a:t>the feet graced with pearl anklets that bestow liberation?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kṛṣṇā</a:t>
            </a:r>
            <a:r>
              <a:rPr lang="en-US" sz="5400" dirty="0" smtClean="0"/>
              <a:t>… </a:t>
            </a:r>
            <a:r>
              <a:rPr lang="en-US" sz="5400" dirty="0" err="1" smtClean="0"/>
              <a:t>cārunētrā</a:t>
            </a:r>
            <a:r>
              <a:rPr lang="en-US" sz="5400" dirty="0" smtClean="0"/>
              <a:t>…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pītavastrā</a:t>
            </a:r>
            <a:r>
              <a:rPr lang="en-US" sz="5400" dirty="0" smtClean="0"/>
              <a:t>… </a:t>
            </a:r>
            <a:r>
              <a:rPr lang="en-US" sz="5400" dirty="0" err="1" smtClean="0"/>
              <a:t>śyāmagātrā</a:t>
            </a:r>
            <a:r>
              <a:rPr lang="en-US" sz="5400" dirty="0" smtClean="0"/>
              <a:t>…</a:t>
            </a:r>
            <a:br>
              <a:rPr lang="en-US" sz="5400" dirty="0" smtClean="0"/>
            </a:br>
            <a:r>
              <a:rPr lang="en-US" sz="5400" dirty="0" err="1" smtClean="0"/>
              <a:t>cittacōrā</a:t>
            </a:r>
            <a:r>
              <a:rPr lang="en-US" sz="5400" dirty="0" smtClean="0"/>
              <a:t>… </a:t>
            </a:r>
            <a:r>
              <a:rPr lang="en-US" sz="5400" dirty="0" err="1" smtClean="0"/>
              <a:t>vēṇulōlā</a:t>
            </a:r>
            <a:r>
              <a:rPr lang="en-US" sz="5400" dirty="0" smtClean="0"/>
              <a:t>… </a:t>
            </a:r>
            <a:r>
              <a:rPr lang="en-US" sz="5400" dirty="0" err="1" smtClean="0"/>
              <a:t>puṣpahāsā</a:t>
            </a:r>
            <a:r>
              <a:rPr lang="en-US" sz="5400" dirty="0" smtClean="0"/>
              <a:t>… </a:t>
            </a:r>
            <a:r>
              <a:rPr lang="en-US" sz="5400" dirty="0" err="1" smtClean="0"/>
              <a:t>hṛdinivāsā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dirty="0" smtClean="0">
                <a:solidFill>
                  <a:srgbClr val="FFFF00"/>
                </a:solidFill>
              </a:rPr>
              <a:t>Krishna of the beautiful eyes, clad in yellow robes, with a dark-hued form</a:t>
            </a:r>
            <a:r>
              <a:rPr lang="en-US" sz="4000" dirty="0" smtClean="0">
                <a:solidFill>
                  <a:srgbClr val="FFFF00"/>
                </a:solidFill>
              </a:rPr>
              <a:t>, The </a:t>
            </a:r>
            <a:r>
              <a:rPr lang="en-US" sz="4000" dirty="0" smtClean="0">
                <a:solidFill>
                  <a:srgbClr val="FFFF00"/>
                </a:solidFill>
              </a:rPr>
              <a:t>flute player who steals our hearts,</a:t>
            </a:r>
          </a:p>
          <a:p>
            <a:pPr algn="ctr"/>
            <a:r>
              <a:rPr lang="en-US" sz="4000" dirty="0" smtClean="0">
                <a:solidFill>
                  <a:srgbClr val="FFFF00"/>
                </a:solidFill>
              </a:rPr>
              <a:t>Whose blossoming smile enchants, and who dwells within our hearts.</a:t>
            </a:r>
            <a:endParaRPr lang="en-US" sz="4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2772</TotalTime>
  <Words>230</Words>
  <Application>Microsoft Office PowerPoint</Application>
  <PresentationFormat>On-screen Show (4:3)</PresentationFormat>
  <Paragraphs>26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mayilppīli azhakēṫṫiḍum</vt:lpstr>
      <vt:lpstr>mayilppīli azhakēṫṫiḍum ā cikurabhāramō ramyam muḷantaṇḍatil utirnniḍum ā madhuragānamō ramyam</vt:lpstr>
      <vt:lpstr>pītāmbaramatil āvṛtam ā śyāmavarṇṇamō ramyam karuṇāmadhurima vazhiññiḍum ā kaḍākṣasumamō ramyam</vt:lpstr>
      <vt:lpstr>gōpimaṇtilaka-lasitam ā lalāḍatalamō ramyam maṇikuṇḍalaṅgaḷoḍu viḷaṅgiḍum ā karṇṇayugaḷamō ramyam</vt:lpstr>
      <vt:lpstr>anilanoḍu nṛtyaccuvaḍukaḷ vaykkum aḷakavṛndamō ramyam aruṇimayoḍu mṛduhāsamārnnayā adharaśobhayō ramyam</vt:lpstr>
      <vt:lpstr>mauktikāvalīhāra-vilasita kaṇṭhaśrīyō ramyam kaṅkaṇamuraḷī-dhṛtayutamām ā karābjaṅgaḷō ramyam</vt:lpstr>
      <vt:lpstr>kaustubha-maṇibhuṣita-manōjñamā vakṣasthalamō ramyam muktamañjīra-yutamatām ā muktidānghriyō ramyam</vt:lpstr>
      <vt:lpstr>kṛṣṇā… cārunētrā…  pītavastrā… śyāmagātrā… cittacōrā… vēṇulōlā… puṣpahāsā… hṛdinivāsā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306</cp:revision>
  <dcterms:created xsi:type="dcterms:W3CDTF">2006-08-16T00:00:00Z</dcterms:created>
  <dcterms:modified xsi:type="dcterms:W3CDTF">2025-04-30T16:09:38Z</dcterms:modified>
</cp:coreProperties>
</file>