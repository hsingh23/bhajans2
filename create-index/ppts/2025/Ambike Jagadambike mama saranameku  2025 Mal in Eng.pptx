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0D6C8-F1E7-4FBA-B003-5618C07D7F4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0B49-B2E5-4C91-BEBE-A30E149879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ambikē jagadambikē mama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ambikē jagadambikē mama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śaraṇam ēku padāmbujē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divine Mother of the Universe, grant me refuge at your sacred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snēha-masṛṇa-lōlamām tiru-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mizhiyiṇa ennil patiyaṇē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your gaze, overflowing with love, fall upon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bhōga-lālasa talpara cittam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bhrāntamāy alaññīḍavē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mind, ever chasing after sensual pleasures, roams like a lunatic.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eṅgane mama mānasam gurōr-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aṅghri-padmē uracciḍum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how can I turn it toward you and anchor it at the feet of the Guru?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śōka-vivaśamām hṛttaḍattil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āśā-dīpam teḷikkaṇē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Please light the lamp of hope in my heart, which is heavy with sorrow.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varaṇḍ-uṇaṅgum en hṛdaya-vāḍiyil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snēhamāri pozhikkaṇē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Come, like a shower of love, to the parched garden of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svasthayalloru nāḷilum iha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baddha-paravaśa āṇu ñān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Because my mind is entangled in so many bonds, I do not experience any peace at all.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śrīpadāmbujam ēkam āśrayam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muktam ākkukī jīvanē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sacred feet are my only hope—please liberate this soul.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ambikē jagadambikē mama</vt:lpstr>
      <vt:lpstr>ambikē jagadambikē mama śaraṇam ēku padāmbujē</vt:lpstr>
      <vt:lpstr>snēha-masṛṇa-lōlamām tiru- mizhiyiṇa ennil patiyaṇē</vt:lpstr>
      <vt:lpstr>bhōga-lālasa talpara cittam bhrāntamāy alaññīḍavē</vt:lpstr>
      <vt:lpstr>eṅgane mama mānasam gurōr- aṅghri-padmē uracciḍum</vt:lpstr>
      <vt:lpstr>śōka-vivaśamām hṛttaḍattil āśā-dīpam teḷikkaṇē</vt:lpstr>
      <vt:lpstr>varaṇḍ-uṇaṅgum en hṛdaya-vāḍiyil snēhamāri pozhikkaṇē</vt:lpstr>
      <vt:lpstr>svasthayalloru nāḷilum iha baddha-paravaśa āṇu ñān</vt:lpstr>
      <vt:lpstr>śrīpadāmbujam ēkam āśrayam muktam ākkukī jīvanē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ambikē jagadambikē mama</dc:title>
  <dc:creator>Amrita</dc:creator>
  <cp:lastModifiedBy>Amrita</cp:lastModifiedBy>
  <cp:revision>1</cp:revision>
  <dcterms:created xsi:type="dcterms:W3CDTF">2025-06-11T06:35:17Z</dcterms:created>
  <dcterms:modified xsi:type="dcterms:W3CDTF">2025-06-11T06:36:41Z</dcterms:modified>
</cp:coreProperties>
</file>