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154E-EC7A-47C6-BA45-86006E1D4AF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1200-50A3-4470-B819-6CFD211385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bhavābdhi-tāriṇī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(Samskritam)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bhavābdhi-tāriṇī bhavāni bhadrakāḷikē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himādri-nandinī mahēśi mahiṣa-mardinī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Bhavani, Bhadrakali, who ferries us across the ocean of samsara, daughter of Himavan, supreme goddess, slayer of the demon Mahishasura.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sudhābdhi-vāsinī surēśi-sundarāmbikē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janārdanārcitē jaya trilōka-nāyikē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Dweller in the ocean of nectar, adored by all celestial beings, Mother Tripurasundari, sovereign of the three worlds, worshipped by Mahavishnu, victory to you!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durgē jay kāḷi jay māta bhavāni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Durga, Devi, Kali, Bhavani—victory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jay mā… jay jay mā… jay jay 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victory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samasta-pālinī sarōja-lōcanē rame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who protect and sustain all life, lotus-eyed Devi Lakshmi,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manōjñā-bhāṣiṇi mahālayaṅkari śivē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speaker of noble and melodious words, with tender, wide eyes; Into whom the universe dissolves,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niśēśa-śēkharē nirākṛtē nirāmayē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who is the absolute truth, who wears the crescent moon upon your brow, formless, sorrowless,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mṛgēndra-vāhanē dinēśa-kōṭi-bhāsvarē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rider of the mighty lion, blazing with the brilliance of a hundred thousand suns…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dinēśa-kōṭi-bhāsvarē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blazing with the brilliance of a hundred thousand suns…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durgē jay kāḷi jay māta bhavāni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Durga, Devi, Kali, Bhavani—victory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jay mā… jay jay mā… jay jay 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victory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karātta-pustakē kavitva-śakti-dāyikē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Holder of the sacred book, granter of poetic skill,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dayārdra-mānasē jaganmayē caturbhujē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compassionate one who pervades the universe, four-armed,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manōvinōdinī viśāla-lōcanē śubhē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delights our mind, with long lotus eyes, auspicious One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bhayārtti-nāśini bhajē tavāṁghrim ambikē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who delights our mind, with long lotus eyes, destroyer of fear, O Mother Ambika,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bhajē tavāṁghrim ambikē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we worship your lotus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durgē jay kāḷi jay māta bhavāni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Durga, Devi, Kali, Bhavani—victory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jay mā… jay jay mā… jay jay 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 victory to 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On-screen Show (4:3)</PresentationFormat>
  <Paragraphs>39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bhavābdhi-tāriṇī</vt:lpstr>
      <vt:lpstr>bhavābdhi-tāriṇī bhavāni bhadrakāḷikē himādri-nandinī mahēśi mahiṣa-mardinī</vt:lpstr>
      <vt:lpstr>sudhābdhi-vāsinī surēśi-sundarāmbikē janārdanārcitē jaya trilōka-nāyikē</vt:lpstr>
      <vt:lpstr>jay durgē jay kāḷi jay māta bhavāni</vt:lpstr>
      <vt:lpstr>jay jay mā… jay jay mā… jay jay mā… </vt:lpstr>
      <vt:lpstr>samasta-pālinī sarōja-lōcanē rame</vt:lpstr>
      <vt:lpstr>manōjñā-bhāṣiṇi mahālayaṅkari śivē</vt:lpstr>
      <vt:lpstr>niśēśa-śēkharē nirākṛtē nirāmayē</vt:lpstr>
      <vt:lpstr>mṛgēndra-vāhanē dinēśa-kōṭi-bhāsvarē</vt:lpstr>
      <vt:lpstr>dinēśa-kōṭi-bhāsvarē</vt:lpstr>
      <vt:lpstr>jay durgē jay kāḷi jay māta bhavāni</vt:lpstr>
      <vt:lpstr>jay jay mā… jay jay mā… jay jay mā… </vt:lpstr>
      <vt:lpstr>karātta-pustakē kavitva-śakti-dāyikē</vt:lpstr>
      <vt:lpstr>dayārdra-mānasē jaganmayē caturbhujē</vt:lpstr>
      <vt:lpstr>manōvinōdinī viśāla-lōcanē śubhē</vt:lpstr>
      <vt:lpstr>bhayārtti-nāśini bhajē tavāṁghrim ambikē</vt:lpstr>
      <vt:lpstr>bhajē tavāṁghrim ambikē</vt:lpstr>
      <vt:lpstr>jay durgē jay kāḷi jay māta bhavāni</vt:lpstr>
      <vt:lpstr>jay jay mā… jay jay mā… jay jay mā…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bhavābdhi-tāriṇī</dc:title>
  <dc:creator>Amrita</dc:creator>
  <cp:lastModifiedBy>Amrita</cp:lastModifiedBy>
  <cp:revision>1</cp:revision>
  <dcterms:created xsi:type="dcterms:W3CDTF">2025-07-27T14:57:49Z</dcterms:created>
  <dcterms:modified xsi:type="dcterms:W3CDTF">2025-07-27T14:58:44Z</dcterms:modified>
</cp:coreProperties>
</file>