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2" r:id="rId2"/>
    <p:sldId id="301" r:id="rId3"/>
    <p:sldId id="291" r:id="rId4"/>
    <p:sldId id="293" r:id="rId5"/>
    <p:sldId id="295" r:id="rId6"/>
    <p:sldId id="296" r:id="rId7"/>
    <p:sldId id="297" r:id="rId8"/>
    <p:sldId id="294" r:id="rId9"/>
    <p:sldId id="298" r:id="rId10"/>
    <p:sldId id="299" r:id="rId11"/>
    <p:sldId id="30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muppiraviyin</a:t>
            </a:r>
            <a:r>
              <a:rPr lang="en-US" sz="6600" dirty="0" smtClean="0"/>
              <a:t> </a:t>
            </a:r>
            <a:r>
              <a:rPr lang="en-US" sz="6600" dirty="0" err="1" smtClean="0"/>
              <a:t>tavamō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dirty="0" smtClean="0">
                <a:solidFill>
                  <a:srgbClr val="FFFF00"/>
                </a:solidFill>
              </a:rPr>
              <a:t>(Tamil)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muppiraviyin</a:t>
            </a:r>
            <a:r>
              <a:rPr lang="en-US" sz="6600" dirty="0" smtClean="0"/>
              <a:t> </a:t>
            </a:r>
            <a:r>
              <a:rPr lang="en-US" sz="6600" dirty="0" err="1" smtClean="0"/>
              <a:t>tavamō</a:t>
            </a:r>
            <a:r>
              <a:rPr lang="en-US" sz="6600" dirty="0" smtClean="0"/>
              <a:t> </a:t>
            </a:r>
            <a:r>
              <a:rPr lang="en-US" sz="6600" dirty="0" err="1" smtClean="0"/>
              <a:t>ammā</a:t>
            </a:r>
            <a:r>
              <a:rPr lang="en-US" sz="6600" dirty="0" smtClean="0"/>
              <a:t> </a:t>
            </a:r>
            <a:r>
              <a:rPr lang="en-US" sz="6600" dirty="0" err="1" smtClean="0"/>
              <a:t>ippiraviyin</a:t>
            </a:r>
            <a:r>
              <a:rPr lang="en-US" sz="6600" dirty="0" smtClean="0"/>
              <a:t> </a:t>
            </a:r>
            <a:r>
              <a:rPr lang="en-US" sz="6600" dirty="0" err="1" smtClean="0"/>
              <a:t>unai</a:t>
            </a:r>
            <a:r>
              <a:rPr lang="en-US" sz="6600" dirty="0" smtClean="0"/>
              <a:t> </a:t>
            </a:r>
            <a:r>
              <a:rPr lang="en-US" sz="6600" dirty="0" err="1" smtClean="0"/>
              <a:t>nān</a:t>
            </a:r>
            <a:r>
              <a:rPr lang="en-US" sz="6600" dirty="0" smtClean="0"/>
              <a:t> </a:t>
            </a:r>
            <a:r>
              <a:rPr lang="en-US" sz="6600" dirty="0" err="1" smtClean="0"/>
              <a:t>kaṇḍēn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Mother, was it because of penance done in a past life that I am able to see you in this life?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eppiravi</a:t>
            </a:r>
            <a:r>
              <a:rPr lang="en-US" sz="7200" dirty="0" smtClean="0"/>
              <a:t> </a:t>
            </a:r>
            <a:r>
              <a:rPr lang="en-US" sz="7200" dirty="0" err="1" smtClean="0"/>
              <a:t>eḍuttālum</a:t>
            </a:r>
            <a:r>
              <a:rPr lang="en-US" sz="7200" dirty="0" smtClean="0"/>
              <a:t> </a:t>
            </a:r>
            <a:r>
              <a:rPr lang="en-US" sz="7200" dirty="0" err="1" smtClean="0"/>
              <a:t>ammā</a:t>
            </a:r>
            <a:r>
              <a:rPr lang="en-US" sz="7200" dirty="0" smtClean="0"/>
              <a:t> </a:t>
            </a:r>
            <a:r>
              <a:rPr lang="en-US" sz="7200" dirty="0" err="1" smtClean="0"/>
              <a:t>unnai</a:t>
            </a:r>
            <a:r>
              <a:rPr lang="en-US" sz="7200" dirty="0" smtClean="0"/>
              <a:t> </a:t>
            </a:r>
            <a:r>
              <a:rPr lang="en-US" sz="7200" dirty="0" err="1" smtClean="0"/>
              <a:t>sārndē</a:t>
            </a:r>
            <a:r>
              <a:rPr lang="en-US" sz="7200" dirty="0" smtClean="0"/>
              <a:t> </a:t>
            </a:r>
            <a:r>
              <a:rPr lang="en-US" sz="7200" dirty="0" err="1" smtClean="0"/>
              <a:t>nān</a:t>
            </a:r>
            <a:r>
              <a:rPr lang="en-US" sz="7200" dirty="0" smtClean="0"/>
              <a:t> </a:t>
            </a:r>
            <a:r>
              <a:rPr lang="en-US" sz="7200" dirty="0" err="1" smtClean="0"/>
              <a:t>iruppēn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 </a:t>
            </a:r>
            <a:r>
              <a:rPr lang="en-US" sz="6000" dirty="0" smtClean="0">
                <a:solidFill>
                  <a:srgbClr val="FFFF00"/>
                </a:solidFill>
              </a:rPr>
              <a:t>Mother, if I have to be reborn, may I always have a close bond with you.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puviyānāl</a:t>
            </a:r>
            <a:r>
              <a:rPr lang="en-US" sz="6000" dirty="0" smtClean="0"/>
              <a:t> </a:t>
            </a:r>
            <a:r>
              <a:rPr lang="en-US" sz="6000" dirty="0" err="1" smtClean="0"/>
              <a:t>nān</a:t>
            </a:r>
            <a:r>
              <a:rPr lang="en-US" sz="6000" dirty="0" smtClean="0"/>
              <a:t> </a:t>
            </a:r>
            <a:r>
              <a:rPr lang="en-US" sz="6000" dirty="0" err="1" smtClean="0"/>
              <a:t>nilavāvēn</a:t>
            </a:r>
            <a:r>
              <a:rPr lang="en-US" sz="6000" dirty="0" smtClean="0"/>
              <a:t> </a:t>
            </a:r>
            <a:r>
              <a:rPr lang="en-US" sz="6000" dirty="0" err="1" smtClean="0"/>
              <a:t>unnai</a:t>
            </a:r>
            <a:r>
              <a:rPr lang="en-US" sz="6000" dirty="0" smtClean="0"/>
              <a:t> </a:t>
            </a:r>
            <a:r>
              <a:rPr lang="en-US" sz="6000" dirty="0" err="1" smtClean="0"/>
              <a:t>suttriyē</a:t>
            </a:r>
            <a:r>
              <a:rPr lang="en-US" sz="6000" dirty="0" smtClean="0"/>
              <a:t> </a:t>
            </a:r>
            <a:r>
              <a:rPr lang="en-US" sz="6000" dirty="0" err="1" smtClean="0"/>
              <a:t>vandiḍuvēn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 Mother, if you are the earth, I would be the moon, ever orbiting you</a:t>
            </a:r>
            <a:r>
              <a:rPr lang="en-US" sz="6000" dirty="0" smtClean="0">
                <a:solidFill>
                  <a:srgbClr val="FFFF00"/>
                </a:solidFill>
              </a:rPr>
              <a:t>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nī</a:t>
            </a:r>
            <a:r>
              <a:rPr lang="en-US" sz="6600" dirty="0" smtClean="0"/>
              <a:t> </a:t>
            </a:r>
            <a:r>
              <a:rPr lang="en-US" sz="6600" dirty="0" err="1" smtClean="0"/>
              <a:t>raviyānāl</a:t>
            </a:r>
            <a:r>
              <a:rPr lang="en-US" sz="6600" dirty="0" smtClean="0"/>
              <a:t> </a:t>
            </a:r>
            <a:r>
              <a:rPr lang="en-US" sz="6600" dirty="0" err="1" smtClean="0"/>
              <a:t>nān</a:t>
            </a:r>
            <a:r>
              <a:rPr lang="en-US" sz="6600" dirty="0" smtClean="0"/>
              <a:t> </a:t>
            </a:r>
            <a:r>
              <a:rPr lang="en-US" sz="6600" dirty="0" err="1" smtClean="0"/>
              <a:t>seḍiyāvēn</a:t>
            </a:r>
            <a:r>
              <a:rPr lang="en-US" sz="6600" dirty="0" smtClean="0"/>
              <a:t> un </a:t>
            </a:r>
            <a:r>
              <a:rPr lang="en-US" sz="6600" dirty="0" err="1" smtClean="0"/>
              <a:t>disai</a:t>
            </a:r>
            <a:r>
              <a:rPr lang="en-US" sz="6600" dirty="0" smtClean="0"/>
              <a:t> </a:t>
            </a:r>
            <a:r>
              <a:rPr lang="en-US" sz="6600" dirty="0" err="1" smtClean="0"/>
              <a:t>nōkkiyē</a:t>
            </a:r>
            <a:r>
              <a:rPr lang="en-US" sz="6600" dirty="0" smtClean="0"/>
              <a:t> </a:t>
            </a:r>
            <a:r>
              <a:rPr lang="en-US" sz="6600" dirty="0" err="1" smtClean="0"/>
              <a:t>pārttiruppēn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If </a:t>
            </a:r>
            <a:r>
              <a:rPr lang="en-US" sz="6600" dirty="0" smtClean="0">
                <a:solidFill>
                  <a:srgbClr val="FFFF00"/>
                </a:solidFill>
              </a:rPr>
              <a:t>you are the sun, I would be a plant, facing you always</a:t>
            </a:r>
            <a:r>
              <a:rPr lang="en-US" sz="6600" dirty="0" smtClean="0">
                <a:solidFill>
                  <a:srgbClr val="FFFF00"/>
                </a:solidFill>
              </a:rPr>
              <a:t>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nī</a:t>
            </a:r>
            <a:r>
              <a:rPr lang="en-US" sz="6600" dirty="0" smtClean="0"/>
              <a:t> </a:t>
            </a:r>
            <a:r>
              <a:rPr lang="en-US" sz="6600" dirty="0" err="1" smtClean="0"/>
              <a:t>mazhaiyānāl</a:t>
            </a:r>
            <a:r>
              <a:rPr lang="en-US" sz="6600" dirty="0" smtClean="0"/>
              <a:t> </a:t>
            </a:r>
            <a:r>
              <a:rPr lang="en-US" sz="6600" dirty="0" err="1" smtClean="0"/>
              <a:t>vānavillāvēn</a:t>
            </a:r>
            <a:r>
              <a:rPr lang="en-US" sz="6600" dirty="0" smtClean="0"/>
              <a:t> </a:t>
            </a:r>
            <a:r>
              <a:rPr lang="en-US" sz="6600" dirty="0" err="1" smtClean="0"/>
              <a:t>vaṇṇaṅkaḷāl</a:t>
            </a:r>
            <a:r>
              <a:rPr lang="en-US" sz="6600" dirty="0" smtClean="0"/>
              <a:t> </a:t>
            </a:r>
            <a:r>
              <a:rPr lang="en-US" sz="6600" dirty="0" err="1" smtClean="0"/>
              <a:t>unnai</a:t>
            </a:r>
            <a:r>
              <a:rPr lang="en-US" sz="6600" dirty="0" smtClean="0"/>
              <a:t> </a:t>
            </a:r>
            <a:r>
              <a:rPr lang="en-US" sz="6600" dirty="0" err="1" smtClean="0"/>
              <a:t>varavērppēn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If </a:t>
            </a:r>
            <a:r>
              <a:rPr lang="en-US" sz="6000" dirty="0" smtClean="0">
                <a:solidFill>
                  <a:srgbClr val="FFFF00"/>
                </a:solidFill>
              </a:rPr>
              <a:t>you are rain, I would be the rainbow, welcoming you with a profusion of </a:t>
            </a:r>
            <a:r>
              <a:rPr lang="en-US" sz="6000" dirty="0" err="1" smtClean="0">
                <a:solidFill>
                  <a:srgbClr val="FFFF00"/>
                </a:solidFill>
              </a:rPr>
              <a:t>colours</a:t>
            </a:r>
            <a:r>
              <a:rPr lang="en-US" sz="6000" dirty="0" smtClean="0">
                <a:solidFill>
                  <a:srgbClr val="FFFF00"/>
                </a:solidFill>
              </a:rPr>
              <a:t>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nī</a:t>
            </a:r>
            <a:r>
              <a:rPr lang="en-US" sz="6600" dirty="0" smtClean="0"/>
              <a:t> </a:t>
            </a:r>
            <a:r>
              <a:rPr lang="en-US" sz="6600" dirty="0" err="1" smtClean="0"/>
              <a:t>malaiyānāl</a:t>
            </a:r>
            <a:r>
              <a:rPr lang="en-US" sz="6600" dirty="0" smtClean="0"/>
              <a:t> </a:t>
            </a:r>
            <a:r>
              <a:rPr lang="en-US" sz="6600" dirty="0" err="1" smtClean="0"/>
              <a:t>nān</a:t>
            </a:r>
            <a:r>
              <a:rPr lang="en-US" sz="6600" dirty="0" smtClean="0"/>
              <a:t> </a:t>
            </a:r>
            <a:r>
              <a:rPr lang="en-US" sz="6600" dirty="0" err="1" smtClean="0"/>
              <a:t>paniyāvēn</a:t>
            </a:r>
            <a:r>
              <a:rPr lang="en-US" sz="6600" dirty="0" smtClean="0"/>
              <a:t> </a:t>
            </a:r>
            <a:r>
              <a:rPr lang="en-US" sz="6600" dirty="0" err="1" smtClean="0"/>
              <a:t>panittuḷiyāl</a:t>
            </a:r>
            <a:r>
              <a:rPr lang="en-US" sz="6600" dirty="0" smtClean="0"/>
              <a:t> </a:t>
            </a:r>
            <a:r>
              <a:rPr lang="en-US" sz="6600" dirty="0" err="1" smtClean="0"/>
              <a:t>unnai</a:t>
            </a:r>
            <a:r>
              <a:rPr lang="en-US" sz="6600" dirty="0" smtClean="0"/>
              <a:t> </a:t>
            </a:r>
            <a:r>
              <a:rPr lang="en-US" sz="6600" dirty="0" err="1" smtClean="0"/>
              <a:t>arccippēn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If </a:t>
            </a:r>
            <a:r>
              <a:rPr lang="en-US" sz="6000" dirty="0" smtClean="0">
                <a:solidFill>
                  <a:srgbClr val="FFFF00"/>
                </a:solidFill>
              </a:rPr>
              <a:t>you are a mountain, I would be snow, showering you with snowflakes.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nī</a:t>
            </a:r>
            <a:r>
              <a:rPr lang="en-US" sz="6600" dirty="0" smtClean="0"/>
              <a:t> </a:t>
            </a:r>
            <a:r>
              <a:rPr lang="en-US" sz="6600" dirty="0" err="1" smtClean="0"/>
              <a:t>maramānāl</a:t>
            </a:r>
            <a:r>
              <a:rPr lang="en-US" sz="6600" dirty="0" smtClean="0"/>
              <a:t> </a:t>
            </a:r>
            <a:r>
              <a:rPr lang="en-US" sz="6600" dirty="0" err="1" smtClean="0"/>
              <a:t>nān</a:t>
            </a:r>
            <a:r>
              <a:rPr lang="en-US" sz="6600" dirty="0" smtClean="0"/>
              <a:t> </a:t>
            </a:r>
            <a:r>
              <a:rPr lang="en-US" sz="6600" dirty="0" err="1" smtClean="0"/>
              <a:t>koḍiyāvēn</a:t>
            </a:r>
            <a:r>
              <a:rPr lang="en-US" sz="6600" dirty="0" smtClean="0"/>
              <a:t> </a:t>
            </a:r>
            <a:r>
              <a:rPr lang="en-US" sz="6600" dirty="0" err="1" smtClean="0"/>
              <a:t>pādam</a:t>
            </a:r>
            <a:r>
              <a:rPr lang="en-US" sz="6600" dirty="0" smtClean="0"/>
              <a:t> </a:t>
            </a:r>
            <a:r>
              <a:rPr lang="en-US" sz="6600" dirty="0" err="1" smtClean="0"/>
              <a:t>pattriyē</a:t>
            </a:r>
            <a:r>
              <a:rPr lang="en-US" sz="6600" dirty="0" smtClean="0"/>
              <a:t> </a:t>
            </a:r>
            <a:r>
              <a:rPr lang="en-US" sz="6600" dirty="0" err="1" smtClean="0"/>
              <a:t>vaḷarndiḍuvēn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 Mother, if you are a tree, I would be a vine, clinging to your holy feet</a:t>
            </a:r>
            <a:r>
              <a:rPr lang="en-US" sz="6000" dirty="0" smtClean="0">
                <a:solidFill>
                  <a:srgbClr val="FFFF00"/>
                </a:solidFill>
              </a:rPr>
              <a:t>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nī</a:t>
            </a:r>
            <a:r>
              <a:rPr lang="en-US" sz="6600" dirty="0" smtClean="0"/>
              <a:t> </a:t>
            </a:r>
            <a:r>
              <a:rPr lang="en-US" sz="6600" dirty="0" err="1" smtClean="0"/>
              <a:t>kaḍalānāl</a:t>
            </a:r>
            <a:r>
              <a:rPr lang="en-US" sz="6600" dirty="0" smtClean="0"/>
              <a:t> </a:t>
            </a:r>
            <a:r>
              <a:rPr lang="en-US" sz="6600" dirty="0" err="1" smtClean="0"/>
              <a:t>nān</a:t>
            </a:r>
            <a:r>
              <a:rPr lang="en-US" sz="6600" dirty="0" smtClean="0"/>
              <a:t> </a:t>
            </a:r>
            <a:r>
              <a:rPr lang="en-US" sz="6600" dirty="0" err="1" smtClean="0"/>
              <a:t>nadiyāvēn</a:t>
            </a:r>
            <a:r>
              <a:rPr lang="en-US" sz="6600" dirty="0" smtClean="0"/>
              <a:t> </a:t>
            </a:r>
            <a:r>
              <a:rPr lang="en-US" sz="6600" dirty="0" err="1" smtClean="0"/>
              <a:t>tēḍi</a:t>
            </a:r>
            <a:r>
              <a:rPr lang="en-US" sz="6600" dirty="0" smtClean="0"/>
              <a:t> </a:t>
            </a:r>
            <a:r>
              <a:rPr lang="en-US" sz="6600" dirty="0" err="1" smtClean="0"/>
              <a:t>vandu</a:t>
            </a:r>
            <a:r>
              <a:rPr lang="en-US" sz="6600" dirty="0" smtClean="0"/>
              <a:t> </a:t>
            </a:r>
            <a:r>
              <a:rPr lang="en-US" sz="6600" dirty="0" err="1" smtClean="0"/>
              <a:t>unil</a:t>
            </a:r>
            <a:r>
              <a:rPr lang="en-US" sz="6600" dirty="0" smtClean="0"/>
              <a:t> </a:t>
            </a:r>
            <a:r>
              <a:rPr lang="en-US" sz="6600" dirty="0" err="1" smtClean="0"/>
              <a:t>karaindiḍuvēn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If </a:t>
            </a:r>
            <a:r>
              <a:rPr lang="en-US" sz="6000" dirty="0" smtClean="0">
                <a:solidFill>
                  <a:srgbClr val="FFFF00"/>
                </a:solidFill>
              </a:rPr>
              <a:t>you are a sea, I would be a river flowing in search of and uniting with you</a:t>
            </a:r>
            <a:r>
              <a:rPr lang="en-US" sz="6000" dirty="0" smtClean="0">
                <a:solidFill>
                  <a:srgbClr val="FFFF00"/>
                </a:solidFill>
              </a:rPr>
              <a:t>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nī</a:t>
            </a:r>
            <a:r>
              <a:rPr lang="en-US" sz="6600" dirty="0" smtClean="0"/>
              <a:t> </a:t>
            </a:r>
            <a:r>
              <a:rPr lang="en-US" sz="6600" dirty="0" err="1" smtClean="0"/>
              <a:t>vanamānāl</a:t>
            </a:r>
            <a:r>
              <a:rPr lang="en-US" sz="6600" dirty="0" smtClean="0"/>
              <a:t> </a:t>
            </a:r>
            <a:r>
              <a:rPr lang="en-US" sz="6600" dirty="0" err="1" smtClean="0"/>
              <a:t>nān</a:t>
            </a:r>
            <a:r>
              <a:rPr lang="en-US" sz="6600" dirty="0" smtClean="0"/>
              <a:t> </a:t>
            </a:r>
            <a:r>
              <a:rPr lang="en-US" sz="6600" dirty="0" err="1" smtClean="0"/>
              <a:t>malarāvēn</a:t>
            </a:r>
            <a:r>
              <a:rPr lang="en-US" sz="6600" dirty="0" smtClean="0"/>
              <a:t> </a:t>
            </a:r>
            <a:r>
              <a:rPr lang="en-US" sz="6600" dirty="0" err="1" smtClean="0"/>
              <a:t>pādaiyay</a:t>
            </a:r>
            <a:r>
              <a:rPr lang="en-US" sz="6600" dirty="0" smtClean="0"/>
              <a:t> </a:t>
            </a:r>
            <a:r>
              <a:rPr lang="en-US" sz="6600" dirty="0" err="1" smtClean="0"/>
              <a:t>pūkkaḷāl</a:t>
            </a:r>
            <a:r>
              <a:rPr lang="en-US" sz="6600" dirty="0" smtClean="0"/>
              <a:t> </a:t>
            </a:r>
            <a:r>
              <a:rPr lang="en-US" sz="6600" dirty="0" err="1" smtClean="0"/>
              <a:t>alaṅkarippēn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If </a:t>
            </a:r>
            <a:r>
              <a:rPr lang="en-US" sz="6000" dirty="0" smtClean="0">
                <a:solidFill>
                  <a:srgbClr val="FFFF00"/>
                </a:solidFill>
              </a:rPr>
              <a:t>you are a forest, I would be flowers, carpeting your path with vibrant blossoms</a:t>
            </a:r>
            <a:r>
              <a:rPr lang="en-US" sz="6000" dirty="0" smtClean="0">
                <a:solidFill>
                  <a:srgbClr val="FFFF00"/>
                </a:solidFill>
              </a:rPr>
              <a:t>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nī</a:t>
            </a:r>
            <a:r>
              <a:rPr lang="en-US" sz="7200" dirty="0" smtClean="0"/>
              <a:t> </a:t>
            </a:r>
            <a:r>
              <a:rPr lang="en-US" sz="7200" dirty="0" err="1" smtClean="0"/>
              <a:t>iravānāl</a:t>
            </a:r>
            <a:r>
              <a:rPr lang="en-US" sz="7200" dirty="0" smtClean="0"/>
              <a:t> </a:t>
            </a:r>
            <a:r>
              <a:rPr lang="en-US" sz="7200" dirty="0" err="1" smtClean="0"/>
              <a:t>viṇmīnāvēn</a:t>
            </a:r>
            <a:r>
              <a:rPr lang="en-US" sz="7200" dirty="0" smtClean="0"/>
              <a:t> un </a:t>
            </a:r>
            <a:r>
              <a:rPr lang="en-US" sz="7200" dirty="0" err="1" smtClean="0"/>
              <a:t>tōraṇamāy</a:t>
            </a:r>
            <a:r>
              <a:rPr lang="en-US" sz="7200" dirty="0" smtClean="0"/>
              <a:t> </a:t>
            </a:r>
            <a:r>
              <a:rPr lang="en-US" sz="7200" dirty="0" err="1" smtClean="0"/>
              <a:t>minniḍuvēn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If </a:t>
            </a:r>
            <a:r>
              <a:rPr lang="en-US" sz="6600" dirty="0" smtClean="0">
                <a:solidFill>
                  <a:srgbClr val="FFFF00"/>
                </a:solidFill>
              </a:rPr>
              <a:t>you were night, I would be stars, festooning you with my sparkles.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2871</TotalTime>
  <Words>272</Words>
  <Application>Microsoft Office PowerPoint</Application>
  <PresentationFormat>On-screen Show (4:3)</PresentationFormat>
  <Paragraphs>34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muppiraviyin tavamō</vt:lpstr>
      <vt:lpstr>muppiraviyin tavamō ammā ippiraviyin unai nān kaṇḍēn</vt:lpstr>
      <vt:lpstr>eppiravi eḍuttālum ammā unnai sārndē nān iruppēn</vt:lpstr>
      <vt:lpstr>nī puviyānāl nān nilavāvēn unnai suttriyē vandiḍuvēn</vt:lpstr>
      <vt:lpstr>nī raviyānāl nān seḍiyāvēn un disai nōkkiyē pārttiruppēn</vt:lpstr>
      <vt:lpstr>nī mazhaiyānāl vānavillāvēn vaṇṇaṅkaḷāl unnai varavērppēn</vt:lpstr>
      <vt:lpstr>nī malaiyānāl nān paniyāvēn panittuḷiyāl unnai arccippēn</vt:lpstr>
      <vt:lpstr>nī maramānāl nān koḍiyāvēn pādam pattriyē vaḷarndiḍuvēn</vt:lpstr>
      <vt:lpstr>nī kaḍalānāl nān nadiyāvēn tēḍi vandu unil karaindiḍuvēn</vt:lpstr>
      <vt:lpstr>nī vanamānāl nān malarāvēn pādaiyay pūkkaḷāl alaṅkarippēn</vt:lpstr>
      <vt:lpstr>nī iravānāl viṇmīnāvēn un tōraṇamāy minniḍuvēn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326</cp:revision>
  <dcterms:created xsi:type="dcterms:W3CDTF">2006-08-16T00:00:00Z</dcterms:created>
  <dcterms:modified xsi:type="dcterms:W3CDTF">2025-05-24T07:22:38Z</dcterms:modified>
</cp:coreProperties>
</file>