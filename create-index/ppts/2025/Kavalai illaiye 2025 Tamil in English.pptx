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7DE3E-44DF-4A20-8769-BB03E57422C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A46E-C956-49A7-A13C-C30DAC6067C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kavalai illaiyē enakku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kavalai illaiyē enakku kavalai illaiyē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uḷḷam untan iruppiḍamena nān aṙindēnē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no worries, truly no worries, for I have come to know that my heart is your dwelling place.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undan iccai endan iccaiyē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 seyalkaḷ yāvum untan pūjaiyē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will is my will, all my actions are offerings at your feet,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nigazhum ellā nigazhvukaḷumē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nī enakku tanda vara-prasādamē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and every single event that unfolds in my life is your gift, your sacred blessing to me.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ondrum aṙiyātta pēdai nān un piḷḷaiyē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kai piḍittu naḍatti selvāy nīyum en tāyē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am but a helpless child who knows nothing, your own little one, so hold my hand and lead me, for you are my mother,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un maḍiyil kiḍakkum piḷḷai nān tānē – enai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kai viḍāmal kāttu nirkkum tāyum nī tānē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and I am the child who lies cradled in your lap. The mother who guards me without ever letting go is none other than you.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tāyum nī tānē, undan sēyum nān tānē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Nee maḍiyil vaittu kākkum cellappiḷḷai nān tānē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alone are my mother, and I am yours entirely, your precious child nestled in your lap, protected and loved.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cellappiḷḷai nān tānē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ammā piḷḷai nān tānē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Yes, I am your cherished child, Mother, I am your own little one.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kavalai illaiyē enakku</vt:lpstr>
      <vt:lpstr>kavalai illaiyē enakku kavalai illaiyē en uḷḷam untan iruppiḍamena nān aṙindēnē</vt:lpstr>
      <vt:lpstr>undan iccai endan iccaiyē en seyalkaḷ yāvum untan pūjaiyē</vt:lpstr>
      <vt:lpstr>nigazhum ellā nigazhvukaḷumē nī enakku tanda vara-prasādamē</vt:lpstr>
      <vt:lpstr>ondrum aṙiyātta pēdai nān un piḷḷaiyē en kai piḍittu naḍatti selvāy nīyum en tāyē</vt:lpstr>
      <vt:lpstr>un maḍiyil kiḍakkum piḷḷai nān tānē – enai kai viḍāmal kāttu nirkkum tāyum nī tānē</vt:lpstr>
      <vt:lpstr>tāyum nī tānē, undan sēyum nān tānē Nee maḍiyil vaittu kākkum cellappiḷḷai nān tānē</vt:lpstr>
      <vt:lpstr>cellappiḷḷai nān tānē ammā piḷḷai nān tānē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kavalai illaiyē enakku</dc:title>
  <dc:creator>Amrita</dc:creator>
  <cp:lastModifiedBy>Amrita</cp:lastModifiedBy>
  <cp:revision>1</cp:revision>
  <dcterms:created xsi:type="dcterms:W3CDTF">2025-06-29T09:53:26Z</dcterms:created>
  <dcterms:modified xsi:type="dcterms:W3CDTF">2025-06-29T09:54:35Z</dcterms:modified>
</cp:coreProperties>
</file>