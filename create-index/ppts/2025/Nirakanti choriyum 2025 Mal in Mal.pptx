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2B7D5-61B3-4447-9561-7686EA20EBF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DE849-20B5-4CE6-B222-6C81B41B924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niṙakānti coriyum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niṙakānti coriyum nin mukhapadmam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kāṇmānen hṛdayam tuḍikkunnu jananī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Mother! My heart beats with longing to behold your lovely lotus face, whose beauty makes the whole world radiant.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amṛtatvam aṇayunna vazhikāṭṭi kanivinde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tirinīṭṭi enne nayikkū…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Lead me with the lamp of compassion,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guide my steps upon the path of immortal life.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entinenn-aṙiyīla niṙayunnen kaṇṇukaḷ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amma tan mizhiyil uḍakki…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your gaze meets mine, my eyes brim with tears, I know not why.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viḍarum mizhikaḷil uṣassinde nairmalyam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kaṇḍu ñān kaṇṇīr ozhukki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depths of your wide eyes, I saw the pure light of a new dawn, and my eyes overflowed with tears.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madhuramāy amma mozhiññ-ende kātil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ninakku ñān uṇḍende muttē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Sweetly, Mother whispered in my ear, “My pearl, I am here for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karayallē! nī inn-anāthayall-ōmanē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amma uṇḍamma ennennum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Do not weep, you are never alone, with none to call your own, Mother is there with you, forever.”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ozhukunna puzhayuḍe ōḷaṅgaḷ ōtunnu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amma endamma endamma…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wavelets of the flowing river murmur, “Mother… my Mother.”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kāṫṫinde kaipiḍiccālōlam āḍi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pulnāmbum mozhiññu endamma! 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tiny blade of grass, holding the hands of the breeze, sways in joy and also whispers, “My Mother.”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On-screen Show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niṙakānti coriyum</vt:lpstr>
      <vt:lpstr>niṙakānti coriyum nin mukhapadmam kāṇmānen hṛdayam tuḍikkunnu jananī</vt:lpstr>
      <vt:lpstr>amṛtatvam aṇayunna vazhikāṭṭi kanivinde tirinīṭṭi enne nayikkū…</vt:lpstr>
      <vt:lpstr>entinenn-aṙiyīla niṙayunnen kaṇṇukaḷ amma tan mizhiyil uḍakki…</vt:lpstr>
      <vt:lpstr>viḍarum mizhikaḷil uṣassinde nairmalyam kaṇḍu ñān kaṇṇīr ozhukki</vt:lpstr>
      <vt:lpstr>madhuramāy amma mozhiññ-ende kātil ninakku ñān uṇḍende muttē</vt:lpstr>
      <vt:lpstr>karayallē! nī inn-anāthayall-ōmanē amma uṇḍamma ennennum</vt:lpstr>
      <vt:lpstr>ozhukunna puzhayuḍe ōḷaṅgaḷ ōtunnu amma endamma endamma…</vt:lpstr>
      <vt:lpstr>kāṫṫinde kaipiḍiccālōlam āḍi pulnāmbum mozhiññu endamma!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niṙakānti coriyum</dc:title>
  <dc:creator>Amrita</dc:creator>
  <cp:lastModifiedBy>Amrita</cp:lastModifiedBy>
  <cp:revision>1</cp:revision>
  <dcterms:created xsi:type="dcterms:W3CDTF">2025-08-16T15:17:34Z</dcterms:created>
  <dcterms:modified xsi:type="dcterms:W3CDTF">2025-08-16T15:18:17Z</dcterms:modified>
</cp:coreProperties>
</file>