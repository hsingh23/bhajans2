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D933B-A760-4E66-B7AD-791C347C175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F4556-E685-48F5-8F0D-A552A4F919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azhavum aṙiyēn aṇugavum aṙiyēn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azhavum aṙiyēn aṇugavum aṙiyēn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vaṇaṅgum muṙaiyum nān aṙiyēn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do not know how to cry for you, nor how to draw near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uṇarvē inḍri uṫṫru nōkkum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ennai pārppāy ponnammā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I do not even know the proper way to worship you. I simply gaze at you alone—will you look upon me, darling Mother?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munvinai niṙainta bhāram sumantoru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bālannuṇḍu ennuḷḷil – piñcu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bālannuṇḍu ennuḷḷil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Carrying the heavy burden of past karma, a little child lives within me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anbai pozhivāy piḷḷai kāppāy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tīvinai azhippāy ponnammā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—yes, a tender child dwells within. Shower this child with your love, protect it, and keep all evil away, darling Mother.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kotikkum kaliyil tavitta ennai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kaiyil eḍutta ponnammā – ennai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kaiyil eḍutta ponnammā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From this scorching Kali Yuga, you lifted me up—O darling Mother,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ippōtennai āḍavaittu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āzham pārppatēn ennamā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you gathered me into your arms. Then why now do you test the strength of my mind by immersing me in your divine play?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500" smtClean="0">
                <a:solidFill>
                  <a:srgbClr val="FFFFFF"/>
                </a:solidFill>
                <a:latin typeface="Calibri"/>
              </a:rPr>
              <a:t>ulakai maṙantāl tannai maṙantāl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ninaivu tirumbum enpāyē – iṙai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ninaivu tirumbum enpāyē</a:t>
            </a:r>
            <a:endParaRPr lang="en-US" sz="5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If one forgets the world, if one forgets oneself, it is said the mind will turn back to God.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amaiti taruvāy teḷivum taruvāy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vīḍu sērppāy en tāyē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Dear Mother, grant me peace, grant me clarity of mind, and take me to my true abode.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201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azhavum aṙiyēn aṇugavum aṙiyēn</vt:lpstr>
      <vt:lpstr>azhavum aṙiyēn aṇugavum aṙiyēn vaṇaṅgum muṙaiyum nān aṙiyēn</vt:lpstr>
      <vt:lpstr>uṇarvē inḍri uṫṫru nōkkum ennai pārppāy ponnammā</vt:lpstr>
      <vt:lpstr>munvinai niṙainta bhāram sumantoru bālannuṇḍu ennuḷḷil – piñcu bālannuṇḍu ennuḷḷil</vt:lpstr>
      <vt:lpstr>anbai pozhivāy piḷḷai kāppāy tīvinai azhippāy ponnammā</vt:lpstr>
      <vt:lpstr>kotikkum kaliyil tavitta ennai kaiyil eḍutta ponnammā – ennai kaiyil eḍutta ponnammā</vt:lpstr>
      <vt:lpstr>ippōtennai āḍavaittu āzham pārppatēn ennamā</vt:lpstr>
      <vt:lpstr>ulakai maṙantāl tannai maṙantāl ninaivu tirumbum enpāyē – iṙai ninaivu tirumbum enpāyē</vt:lpstr>
      <vt:lpstr>amaiti taruvāy teḷivum taruvāy vīḍu sērppāy en tāyē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azhavum aṙiyēn aṇugavum aṙiyēn</dc:title>
  <dc:creator>Amrita</dc:creator>
  <cp:lastModifiedBy>Amrita</cp:lastModifiedBy>
  <cp:revision>1</cp:revision>
  <dcterms:created xsi:type="dcterms:W3CDTF">2025-06-10T07:06:37Z</dcterms:created>
  <dcterms:modified xsi:type="dcterms:W3CDTF">2025-06-10T07:08:13Z</dcterms:modified>
</cp:coreProperties>
</file>