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7DDDF-9E9D-41CD-851F-4379146B9AD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5BDC7-1214-430B-8A33-781BA23F3D2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entu tēḍi nī ōḍunnu mānavā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entu tēḍi nī ōḍunnu mānavā?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entu nēḍi nī innōḷam ōrttuvō? 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Human! What have you been seeking while you run? Have you reflected on what you have gained so far?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kāntamām lōka-bandhaṅgaḷ ētumē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śānti ēkiyō nityamāy nirbhayam?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All the worldly attachments that attract you like a magnet, have they given you lasting peace and fearlessness?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svattināy ōḍi vāzhvu pāzhākkolā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nityamāy vāzhuk-illonnum ōrkkaṇam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Do not waste your life chasing wealth, remember that nothing will last forever;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svatvamuttināy ūḷiyiṭṭ-āzhaṇam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nitya-satyamām tatvakkayattil 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dive deep to gain the pearl of the real self, dive into the infinite waters of eternal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nitya-satyamām tatvakkayattil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dive deep to gain the pearl of the real self, dive into the infinite waters of eternal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ninde ēkānta rathyayil kūṭṭināy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entināre nī kāttu nilppū vṛthā? 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Why wait in vain for another to walk beside you, on a journey destined to be travelled alone?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onnu nī ninakkāy karam nīṭṭiḍū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nī atil tūṅgi ninnilēkk-ettiḍum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Stretch out your own hand for yourself, and you will be able to hold on to it, as it guides you inward, to your true self.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atil tūṅgi ninnilēkk-ettiḍum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Stretch out your own hand for yourself, and you will be able to hold on to it, as it guides you inward, to your true self.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 tiraññoru tṛkkaram nin karam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nī koticcuḷḷat-okkeyum ninniḍam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The helping hand you seek is your own. All that you long for lies within you.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nī carikkēṇḍa mārgavum lakṣyavum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ninde uṇmayum sarvavum ninniḍam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Within your true self lies the way, the goal, and the truth.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ninde uṇmayum sarvavum ninniḍam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Within your true self lies the way, the goal, and the truth.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ninnil ninnum tuḍaṅgunnorī yātra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ninnilūḍeyāy ninnilēkk-ettavē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journey begins in you, continues through you, and reaches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yuga-yugaṅgaḷāy dāhicc-alañña nī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iviḍe mōnti kuḍicciḍum ninne nī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Then, at last, you will drink deeply of the bliss found within yourself, what you have thirsted for throughout your journey of countless ages.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iviḍe mōnti kuḍicciḍum ninne nī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Then, at last, you will drink deeply of the bliss found within yourself, what you have thirsted for throughout your journey of countless ages.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palatinē aṙiññīḍalin mīteyāy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aṙivinē aṙiññīḍum uḷḷattil nī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More than knowing diverse things, seek to know the Self within.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aṙiyum ādiyantaṅgaḷ-illāttatām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aṙivu mātramēyuḷḷu ennuḷḷatum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Know that this is the supreme knowledge, without beginning, without end.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aṙivu mātramēyuḷḷu ennuḷḷatum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Know that this is the supreme knowledge, without beginning, without end.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aṙivitadvayam nitya-muktam param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aṙivu tān śūddham ānanda-śāntiyum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It is the knowledge of the non-dual Self, ever free and supreme. It is pure bliss, it is perfect peace.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aṙivu nī tanne ātma-svarūpavum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aṙivu tatvam-ātatvavum nī ahō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this very knowledge, your own true Self. Knowledge of your true self is the ultimate reality, and that you are.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aṙivu tatvam-ātatvavum nī ahō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this very knowledge, your own true Self. Knowledge of your true self is the ultimate reality, and that you are.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On-screen Show (4:3)</PresentationFormat>
  <Paragraphs>43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entu tēḍi nī ōḍunnu mānavā</vt:lpstr>
      <vt:lpstr>entu tēḍi nī ōḍunnu mānavā? entu nēḍi nī innōḷam ōrttuvō? </vt:lpstr>
      <vt:lpstr>kāntamām lōka-bandhaṅgaḷ ētumē śānti ēkiyō nityamāy nirbhayam? </vt:lpstr>
      <vt:lpstr>svattināy ōḍi vāzhvu pāzhākkolā nityamāy vāzhuk-illonnum ōrkkaṇam</vt:lpstr>
      <vt:lpstr>svatvamuttināy ūḷiyiṭṭ-āzhaṇam nitya-satyamām tatvakkayattil nī</vt:lpstr>
      <vt:lpstr>nitya-satyamām tatvakkayattil nī</vt:lpstr>
      <vt:lpstr>ninde ēkānta rathyayil kūṭṭināy entināre nī kāttu nilppū vṛthā? </vt:lpstr>
      <vt:lpstr>onnu nī ninakkāy karam nīṭṭiḍū nī atil tūṅgi ninnilēkk-ettiḍum</vt:lpstr>
      <vt:lpstr>nī atil tūṅgi ninnilēkk-ettiḍum</vt:lpstr>
      <vt:lpstr>nī tiraññoru tṛkkaram nin karam nī koticcuḷḷat-okkeyum ninniḍam </vt:lpstr>
      <vt:lpstr>nī carikkēṇḍa mārgavum lakṣyavum ninde uṇmayum sarvavum ninniḍam </vt:lpstr>
      <vt:lpstr>ninde uṇmayum sarvavum ninniḍam</vt:lpstr>
      <vt:lpstr>ninnil ninnum tuḍaṅgunnorī yātra ninnilūḍeyāy ninnilēkk-ettavē</vt:lpstr>
      <vt:lpstr>yuga-yugaṅgaḷāy dāhicc-alañña nī iviḍe mōnti kuḍicciḍum ninne nī</vt:lpstr>
      <vt:lpstr>iviḍe mōnti kuḍicciḍum ninne nī</vt:lpstr>
      <vt:lpstr>palatinē aṙiññīḍalin mīteyāy aṙivinē aṙiññīḍum uḷḷattil nī</vt:lpstr>
      <vt:lpstr>aṙiyum ādiyantaṅgaḷ-illāttatām aṙivu mātramēyuḷḷu ennuḷḷatum</vt:lpstr>
      <vt:lpstr>aṙivu mātramēyuḷḷu ennuḷḷatum</vt:lpstr>
      <vt:lpstr>aṙivitadvayam nitya-muktam param aṙivu tān śūddham ānanda-śāntiyum</vt:lpstr>
      <vt:lpstr>aṙivu nī tanne ātma-svarūpavum aṙivu tatvam-ātatvavum nī ahō</vt:lpstr>
      <vt:lpstr>aṙivu tatvam-ātatvavum nī ahō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entu tēḍi nī ōḍunnu mānavā</dc:title>
  <dc:creator>Amrita</dc:creator>
  <cp:lastModifiedBy>Amrita</cp:lastModifiedBy>
  <cp:revision>1</cp:revision>
  <dcterms:created xsi:type="dcterms:W3CDTF">2025-09-22T12:17:10Z</dcterms:created>
  <dcterms:modified xsi:type="dcterms:W3CDTF">2025-09-22T12:17:55Z</dcterms:modified>
</cp:coreProperties>
</file>