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B70AD-A39C-4589-A3E7-42653AC8A8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92C58-8688-4074-92E2-6A634A3528D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murahara muraḷika pāḍi 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murahara muraḷika pāḍi 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rādhikē nī eṅgu pōyi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The flute of Sri Krishna, slayer of the demon Mura, sang out in longing: "O my beloved Radhika, where have you gone?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rāvēṙe cenniṭṭum rākkuyil pāḍiyiṭṭum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 vazhittārayō śūnyam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The night grows deep and silent, and the koel pours forth its sweet, yearning song—yet the path you once tread remains bare.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mal prāṇasakhī… ennātma-sakhī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my beloved, one with my very soul..."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murahara muraḷika pāḍi 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rādhikē nī eṅgu pōyi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The flute of Sri Krishna, slayer of the demon Mura, sang out in longing: "O my beloved Radhika, where have you gone?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vannu mānattāy tāraṅgaḷ – pon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ambiḷikk-ēzhazhakāy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Clusters of stars have gathered in the sky to adorn the moon with their beauty.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ī niśā malarukaḷ kūmbi aḍayunnu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nin priyanē maṙannō – mal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Night-blooming flowers gently close their petals. Have you forgotten me—the one who is in love with you?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prāṇasakhī… ennātma-sakhī…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my beloved, one with my very soul...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murahara muraḷika pāḍi 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rādhikē nī eṅgu pōyi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The flute of Sri Krishna, slayer of the demon Mura, sang out in longing: "O my beloved Radhika, where have you gone?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mādhava-mānasam niṙavārnnu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bhakta-malarukaḷālē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heart of Madhava blooms with flowers of many hues—flowers that are none other than his loving devotees.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rādhikē nin pada-nṛtta-cuvaḍināy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rādhikēśan ī dāsan kāttirippū – mal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Radhika! This humble servant of yours, the Lord of your heart, waits in longing, yearning to dance with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prāṇasakhī… ennātma-sakhī…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my beloved, one with my very soul...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murahara muraḷika pāḍi 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rādhikē nī eṅgu pōyi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The flute of Sri Krishna, slayer of the demon Mura, sang out in longing: "O my beloved Radhika, where have you gone?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tava pāda-dāsi ī rādha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mama prāṇanum ātmāvum nīyē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Radha replies, “I am the servant of your lotus feet. You are my very life, my innermost self.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mukha-candrikayāl niṙaññoru mānasam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rajani tan varav-aṙiññīlā…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My heart was bathed in the radiance of your graceful face, as bright as the full moon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rāvēṙe cennat-aṙiññīla – rādha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rāvēṙe cennat-aṙiññīla – rādha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—I did not know that night had fallen, nor that its silence had deepened.”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pādadāsi ī rādha – kaṇṇā…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I remain ever your devoted servant at your lotus 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On-screen Show (4:3)</PresentationFormat>
  <Paragraphs>35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murahara muraḷika pāḍi en</vt:lpstr>
      <vt:lpstr>murahara muraḷika pāḍi en rādhikē nī eṅgu pōyi</vt:lpstr>
      <vt:lpstr>rāvēṙe cenniṭṭum rākkuyil pāḍiyiṭṭum nin vazhittārayō śūnyam</vt:lpstr>
      <vt:lpstr>mal prāṇasakhī… ennātma-sakhī</vt:lpstr>
      <vt:lpstr>murahara muraḷika pāḍi en rādhikē nī eṅgu pōyi</vt:lpstr>
      <vt:lpstr>vannu mānattāy tāraṅgaḷ – pon ambiḷikk-ēzhazhakāy</vt:lpstr>
      <vt:lpstr>ī niśā malarukaḷ kūmbi aḍayunnu nin priyanē maṙannō – mal</vt:lpstr>
      <vt:lpstr>prāṇasakhī… ennātma-sakhī…</vt:lpstr>
      <vt:lpstr>murahara muraḷika pāḍi en rādhikē nī eṅgu pōyi</vt:lpstr>
      <vt:lpstr>mādhava-mānasam niṙavārnnu bhakta-malarukaḷālē</vt:lpstr>
      <vt:lpstr>rādhikē nin pada-nṛtta-cuvaḍināy rādhikēśan ī dāsan kāttirippū – mal</vt:lpstr>
      <vt:lpstr>prāṇasakhī… ennātma-sakhī…</vt:lpstr>
      <vt:lpstr>murahara muraḷika pāḍi en rādhikē nī eṅgu pōyi</vt:lpstr>
      <vt:lpstr>tava pāda-dāsi ī rādha  mama prāṇanum ātmāvum nīyē</vt:lpstr>
      <vt:lpstr>nin mukha-candrikayāl niṙaññoru mānasam rajani tan varav-aṙiññīlā…</vt:lpstr>
      <vt:lpstr>rāvēṙe cennat-aṙiññīla – rādha rāvēṙe cennat-aṙiññīla – rādha</vt:lpstr>
      <vt:lpstr>nin pādadāsi ī rādha – kaṇṇā…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murahara muraḷika pāḍi en</dc:title>
  <dc:creator>Amrita</dc:creator>
  <cp:lastModifiedBy>Amrita</cp:lastModifiedBy>
  <cp:revision>1</cp:revision>
  <dcterms:created xsi:type="dcterms:W3CDTF">2025-07-30T13:21:27Z</dcterms:created>
  <dcterms:modified xsi:type="dcterms:W3CDTF">2025-07-30T13:21:52Z</dcterms:modified>
</cp:coreProperties>
</file>