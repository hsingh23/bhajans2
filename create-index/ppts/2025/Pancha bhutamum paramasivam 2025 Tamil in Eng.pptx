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C6F14-EAE1-4F66-891E-F54AAC2E4949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CFE78-8798-4EDB-B794-A897A12CB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pañca-bhūtamum paramasivam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pañca-bhūtamum paramasivam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neñjil perukum anbē sivam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The five elements—earth, water, fire, air and ether—express the boundless and absolute spiritual essence of Lord Shiva.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aruvil ēkan uruvil anēkan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anaittilum iruppadu sadāsivan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Shiva is the love that awakens within our hearts. He is one in essence and yet many in form, pervading the whole universe.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analāy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oḷirum</a:t>
            </a:r>
            <a:r>
              <a:rPr lang="en-US" sz="660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aruṇaiyin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īsā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ahattai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aṙuppāy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amarēsā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of Arunachala, You blaze as the radiant fire element. O Lord of immortality, cut away our ego.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visumpāy tillaiyil naṭarājā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vinaikaḷai tīrppāy visvēsā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O Cosmic Dancer of Chidambaram, you pervade space as ether. O Universal Lord, dissolve the bonds of our karma.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 namaḥ śivāy (4)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Salutations to Lord Shiva, the auspicious one!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kāṫṫrāy vīsum kāḷattiyappā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kaṇṇimai pōlē kāttiḍappā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of Kalahasti, who blows like the gentle breeze, shelter us as the eyelid protects the eye.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maṇṇuruvāna ēkāmbaranē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viṇṇavar pōṫṫrum sarvēśanē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of Kanchipuram, you are the very embodiment of the Earth. O Lord of all, divine beings worship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96078" y="3244334"/>
            <a:ext cx="2751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goes back to </a:t>
            </a:r>
            <a:r>
              <a:rPr lang="en-US" dirty="0" err="1" smtClean="0"/>
              <a:t>tintaka</a:t>
            </a:r>
            <a:r>
              <a:rPr lang="en-US" dirty="0" smtClean="0"/>
              <a:t> </a:t>
            </a:r>
            <a:r>
              <a:rPr lang="en-US" dirty="0" err="1" smtClean="0"/>
              <a:t>tintaka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 namaḥ śivāy (4)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Salutations to Lord Shiva, the auspicious one!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nīrāy pozhiyum appuliṅgamē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ninaippōr manadil aruḷ tarumē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of Tiruvanaikkaval, you flow as the sacred waters. Your grace flows into the hearts of those who remember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anbē sivamē karuṇai oḷiyē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aḍaikkalam undan tiruvaḍiyē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divine love and the radiant light of compassion. We take refuge in the cool shade of your sacred 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 namaḥ śivāy (4)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Salutations to Lord Shiva, the auspicious one!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261</Words>
  <Application>Microsoft Office PowerPoint</Application>
  <PresentationFormat>On-screen Show (4:3)</PresentationFormat>
  <Paragraphs>26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pañca-bhūtamum paramasivam</vt:lpstr>
      <vt:lpstr>pañca-bhūtamum paramasivam neñjil perukum anbē sivam</vt:lpstr>
      <vt:lpstr>aruvil ēkan uruvil anēkan anaittilum iruppadu sadāsivan</vt:lpstr>
      <vt:lpstr>analāy oḷirum  aruṇaiyin īsā ahattai aṙuppāy amarēsā</vt:lpstr>
      <vt:lpstr>visumpāy tillaiyil naṭarājā vinaikaḷai tīrppāy visvēsā</vt:lpstr>
      <vt:lpstr>ōm namaḥ śivāy (4)</vt:lpstr>
      <vt:lpstr>kāṫṫrāy vīsum kāḷattiyappā kaṇṇimai pōlē kāttiḍappā</vt:lpstr>
      <vt:lpstr>maṇṇuruvāna ēkāmbaranē viṇṇavar pōṫṫrum sarvēśanē</vt:lpstr>
      <vt:lpstr>ōm namaḥ śivāy (4)</vt:lpstr>
      <vt:lpstr>nīrāy pozhiyum appuliṅgamē ninaippōr manadil aruḷ tarumē</vt:lpstr>
      <vt:lpstr>anbē sivamē karuṇai oḷiyē aḍaikkalam undan tiruvaḍiyē</vt:lpstr>
      <vt:lpstr>ōm namaḥ śivāy (4)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pañca-bhūtamum paramasivam</dc:title>
  <dc:creator>Amrita</dc:creator>
  <cp:lastModifiedBy>AMMA</cp:lastModifiedBy>
  <cp:revision>3</cp:revision>
  <dcterms:created xsi:type="dcterms:W3CDTF">2025-06-13T15:06:12Z</dcterms:created>
  <dcterms:modified xsi:type="dcterms:W3CDTF">2025-08-18T14:21:57Z</dcterms:modified>
</cp:coreProperties>
</file>