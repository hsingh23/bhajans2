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4D7C8-89A5-4037-9AF2-B0E76BF4E97E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BF80E-229F-49EE-9508-DF6AA2BC310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kahiyō rē prabhu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(Braj Bhasha)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kahiyō rē prabhu āvan kī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āvan kī man bhāvan kī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kōī kahiyō rē prabhu āvan kī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Someone, please say that the Lord is coming—coming, the one who pleases my heart. Someone, please say that the Lord is coming.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āp na āve likh nahī beje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vān paḍī lalcāvan kī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does not come, nor does he send a letter, only the breeze brings a hint of longing.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ye do nainā kahā nahī mānē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nadiyā bahē jaisē sāvan kī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āvan kī man bhāvan kī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These two eyes do not listen—they flow like rivers in the monsoon. Coming, the one who pleases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kām karō kacu vas nahī mērō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pankh nahī uḍ jāvan kī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cannot work; I have no control—like a bird with no wings that longs to fly.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mīrā kahe prabhu kab rē milō gē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cērī bhayī hu tērē dāman kī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āvan kī man bhāvan kī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Meera says, “O Lord, when will you meet me? I have become a servant of the edge of your garment.” Coming, the one who pleases my heart.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kahiyō rē prabhu </vt:lpstr>
      <vt:lpstr>kahiyō rē prabhu āvan kī āvan kī man bhāvan kī kōī kahiyō rē prabhu āvan kī</vt:lpstr>
      <vt:lpstr>āp na āve likh nahī beje vān paḍī lalcāvan kī</vt:lpstr>
      <vt:lpstr>ye do nainā kahā nahī mānē nadiyā bahē jaisē sāvan kī āvan kī man bhāvan kī</vt:lpstr>
      <vt:lpstr>kām karō kacu vas nahī mērō pankh nahī uḍ jāvan kī</vt:lpstr>
      <vt:lpstr>mīrā kahe prabhu kab rē milō gē cērī bhayī hu tērē dāman kī āvan kī man bhāvan kī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kahiyō rē prabhu </dc:title>
  <dc:creator>Amrita</dc:creator>
  <cp:lastModifiedBy>Amrita</cp:lastModifiedBy>
  <cp:revision>1</cp:revision>
  <dcterms:created xsi:type="dcterms:W3CDTF">2025-08-01T17:21:12Z</dcterms:created>
  <dcterms:modified xsi:type="dcterms:W3CDTF">2025-08-01T17:21:35Z</dcterms:modified>
</cp:coreProperties>
</file>