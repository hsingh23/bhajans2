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8" r:id="rId10"/>
    <p:sldId id="263" r:id="rId11"/>
    <p:sldId id="264" r:id="rId12"/>
    <p:sldId id="269" r:id="rId13"/>
    <p:sldId id="265" r:id="rId14"/>
    <p:sldId id="266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38251-517C-4CAA-91D6-46F693CBFD83}" type="datetimeFigureOut">
              <a:rPr lang="en-US" smtClean="0"/>
              <a:pPr/>
              <a:t>27-Aug-2025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6DBE8-7B99-4EA0-B1F5-7D06C31D94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38251-517C-4CAA-91D6-46F693CBFD83}" type="datetimeFigureOut">
              <a:rPr lang="en-US" smtClean="0"/>
              <a:pPr/>
              <a:t>27-Aug-2025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6DBE8-7B99-4EA0-B1F5-7D06C31D94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38251-517C-4CAA-91D6-46F693CBFD83}" type="datetimeFigureOut">
              <a:rPr lang="en-US" smtClean="0"/>
              <a:pPr/>
              <a:t>27-Aug-2025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6DBE8-7B99-4EA0-B1F5-7D06C31D94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38251-517C-4CAA-91D6-46F693CBFD83}" type="datetimeFigureOut">
              <a:rPr lang="en-US" smtClean="0"/>
              <a:pPr/>
              <a:t>27-Aug-2025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6DBE8-7B99-4EA0-B1F5-7D06C31D94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38251-517C-4CAA-91D6-46F693CBFD83}" type="datetimeFigureOut">
              <a:rPr lang="en-US" smtClean="0"/>
              <a:pPr/>
              <a:t>27-Aug-2025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6DBE8-7B99-4EA0-B1F5-7D06C31D94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38251-517C-4CAA-91D6-46F693CBFD83}" type="datetimeFigureOut">
              <a:rPr lang="en-US" smtClean="0"/>
              <a:pPr/>
              <a:t>27-Aug-2025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6DBE8-7B99-4EA0-B1F5-7D06C31D94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38251-517C-4CAA-91D6-46F693CBFD83}" type="datetimeFigureOut">
              <a:rPr lang="en-US" smtClean="0"/>
              <a:pPr/>
              <a:t>27-Aug-2025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6DBE8-7B99-4EA0-B1F5-7D06C31D94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38251-517C-4CAA-91D6-46F693CBFD83}" type="datetimeFigureOut">
              <a:rPr lang="en-US" smtClean="0"/>
              <a:pPr/>
              <a:t>27-Aug-2025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6DBE8-7B99-4EA0-B1F5-7D06C31D94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38251-517C-4CAA-91D6-46F693CBFD83}" type="datetimeFigureOut">
              <a:rPr lang="en-US" smtClean="0"/>
              <a:pPr/>
              <a:t>27-Aug-2025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6DBE8-7B99-4EA0-B1F5-7D06C31D94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38251-517C-4CAA-91D6-46F693CBFD83}" type="datetimeFigureOut">
              <a:rPr lang="en-US" smtClean="0"/>
              <a:pPr/>
              <a:t>27-Aug-2025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6DBE8-7B99-4EA0-B1F5-7D06C31D94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38251-517C-4CAA-91D6-46F693CBFD83}" type="datetimeFigureOut">
              <a:rPr lang="en-US" smtClean="0"/>
              <a:pPr/>
              <a:t>27-Aug-2025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6DBE8-7B99-4EA0-B1F5-7D06C31D94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D38251-517C-4CAA-91D6-46F693CBFD83}" type="datetimeFigureOut">
              <a:rPr lang="en-US" smtClean="0"/>
              <a:pPr/>
              <a:t>27-Aug-2025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6DBE8-7B99-4EA0-B1F5-7D06C31D945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ētō ētō tēḍukiṙēn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(Tamil)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ētō ētō tēḍukiṙēn nī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etirvantapōtō ōḍukiṙēn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100" smtClean="0">
                <a:solidFill>
                  <a:srgbClr val="FFFF00"/>
                </a:solidFill>
                <a:latin typeface="Calibri"/>
              </a:rPr>
              <a:t>I keep searching for something, yet when you come before me, I run away.</a:t>
            </a:r>
            <a:endParaRPr lang="en-US" sz="6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tīdō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nanḍrō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teriyāmal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sina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tīyinil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cikki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vāḍukiṙēn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900" smtClean="0">
                <a:solidFill>
                  <a:srgbClr val="FFFF00"/>
                </a:solidFill>
                <a:latin typeface="Calibri"/>
              </a:rPr>
              <a:t>Unable to discern right from wrong, I get caught in the fire of anger and wither away.</a:t>
            </a:r>
            <a:endParaRPr lang="en-US" sz="5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tēdi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kizhikkumbōtinilē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nāḷ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tēyntaṅkupōna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nilayaṙintēn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While searching in vain, I realized that time was slipping away.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pādi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kiṇaṙai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tāṇḍi</a:t>
            </a:r>
            <a:r>
              <a:rPr lang="en-US" sz="6000" dirty="0" err="1">
                <a:solidFill>
                  <a:srgbClr val="FFFFFF"/>
                </a:solidFill>
              </a:rPr>
              <a:t>ṭṭ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ān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000" dirty="0" smtClean="0">
                <a:solidFill>
                  <a:srgbClr val="FFFFFF"/>
                </a:solidFill>
                <a:latin typeface="Calibri"/>
              </a:rPr>
            </a:b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śivan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pādattin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perumai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uṇarndiṭṭēn</a:t>
            </a:r>
            <a:endParaRPr lang="en-US" sz="60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Only after crossing half the well of life did I come to understand the greatness of Lord Shiva's feet.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ētō ētō tēḍukiṙēn nī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etirvantapōtō ōḍukiṙēn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100" smtClean="0">
                <a:solidFill>
                  <a:srgbClr val="FFFF00"/>
                </a:solidFill>
                <a:latin typeface="Calibri"/>
              </a:rPr>
              <a:t>I keep searching for something, yet when you come before me, I run away.</a:t>
            </a:r>
            <a:endParaRPr lang="en-US" sz="6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kaṇkaḷ teriyumbōtinilē aka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kaṇṇil śivane kāṇāmal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Even if one's external eyes are intact, if one cannot behold the Lord with the inner eye,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200" dirty="0" err="1" smtClean="0">
                <a:solidFill>
                  <a:srgbClr val="FFFFFF"/>
                </a:solidFill>
                <a:latin typeface="Calibri"/>
              </a:rPr>
              <a:t>maṇṇil</a:t>
            </a:r>
            <a:r>
              <a:rPr lang="en-US" sz="62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200" dirty="0" err="1" smtClean="0">
                <a:solidFill>
                  <a:srgbClr val="FFFFFF"/>
                </a:solidFill>
                <a:latin typeface="Calibri"/>
              </a:rPr>
              <a:t>vanta</a:t>
            </a:r>
            <a:r>
              <a:rPr lang="en-US" sz="62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200" dirty="0" err="1" smtClean="0">
                <a:solidFill>
                  <a:srgbClr val="FFFFFF"/>
                </a:solidFill>
                <a:latin typeface="Calibri"/>
              </a:rPr>
              <a:t>pativukku</a:t>
            </a:r>
            <a:r>
              <a:rPr lang="en-US" sz="62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6200" dirty="0" smtClean="0">
                <a:solidFill>
                  <a:srgbClr val="FFFFFF"/>
                </a:solidFill>
                <a:latin typeface="Calibri"/>
              </a:rPr>
            </a:br>
            <a:r>
              <a:rPr lang="en-US" sz="6200" dirty="0" err="1" smtClean="0">
                <a:solidFill>
                  <a:srgbClr val="FFFFFF"/>
                </a:solidFill>
                <a:latin typeface="Calibri"/>
              </a:rPr>
              <a:t>śiva</a:t>
            </a:r>
            <a:r>
              <a:rPr lang="en-US" sz="62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200" dirty="0" err="1" smtClean="0">
                <a:solidFill>
                  <a:srgbClr val="FFFFFF"/>
                </a:solidFill>
                <a:latin typeface="Calibri"/>
              </a:rPr>
              <a:t>mahimai</a:t>
            </a:r>
            <a:r>
              <a:rPr lang="en-US" sz="62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200" dirty="0" err="1" smtClean="0">
                <a:solidFill>
                  <a:srgbClr val="FFFFFF"/>
                </a:solidFill>
                <a:latin typeface="Calibri"/>
              </a:rPr>
              <a:t>yāvum</a:t>
            </a:r>
            <a:r>
              <a:rPr lang="en-US" sz="62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200" dirty="0" err="1" smtClean="0">
                <a:solidFill>
                  <a:srgbClr val="FFFFFF"/>
                </a:solidFill>
                <a:latin typeface="Calibri"/>
              </a:rPr>
              <a:t>viḷaṅkiḍumō</a:t>
            </a:r>
            <a:endParaRPr lang="en-US" sz="62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can merely being born into this world lead to an understanding of Lord Shiva’s greatness?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ētō ētō tēḍukiṙēn nī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etirvantapōtō ōḍukiṙēn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100" smtClean="0">
                <a:solidFill>
                  <a:srgbClr val="FFFF00"/>
                </a:solidFill>
                <a:latin typeface="Calibri"/>
              </a:rPr>
              <a:t>I keep searching for something, yet when you come before me, I run away.</a:t>
            </a:r>
            <a:endParaRPr lang="en-US" sz="6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śivanē uyirkaḷ anaittumena en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cintaikkuḷ oḷiyāy varavēṇḍum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500" smtClean="0">
                <a:solidFill>
                  <a:srgbClr val="FFFF00"/>
                </a:solidFill>
                <a:latin typeface="Calibri"/>
              </a:rPr>
              <a:t>May the thought that Lord Shiva is everything shine as a light within my mind.</a:t>
            </a:r>
            <a:endParaRPr lang="en-US" sz="6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yamanē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vantu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ninḍrālum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śivan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aḍiyai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maṙavā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manam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vēṇḍum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300" smtClean="0">
                <a:solidFill>
                  <a:srgbClr val="FFFF00"/>
                </a:solidFill>
                <a:latin typeface="Calibri"/>
              </a:rPr>
              <a:t>Even if Yama himself stands before me, may my mind never forget Shiva’s feet.</a:t>
            </a:r>
            <a:endParaRPr lang="en-US" sz="6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ētō ētō tēḍukiṙēn nī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etirvantapōtō ōḍukiṙēn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100" smtClean="0">
                <a:solidFill>
                  <a:srgbClr val="FFFF00"/>
                </a:solidFill>
                <a:latin typeface="Calibri"/>
              </a:rPr>
              <a:t>I keep searching for something, yet when you come before me, I run away.</a:t>
            </a:r>
            <a:endParaRPr lang="en-US" sz="6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śivanē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cidambaranē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aḍiyārkkum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aḍiyōnē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dirty="0" smtClean="0">
                <a:solidFill>
                  <a:srgbClr val="FFFF00"/>
                </a:solidFill>
                <a:latin typeface="Calibri"/>
              </a:rPr>
              <a:t>O Shiva, Lord of Chidambaram, you are devoted to your devotees.</a:t>
            </a:r>
            <a:endParaRPr lang="en-US" sz="66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haranē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guruparanē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perum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piṇitīrkkum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perumānē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dirty="0" smtClean="0">
                <a:solidFill>
                  <a:srgbClr val="FFFF00"/>
                </a:solidFill>
                <a:latin typeface="Calibri"/>
              </a:rPr>
              <a:t>O Hara, supreme Guru, O Lord who removes our deepest afflictions…</a:t>
            </a:r>
            <a:endParaRPr lang="en-US" sz="66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268</Words>
  <Application>Microsoft Office PowerPoint</Application>
  <PresentationFormat>On-screen Show (4:3)</PresentationFormat>
  <Paragraphs>29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ētō ētō tēḍukiṙēn</vt:lpstr>
      <vt:lpstr>ētō ētō tēḍukiṙēn nī etirvantapōtō ōḍukiṙēn</vt:lpstr>
      <vt:lpstr>tīdō nanḍrō teriyāmal sina tīyinil cikki vāḍukiṙēn</vt:lpstr>
      <vt:lpstr>tēdi kizhikkumbōtinilē nāḷ tēyntaṅkupōna nilayaṙintēn</vt:lpstr>
      <vt:lpstr>pādi kiṇaṙai tāṇḍiṭṭān  śivan pādattin perumai uṇarndiṭṭēn</vt:lpstr>
      <vt:lpstr>ētō ētō tēḍukiṙēn nī etirvantapōtō ōḍukiṙēn</vt:lpstr>
      <vt:lpstr>kaṇkaḷ teriyumbōtinilē aka kaṇṇil śivane kāṇāmal</vt:lpstr>
      <vt:lpstr>maṇṇil vanta pativukku  śiva mahimai yāvum viḷaṅkiḍumō</vt:lpstr>
      <vt:lpstr>ētō ētō tēḍukiṙēn nī etirvantapōtō ōḍukiṙēn</vt:lpstr>
      <vt:lpstr>śivanē uyirkaḷ anaittumena en cintaikkuḷ oḷiyāy varavēṇḍum</vt:lpstr>
      <vt:lpstr>yamanē vantu ninḍrālum  śivan aḍiyai maṙavā  manam vēṇḍum</vt:lpstr>
      <vt:lpstr>ētō ētō tēḍukiṙēn nī etirvantapōtō ōḍukiṙēn</vt:lpstr>
      <vt:lpstr>śivanē cidambaranē aḍiyārkkum aḍiyōnē</vt:lpstr>
      <vt:lpstr>haranē guruparanē perum piṇitīrkkum perumānē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ētō ētō tēḍukiṙēn</dc:title>
  <dc:creator>Amrita</dc:creator>
  <cp:lastModifiedBy>AMMA</cp:lastModifiedBy>
  <cp:revision>4</cp:revision>
  <dcterms:created xsi:type="dcterms:W3CDTF">2025-06-14T13:45:56Z</dcterms:created>
  <dcterms:modified xsi:type="dcterms:W3CDTF">2025-08-27T14:17:11Z</dcterms:modified>
</cp:coreProperties>
</file>