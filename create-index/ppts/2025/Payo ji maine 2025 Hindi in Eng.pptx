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9ADA2-2735-49AB-8BCF-B1F0E6A29B7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BDDA0-92D5-4692-B19F-FDD769319CC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pāyo jī mainē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pāyo jī mainē rām ratan dhan pāyō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have found it, truly I have found it — the jewel of Rama's name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vastu amōlik dī mērē satguru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kirpā kar apanāyo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the jewel of Rama's name, the treasure beyond compare. </a:t>
            </a:r>
          </a:p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My Satguru, in his compassion, has given me this priceless gift and accepted me as his own.</a:t>
            </a:r>
            <a:endParaRPr lang="en-US" sz="4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janam janam kī pūñjī pāī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This is the wealth gathered over countless lifetimes;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jag meiṅ sabī khōvāyō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while all else in the world has been lost, this alone have I gained.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kharac nāhi khūṭē cōr nāhi lūṭē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It can neither be spent nor stolen, nor can any falsehood diminish it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din din baḍhat savāyo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 it grows ever richer, day by day.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sat kī nāv khēvaṭiyā satguru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bhavasāgar tar āyō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boat of truth is steered by the true Guru; with it, I have crossed the ocean of worldly existence.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mīrā kē prabhu giridhar nāgar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harakh harakh jas gāyō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Mira’s Lord is Giridhar, the uplifter of Govardhan — in boundless joy, she sings his praise.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On-screen Show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pāyo jī mainē </vt:lpstr>
      <vt:lpstr>pāyo jī mainē rām ratan dhan pāyō</vt:lpstr>
      <vt:lpstr>vastu amōlik dī mērē satguru kirpā kar apanāyo</vt:lpstr>
      <vt:lpstr>janam janam kī pūñjī pāī</vt:lpstr>
      <vt:lpstr>jag meiṅ sabī khōvāyō</vt:lpstr>
      <vt:lpstr>kharac nāhi khūṭē cōr nāhi lūṭē</vt:lpstr>
      <vt:lpstr>din din baḍhat savāyo</vt:lpstr>
      <vt:lpstr>sat kī nāv khēvaṭiyā satguru bhavasāgar tar āyō</vt:lpstr>
      <vt:lpstr>mīrā kē prabhu giridhar nāgar harakh harakh jas gāyō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pāyo jī mainē </dc:title>
  <dc:creator>Amrita</dc:creator>
  <cp:lastModifiedBy>Amrita</cp:lastModifiedBy>
  <cp:revision>1</cp:revision>
  <dcterms:created xsi:type="dcterms:W3CDTF">2025-08-08T06:28:33Z</dcterms:created>
  <dcterms:modified xsi:type="dcterms:W3CDTF">2025-08-08T06:29:13Z</dcterms:modified>
</cp:coreProperties>
</file>